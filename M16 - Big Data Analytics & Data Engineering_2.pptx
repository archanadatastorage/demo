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8"/>
  </p:notesMasterIdLst>
  <p:sldIdLst>
    <p:sldId id="420"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 id="324" r:id="rId71"/>
    <p:sldId id="325" r:id="rId72"/>
    <p:sldId id="326" r:id="rId73"/>
    <p:sldId id="327" r:id="rId74"/>
    <p:sldId id="328" r:id="rId75"/>
    <p:sldId id="329" r:id="rId76"/>
    <p:sldId id="330" r:id="rId77"/>
    <p:sldId id="331" r:id="rId78"/>
    <p:sldId id="332" r:id="rId79"/>
    <p:sldId id="333" r:id="rId80"/>
    <p:sldId id="334" r:id="rId81"/>
    <p:sldId id="335" r:id="rId82"/>
    <p:sldId id="336" r:id="rId83"/>
    <p:sldId id="337" r:id="rId84"/>
    <p:sldId id="338" r:id="rId85"/>
    <p:sldId id="339" r:id="rId86"/>
    <p:sldId id="340" r:id="rId87"/>
    <p:sldId id="341" r:id="rId88"/>
    <p:sldId id="342" r:id="rId89"/>
    <p:sldId id="343" r:id="rId90"/>
    <p:sldId id="344" r:id="rId91"/>
    <p:sldId id="345" r:id="rId92"/>
    <p:sldId id="346" r:id="rId93"/>
    <p:sldId id="347" r:id="rId94"/>
    <p:sldId id="348" r:id="rId95"/>
    <p:sldId id="349" r:id="rId96"/>
    <p:sldId id="350" r:id="rId97"/>
    <p:sldId id="351" r:id="rId98"/>
    <p:sldId id="352" r:id="rId99"/>
    <p:sldId id="353" r:id="rId100"/>
    <p:sldId id="354" r:id="rId101"/>
    <p:sldId id="355" r:id="rId102"/>
    <p:sldId id="356" r:id="rId103"/>
    <p:sldId id="357" r:id="rId104"/>
    <p:sldId id="358" r:id="rId105"/>
    <p:sldId id="359" r:id="rId106"/>
    <p:sldId id="360" r:id="rId107"/>
    <p:sldId id="361" r:id="rId108"/>
    <p:sldId id="362" r:id="rId109"/>
    <p:sldId id="363" r:id="rId110"/>
    <p:sldId id="364" r:id="rId111"/>
    <p:sldId id="365" r:id="rId112"/>
    <p:sldId id="366" r:id="rId113"/>
    <p:sldId id="367" r:id="rId114"/>
    <p:sldId id="368" r:id="rId115"/>
    <p:sldId id="369" r:id="rId116"/>
    <p:sldId id="370" r:id="rId117"/>
    <p:sldId id="371" r:id="rId118"/>
    <p:sldId id="372" r:id="rId119"/>
    <p:sldId id="373" r:id="rId120"/>
    <p:sldId id="374" r:id="rId121"/>
    <p:sldId id="375" r:id="rId122"/>
    <p:sldId id="376" r:id="rId123"/>
    <p:sldId id="377" r:id="rId124"/>
    <p:sldId id="378" r:id="rId125"/>
    <p:sldId id="379" r:id="rId126"/>
    <p:sldId id="380" r:id="rId127"/>
    <p:sldId id="381" r:id="rId128"/>
    <p:sldId id="382" r:id="rId129"/>
    <p:sldId id="383" r:id="rId130"/>
    <p:sldId id="384" r:id="rId131"/>
    <p:sldId id="385" r:id="rId132"/>
    <p:sldId id="386" r:id="rId133"/>
    <p:sldId id="387" r:id="rId134"/>
    <p:sldId id="388" r:id="rId135"/>
    <p:sldId id="389" r:id="rId136"/>
    <p:sldId id="390" r:id="rId137"/>
    <p:sldId id="391" r:id="rId138"/>
    <p:sldId id="392" r:id="rId139"/>
    <p:sldId id="393" r:id="rId140"/>
    <p:sldId id="394" r:id="rId141"/>
    <p:sldId id="395" r:id="rId142"/>
    <p:sldId id="396" r:id="rId143"/>
    <p:sldId id="397" r:id="rId144"/>
    <p:sldId id="398" r:id="rId145"/>
    <p:sldId id="399" r:id="rId146"/>
    <p:sldId id="400" r:id="rId147"/>
    <p:sldId id="401" r:id="rId148"/>
    <p:sldId id="402" r:id="rId149"/>
    <p:sldId id="403" r:id="rId150"/>
    <p:sldId id="404" r:id="rId151"/>
    <p:sldId id="405" r:id="rId152"/>
    <p:sldId id="406" r:id="rId153"/>
    <p:sldId id="407" r:id="rId154"/>
    <p:sldId id="408" r:id="rId155"/>
    <p:sldId id="409" r:id="rId156"/>
    <p:sldId id="410" r:id="rId157"/>
    <p:sldId id="411" r:id="rId158"/>
    <p:sldId id="412" r:id="rId159"/>
    <p:sldId id="413" r:id="rId160"/>
    <p:sldId id="414" r:id="rId161"/>
    <p:sldId id="415" r:id="rId162"/>
    <p:sldId id="416" r:id="rId163"/>
    <p:sldId id="417" r:id="rId164"/>
    <p:sldId id="418" r:id="rId165"/>
    <p:sldId id="419" r:id="rId166"/>
    <p:sldId id="422" r:id="rId167"/>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90" d="100"/>
          <a:sy n="90" d="100"/>
        </p:scale>
        <p:origin x="1234" y="-115"/>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viewProps" Target="view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theme" Target="theme/theme1.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61" Type="http://schemas.openxmlformats.org/officeDocument/2006/relationships/slide" Target="slides/slide160.xml"/><Relationship Id="rId166" Type="http://schemas.openxmlformats.org/officeDocument/2006/relationships/slide" Target="slides/slide16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25806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979" y="0"/>
            <a:ext cx="5283200" cy="258068"/>
          </a:xfrm>
          <a:prstGeom prst="rect">
            <a:avLst/>
          </a:prstGeom>
        </p:spPr>
        <p:txBody>
          <a:bodyPr vert="horz" lIns="91440" tIns="45720" rIns="91440" bIns="45720" rtlCol="0"/>
          <a:lstStyle>
            <a:lvl1pPr algn="r">
              <a:defRPr sz="1200"/>
            </a:lvl1pPr>
          </a:lstStyle>
          <a:p>
            <a:fld id="{3EFD42F7-718C-4B98-AAEC-167E6DDD60A7}" type="datetimeFigureOut">
              <a:rPr lang="en-US" smtClean="0"/>
              <a:t>10/27/2026</a:t>
            </a:fld>
            <a:endParaRPr lang="en-US"/>
          </a:p>
        </p:txBody>
      </p:sp>
      <p:sp>
        <p:nvSpPr>
          <p:cNvPr id="4" name="Slide Image Placeholder 3"/>
          <p:cNvSpPr>
            <a:spLocks noGrp="1" noRot="1" noChangeAspect="1"/>
          </p:cNvSpPr>
          <p:nvPr>
            <p:ph type="sldImg" idx="2"/>
          </p:nvPr>
        </p:nvSpPr>
        <p:spPr>
          <a:xfrm>
            <a:off x="4552950" y="642938"/>
            <a:ext cx="3086100" cy="1735931"/>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2475309"/>
            <a:ext cx="9753600" cy="202525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4885432"/>
            <a:ext cx="5283200" cy="258068"/>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979" y="4885432"/>
            <a:ext cx="5283200" cy="258068"/>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770864" y="461594"/>
            <a:ext cx="7602270" cy="697230"/>
          </a:xfrm>
          <a:prstGeom prst="rect">
            <a:avLst/>
          </a:prstGeom>
        </p:spPr>
        <p:txBody>
          <a:bodyPr wrap="square" lIns="0" tIns="0" rIns="0" bIns="0">
            <a:spAutoFit/>
          </a:bodyPr>
          <a:lstStyle>
            <a:lvl1pPr>
              <a:defRPr sz="4400" b="0" i="0">
                <a:solidFill>
                  <a:schemeClr val="tx1"/>
                </a:solidFill>
                <a:latin typeface="Calibri" panose="020F0502020204030204"/>
                <a:cs typeface="Calibri" panose="020F0502020204030204"/>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2400" b="1" i="0">
                <a:solidFill>
                  <a:schemeClr val="tx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dirty="0"/>
          </a:p>
        </p:txBody>
      </p:sp>
      <p:pic>
        <p:nvPicPr>
          <p:cNvPr id="7" name="Picture 6" descr="wingspan_logo.png"/>
          <p:cNvPicPr>
            <a:picLocks noChangeAspect="1"/>
          </p:cNvPicPr>
          <p:nvPr userDrawn="1"/>
        </p:nvPicPr>
        <p:blipFill>
          <a:blip r:embed="rId2"/>
          <a:stretch>
            <a:fillRect/>
          </a:stretch>
        </p:blipFill>
        <p:spPr>
          <a:xfrm>
            <a:off x="8405915" y="0"/>
            <a:ext cx="749808" cy="63093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3" name="Holder 3"/>
          <p:cNvSpPr>
            <a:spLocks noGrp="1"/>
          </p:cNvSpPr>
          <p:nvPr>
            <p:ph type="body" idx="1"/>
          </p:nvPr>
        </p:nvSpPr>
        <p:spPr/>
        <p:txBody>
          <a:bodyPr lIns="0" tIns="0" rIns="0" bIns="0"/>
          <a:lstStyle>
            <a:lvl1pPr>
              <a:defRPr sz="2400" b="1" i="0">
                <a:solidFill>
                  <a:schemeClr val="tx1"/>
                </a:solidFill>
                <a:latin typeface="Calibri" panose="020F0502020204030204"/>
                <a:cs typeface="Calibri" panose="020F0502020204030204"/>
              </a:defRPr>
            </a:lvl1pPr>
          </a:lstStyle>
          <a:p>
            <a:endParaRPr dirty="0"/>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pic>
        <p:nvPicPr>
          <p:cNvPr id="7" name="Picture 6" descr="wingspan_logo.png"/>
          <p:cNvPicPr>
            <a:picLocks noChangeAspect="1"/>
          </p:cNvPicPr>
          <p:nvPr userDrawn="1"/>
        </p:nvPicPr>
        <p:blipFill>
          <a:blip r:embed="rId2"/>
          <a:stretch>
            <a:fillRect/>
          </a:stretch>
        </p:blipFill>
        <p:spPr>
          <a:xfrm>
            <a:off x="8388330" y="0"/>
            <a:ext cx="749808" cy="630936"/>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panose="020F0502020204030204"/>
                <a:cs typeface="Calibri" panose="020F0502020204030204"/>
              </a:defRPr>
            </a:lvl1pPr>
          </a:lstStyle>
          <a:p>
            <a:endParaRPr dirty="0"/>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pic>
        <p:nvPicPr>
          <p:cNvPr id="8" name="Picture 7" descr="wingspan_logo.png"/>
          <p:cNvPicPr>
            <a:picLocks noChangeAspect="1"/>
          </p:cNvPicPr>
          <p:nvPr userDrawn="1"/>
        </p:nvPicPr>
        <p:blipFill>
          <a:blip r:embed="rId2"/>
          <a:stretch>
            <a:fillRect/>
          </a:stretch>
        </p:blipFill>
        <p:spPr>
          <a:xfrm>
            <a:off x="8394192" y="0"/>
            <a:ext cx="749808" cy="630936"/>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panose="020F0502020204030204"/>
                <a:cs typeface="Calibri" panose="020F0502020204030204"/>
              </a:defRPr>
            </a:lvl1pPr>
          </a:lstStyle>
          <a:p>
            <a:endParaRPr dirty="0"/>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pic>
        <p:nvPicPr>
          <p:cNvPr id="6" name="Picture 5" descr="wingspan_logo.png"/>
          <p:cNvPicPr>
            <a:picLocks noChangeAspect="1"/>
          </p:cNvPicPr>
          <p:nvPr userDrawn="1"/>
        </p:nvPicPr>
        <p:blipFill>
          <a:blip r:embed="rId2"/>
          <a:stretch>
            <a:fillRect/>
          </a:stretch>
        </p:blipFill>
        <p:spPr>
          <a:xfrm>
            <a:off x="8458200" y="0"/>
            <a:ext cx="749808" cy="630936"/>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pic>
        <p:nvPicPr>
          <p:cNvPr id="6" name="Picture 5" descr="wingspan_logo.png"/>
          <p:cNvPicPr>
            <a:picLocks noChangeAspect="1"/>
          </p:cNvPicPr>
          <p:nvPr userDrawn="1"/>
        </p:nvPicPr>
        <p:blipFill>
          <a:blip r:embed="rId2"/>
          <a:stretch>
            <a:fillRect/>
          </a:stretch>
        </p:blipFill>
        <p:spPr>
          <a:xfrm>
            <a:off x="8405915" y="0"/>
            <a:ext cx="749808" cy="63093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33114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9429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547522" y="191846"/>
            <a:ext cx="8057718" cy="1244600"/>
          </a:xfrm>
          <a:prstGeom prst="rect">
            <a:avLst/>
          </a:prstGeom>
        </p:spPr>
        <p:txBody>
          <a:bodyPr wrap="square" lIns="0" tIns="0" rIns="0" bIns="0">
            <a:spAutoFit/>
          </a:bodyPr>
          <a:lstStyle>
            <a:lvl1pPr>
              <a:defRPr sz="4400" b="0" i="0">
                <a:solidFill>
                  <a:schemeClr val="tx1"/>
                </a:solidFill>
                <a:latin typeface="Calibri" panose="020F0502020204030204"/>
                <a:cs typeface="Calibri" panose="020F0502020204030204"/>
              </a:defRPr>
            </a:lvl1pPr>
          </a:lstStyle>
          <a:p>
            <a:endParaRPr dirty="0"/>
          </a:p>
        </p:txBody>
      </p:sp>
      <p:sp>
        <p:nvSpPr>
          <p:cNvPr id="3" name="Holder 3"/>
          <p:cNvSpPr>
            <a:spLocks noGrp="1"/>
          </p:cNvSpPr>
          <p:nvPr>
            <p:ph type="body" idx="1"/>
          </p:nvPr>
        </p:nvSpPr>
        <p:spPr>
          <a:xfrm>
            <a:off x="612140" y="1461261"/>
            <a:ext cx="7858125" cy="4050029"/>
          </a:xfrm>
          <a:prstGeom prst="rect">
            <a:avLst/>
          </a:prstGeom>
        </p:spPr>
        <p:txBody>
          <a:bodyPr wrap="square" lIns="0" tIns="0" rIns="0" bIns="0">
            <a:spAutoFit/>
          </a:bodyPr>
          <a:lstStyle>
            <a:lvl1pPr>
              <a:defRPr sz="2400" b="1" i="0">
                <a:solidFill>
                  <a:schemeClr val="tx1"/>
                </a:solidFill>
                <a:latin typeface="Calibri" panose="020F0502020204030204"/>
                <a:cs typeface="Calibri" panose="020F0502020204030204"/>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10/27/2026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pic>
        <p:nvPicPr>
          <p:cNvPr id="9" name="Picture 8" descr="wingspan_logo.png"/>
          <p:cNvPicPr>
            <a:picLocks noChangeAspect="1"/>
          </p:cNvPicPr>
          <p:nvPr userDrawn="1"/>
        </p:nvPicPr>
        <p:blipFill>
          <a:blip r:embed="rId9"/>
          <a:stretch>
            <a:fillRect/>
          </a:stretch>
        </p:blipFill>
        <p:spPr>
          <a:xfrm>
            <a:off x="8405915" y="37570"/>
            <a:ext cx="749808" cy="63093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6.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jpe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e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9.jpeg"/><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0.png"/><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1.jpe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3.jpe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4.jpe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8.jpeg"/><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hyperlink" Target="http://localhost:4040/"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1.jpeg"/><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3.jpeg"/><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logging.apache.org/log4j/1.2/" TargetMode="Externa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5.jpeg"/><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9.jpeg"/><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0.jpeg"/><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1.png"/><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2.png"/><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3.png"/><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4.jpeg"/><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5.jpeg"/><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6.png"/><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7.png"/><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8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2.jpeg"/><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3.jpeg"/><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2.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3.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8.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1.jpeg"/><Relationship Id="rId1" Type="http://schemas.openxmlformats.org/officeDocument/2006/relationships/slideLayout" Target="../slideLayouts/slideLayout4.xml"/></Relationships>
</file>

<file path=ppt/slides/_rels/slide95.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6.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5.png"/></Relationships>
</file>

<file path=ppt/slides/_rels/slide9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jpe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jpe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10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1.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2.jpe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3.jpeg"/><Relationship Id="rId1" Type="http://schemas.openxmlformats.org/officeDocument/2006/relationships/slideLayout" Target="../slideLayouts/slideLayout4.xml"/></Relationships>
</file>

<file path=ppt/slides/_rels/slide1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5.png"/><Relationship Id="rId1" Type="http://schemas.openxmlformats.org/officeDocument/2006/relationships/slideLayout" Target="../slideLayouts/slideLayout4.xml"/></Relationships>
</file>

<file path=ppt/slides/_rels/slide1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7.jpeg"/><Relationship Id="rId1" Type="http://schemas.openxmlformats.org/officeDocument/2006/relationships/slideLayout" Target="../slideLayouts/slideLayout4.xml"/></Relationships>
</file>

<file path=ppt/slides/_rels/slide12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90.png"/></Relationships>
</file>

<file path=ppt/slides/_rels/slide1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1.jpe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2.jpeg"/><Relationship Id="rId1" Type="http://schemas.openxmlformats.org/officeDocument/2006/relationships/slideLayout" Target="../slideLayouts/slideLayout4.xml"/></Relationships>
</file>

<file path=ppt/slides/_rels/slide1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7.jpeg"/><Relationship Id="rId1" Type="http://schemas.openxmlformats.org/officeDocument/2006/relationships/slideLayout" Target="../slideLayouts/slideLayout4.xml"/></Relationships>
</file>

<file path=ppt/slides/_rels/slide1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8.jpeg"/><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jpeg"/><Relationship Id="rId1" Type="http://schemas.openxmlformats.org/officeDocument/2006/relationships/slideLayout" Target="../slideLayouts/slideLayout4.xml"/></Relationships>
</file>

<file path=ppt/slides/_rels/slide1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9.jpeg"/><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0.jpeg"/><Relationship Id="rId1" Type="http://schemas.openxmlformats.org/officeDocument/2006/relationships/slideLayout" Target="../slideLayouts/slideLayout4.xml"/></Relationships>
</file>

<file path=ppt/slides/_rels/slide1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1.png"/><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2.png"/><Relationship Id="rId1" Type="http://schemas.openxmlformats.org/officeDocument/2006/relationships/slideLayout" Target="../slideLayouts/slideLayout4.xml"/></Relationships>
</file>

<file path=ppt/slides/_rels/slide1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3.png"/><Relationship Id="rId1" Type="http://schemas.openxmlformats.org/officeDocument/2006/relationships/slideLayout" Target="../slideLayouts/slideLayout4.xml"/></Relationships>
</file>

<file path=ppt/slides/_rels/slide14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5.jpeg"/><Relationship Id="rId1" Type="http://schemas.openxmlformats.org/officeDocument/2006/relationships/slideLayout" Target="../slideLayouts/slideLayout4.xml"/></Relationships>
</file>

<file path=ppt/slides/_rels/slide1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6.jpeg"/><Relationship Id="rId1" Type="http://schemas.openxmlformats.org/officeDocument/2006/relationships/slideLayout" Target="../slideLayouts/slideLayout4.xml"/></Relationships>
</file>

<file path=ppt/slides/_rels/slide1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8.jpeg"/><Relationship Id="rId1" Type="http://schemas.openxmlformats.org/officeDocument/2006/relationships/slideLayout" Target="../slideLayouts/slideLayout4.xml"/></Relationships>
</file>

<file path=ppt/slides/_rels/slide14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9.png"/><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1.jpeg"/><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2.jpeg"/><Relationship Id="rId1" Type="http://schemas.openxmlformats.org/officeDocument/2006/relationships/slideLayout" Target="../slideLayouts/slideLayout4.xml"/></Relationships>
</file>

<file path=ppt/slides/_rels/slide15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3.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4.jpeg"/><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5.jpeg"/><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6.jpeg"/><Relationship Id="rId1" Type="http://schemas.openxmlformats.org/officeDocument/2006/relationships/slideLayout" Target="../slideLayouts/slideLayout4.xml"/></Relationships>
</file>

<file path=ppt/slides/_rels/slide15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7.jpeg"/><Relationship Id="rId1" Type="http://schemas.openxmlformats.org/officeDocument/2006/relationships/slideLayout" Target="../slideLayouts/slideLayout4.xml"/></Relationships>
</file>

<file path=ppt/slides/_rels/slide16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8.jpeg"/><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3" Type="http://schemas.openxmlformats.org/officeDocument/2006/relationships/hyperlink" Target="http://www.scala-lang.org/" TargetMode="External"/><Relationship Id="rId2" Type="http://schemas.openxmlformats.org/officeDocument/2006/relationships/hyperlink" Target="http://spark.apache.org/" TargetMode="Externa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6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9.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7067" r="4384" b="2905"/>
          <a:stretch/>
        </p:blipFill>
        <p:spPr>
          <a:xfrm>
            <a:off x="1" y="0"/>
            <a:ext cx="9146381" cy="6858000"/>
          </a:xfrm>
          <a:prstGeom prst="rect">
            <a:avLst/>
          </a:prstGeom>
        </p:spPr>
      </p:pic>
      <p:sp>
        <p:nvSpPr>
          <p:cNvPr id="5" name="Rectangle 4"/>
          <p:cNvSpPr/>
          <p:nvPr/>
        </p:nvSpPr>
        <p:spPr>
          <a:xfrm>
            <a:off x="0" y="4565650"/>
            <a:ext cx="9144000" cy="1439862"/>
          </a:xfrm>
          <a:prstGeom prst="rect">
            <a:avLst/>
          </a:prstGeom>
          <a:solidFill>
            <a:srgbClr val="00206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endParaRPr lang="en-US" dirty="0"/>
          </a:p>
        </p:txBody>
      </p:sp>
      <p:sp>
        <p:nvSpPr>
          <p:cNvPr id="6" name="TextBox 5"/>
          <p:cNvSpPr txBox="1"/>
          <p:nvPr/>
        </p:nvSpPr>
        <p:spPr>
          <a:xfrm>
            <a:off x="335391" y="4758686"/>
            <a:ext cx="6382144" cy="1015663"/>
          </a:xfrm>
          <a:prstGeom prst="rect">
            <a:avLst/>
          </a:prstGeom>
          <a:noFill/>
        </p:spPr>
        <p:txBody>
          <a:bodyPr wrap="square" lIns="0" tIns="0" rIns="0" bIns="0"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solidFill>
                  <a:schemeClr val="bg1"/>
                </a:solidFill>
                <a:latin typeface="Arial" panose="020B0604020202020204" pitchFamily="34" charset="0"/>
                <a:cs typeface="Arial" panose="020B0604020202020204" pitchFamily="34" charset="0"/>
              </a:rPr>
              <a:t>Empowering Talent with Infosys Wingspan</a:t>
            </a:r>
          </a:p>
          <a:p>
            <a:endParaRPr lang="en-US" sz="1400" dirty="0">
              <a:solidFill>
                <a:schemeClr val="bg1"/>
              </a:solidFill>
              <a:latin typeface="Arial" panose="020B0604020202020204" pitchFamily="34" charset="0"/>
              <a:cs typeface="Arial" panose="020B0604020202020204" pitchFamily="34" charset="0"/>
            </a:endParaRPr>
          </a:p>
          <a:p>
            <a:r>
              <a:rPr lang="en-US" sz="1400" dirty="0">
                <a:solidFill>
                  <a:schemeClr val="bg1"/>
                </a:solidFill>
                <a:latin typeface="Arial" panose="020B0604020202020204" pitchFamily="34" charset="0"/>
                <a:cs typeface="Arial" panose="020B0604020202020204" pitchFamily="34" charset="0"/>
              </a:rPr>
              <a:t>Building Future-Ready Skills. Together.</a:t>
            </a:r>
          </a:p>
          <a:p>
            <a:endParaRPr lang="en-US" sz="1400" dirty="0">
              <a:solidFill>
                <a:schemeClr val="bg1"/>
              </a:solidFill>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rcRect r="56071"/>
          <a:stretch>
            <a:fillRect/>
          </a:stretch>
        </p:blipFill>
        <p:spPr>
          <a:xfrm>
            <a:off x="335391" y="304800"/>
            <a:ext cx="1044374" cy="369650"/>
          </a:xfrm>
          <a:prstGeom prst="rect">
            <a:avLst/>
          </a:prstGeom>
        </p:spPr>
      </p:pic>
      <p:sp>
        <p:nvSpPr>
          <p:cNvPr id="2" name="Freeform 4">
            <a:extLst>
              <a:ext uri="{FF2B5EF4-FFF2-40B4-BE49-F238E27FC236}">
                <a16:creationId xmlns:a16="http://schemas.microsoft.com/office/drawing/2014/main" id="{10BEA2E3-1706-E46B-7100-CA1C0DA4F2E2}"/>
              </a:ext>
            </a:extLst>
          </p:cNvPr>
          <p:cNvSpPr/>
          <p:nvPr/>
        </p:nvSpPr>
        <p:spPr>
          <a:xfrm>
            <a:off x="1715155" y="304800"/>
            <a:ext cx="578208" cy="481840"/>
          </a:xfrm>
          <a:custGeom>
            <a:avLst/>
            <a:gdLst/>
            <a:ahLst/>
            <a:cxnLst/>
            <a:rect l="l" t="t" r="r" b="b"/>
            <a:pathLst>
              <a:path w="1387103" h="1155919">
                <a:moveTo>
                  <a:pt x="0" y="0"/>
                </a:moveTo>
                <a:lnTo>
                  <a:pt x="1387103" y="0"/>
                </a:lnTo>
                <a:lnTo>
                  <a:pt x="1387103" y="1155919"/>
                </a:lnTo>
                <a:lnTo>
                  <a:pt x="0" y="1155919"/>
                </a:lnTo>
                <a:lnTo>
                  <a:pt x="0" y="0"/>
                </a:lnTo>
                <a:close/>
              </a:path>
            </a:pathLst>
          </a:custGeom>
          <a:blipFill>
            <a:blip r:embed="rId4"/>
            <a:stretch>
              <a:fillRect l="-20004" t="-9602" r="-10002" b="-20404"/>
            </a:stretch>
          </a:blipFill>
        </p:spPr>
        <p:txBody>
          <a:bodyPr/>
          <a:lstStyle/>
          <a:p>
            <a:endParaRPr lang="en-US" dirty="0"/>
          </a:p>
        </p:txBody>
      </p:sp>
    </p:spTree>
    <p:extLst>
      <p:ext uri="{BB962C8B-B14F-4D97-AF65-F5344CB8AC3E}">
        <p14:creationId xmlns:p14="http://schemas.microsoft.com/office/powerpoint/2010/main" val="34475150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object 4"/>
          <p:cNvPicPr/>
          <p:nvPr/>
        </p:nvPicPr>
        <p:blipFill>
          <a:blip r:embed="rId2" cstate="print"/>
          <a:stretch>
            <a:fillRect/>
          </a:stretch>
        </p:blipFill>
        <p:spPr>
          <a:xfrm>
            <a:off x="2057400" y="131826"/>
            <a:ext cx="4876800" cy="4363974"/>
          </a:xfrm>
          <a:prstGeom prst="rect">
            <a:avLst/>
          </a:prstGeom>
        </p:spPr>
      </p:pic>
      <p:pic>
        <p:nvPicPr>
          <p:cNvPr id="5" name="Picture 4" descr="wingspan_logo.png"/>
          <p:cNvPicPr>
            <a:picLocks noChangeAspect="1"/>
          </p:cNvPicPr>
          <p:nvPr/>
        </p:nvPicPr>
        <p:blipFill>
          <a:blip r:embed="rId3"/>
          <a:stretch>
            <a:fillRect/>
          </a:stretch>
        </p:blipFill>
        <p:spPr>
          <a:xfrm>
            <a:off x="8394192" y="10886"/>
            <a:ext cx="749808" cy="630936"/>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225056" y="471291"/>
            <a:ext cx="8057718" cy="1244600"/>
          </a:xfrm>
          <a:prstGeom prst="rect">
            <a:avLst/>
          </a:prstGeom>
        </p:spPr>
        <p:txBody>
          <a:bodyPr vert="horz" wrap="square" lIns="0" tIns="283083" rIns="0" bIns="0" rtlCol="0">
            <a:spAutoFit/>
          </a:bodyPr>
          <a:lstStyle/>
          <a:p>
            <a:pPr marL="1421765">
              <a:lnSpc>
                <a:spcPct val="100000"/>
              </a:lnSpc>
              <a:spcBef>
                <a:spcPts val="105"/>
              </a:spcBef>
            </a:pPr>
            <a:r>
              <a:rPr dirty="0"/>
              <a:t>What</a:t>
            </a:r>
            <a:r>
              <a:rPr spc="-30" dirty="0"/>
              <a:t> </a:t>
            </a:r>
            <a:r>
              <a:rPr dirty="0"/>
              <a:t>Is</a:t>
            </a:r>
            <a:r>
              <a:rPr spc="-30" dirty="0"/>
              <a:t> </a:t>
            </a:r>
            <a:r>
              <a:rPr dirty="0"/>
              <a:t>Apache</a:t>
            </a:r>
            <a:r>
              <a:rPr spc="-25" dirty="0"/>
              <a:t> </a:t>
            </a:r>
            <a:r>
              <a:rPr spc="-10" dirty="0"/>
              <a:t>Spark?</a:t>
            </a:r>
          </a:p>
        </p:txBody>
      </p:sp>
      <p:sp>
        <p:nvSpPr>
          <p:cNvPr id="3" name="object 3"/>
          <p:cNvSpPr txBox="1"/>
          <p:nvPr/>
        </p:nvSpPr>
        <p:spPr>
          <a:xfrm>
            <a:off x="535940" y="1613661"/>
            <a:ext cx="7094855" cy="4415790"/>
          </a:xfrm>
          <a:prstGeom prst="rect">
            <a:avLst/>
          </a:prstGeom>
        </p:spPr>
        <p:txBody>
          <a:bodyPr vert="horz" wrap="square" lIns="0" tIns="33020" rIns="0" bIns="0" rtlCol="0">
            <a:spAutoFit/>
          </a:bodyPr>
          <a:lstStyle/>
          <a:p>
            <a:pPr marL="12700" marR="5080">
              <a:lnSpc>
                <a:spcPts val="2800"/>
              </a:lnSpc>
              <a:spcBef>
                <a:spcPts val="260"/>
              </a:spcBef>
            </a:pPr>
            <a:r>
              <a:rPr sz="2400" b="1" dirty="0">
                <a:latin typeface="Calibri" panose="020F0502020204030204"/>
                <a:cs typeface="Calibri" panose="020F0502020204030204"/>
              </a:rPr>
              <a:t>Apache</a:t>
            </a:r>
            <a:r>
              <a:rPr sz="2400" b="1" spc="-5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65" dirty="0">
                <a:latin typeface="Calibri" panose="020F0502020204030204"/>
                <a:cs typeface="Calibri" panose="020F0502020204030204"/>
              </a:rPr>
              <a:t> </a:t>
            </a:r>
            <a:r>
              <a:rPr sz="2400" b="1" dirty="0">
                <a:latin typeface="Calibri" panose="020F0502020204030204"/>
                <a:cs typeface="Calibri" panose="020F0502020204030204"/>
              </a:rPr>
              <a:t>is</a:t>
            </a:r>
            <a:r>
              <a:rPr sz="2400" b="1" spc="-45" dirty="0">
                <a:latin typeface="Calibri" panose="020F0502020204030204"/>
                <a:cs typeface="Calibri" panose="020F0502020204030204"/>
              </a:rPr>
              <a:t> </a:t>
            </a:r>
            <a:r>
              <a:rPr sz="2400" b="1" dirty="0">
                <a:latin typeface="Calibri" panose="020F0502020204030204"/>
                <a:cs typeface="Calibri" panose="020F0502020204030204"/>
              </a:rPr>
              <a:t>a</a:t>
            </a:r>
            <a:r>
              <a:rPr sz="2400" b="1" spc="-50" dirty="0">
                <a:latin typeface="Calibri" panose="020F0502020204030204"/>
                <a:cs typeface="Calibri" panose="020F0502020204030204"/>
              </a:rPr>
              <a:t> </a:t>
            </a:r>
            <a:r>
              <a:rPr sz="2400" b="1" dirty="0">
                <a:latin typeface="Calibri" panose="020F0502020204030204"/>
                <a:cs typeface="Calibri" panose="020F0502020204030204"/>
              </a:rPr>
              <a:t>fast</a:t>
            </a:r>
            <a:r>
              <a:rPr sz="2400" b="1" spc="-50" dirty="0">
                <a:latin typeface="Calibri" panose="020F0502020204030204"/>
                <a:cs typeface="Calibri" panose="020F0502020204030204"/>
              </a:rPr>
              <a:t> </a:t>
            </a:r>
            <a:r>
              <a:rPr sz="2400" b="1" dirty="0">
                <a:latin typeface="Calibri" panose="020F0502020204030204"/>
                <a:cs typeface="Calibri" panose="020F0502020204030204"/>
              </a:rPr>
              <a:t>and</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general</a:t>
            </a:r>
            <a:r>
              <a:rPr sz="2400" b="1" spc="-60" dirty="0">
                <a:latin typeface="Calibri" panose="020F0502020204030204"/>
                <a:cs typeface="Calibri" panose="020F0502020204030204"/>
              </a:rPr>
              <a:t> </a:t>
            </a:r>
            <a:r>
              <a:rPr sz="2400" b="1" dirty="0">
                <a:latin typeface="Calibri" panose="020F0502020204030204"/>
                <a:cs typeface="Calibri" panose="020F0502020204030204"/>
              </a:rPr>
              <a:t>engine</a:t>
            </a:r>
            <a:r>
              <a:rPr sz="2400" b="1" spc="-55" dirty="0">
                <a:latin typeface="Calibri" panose="020F0502020204030204"/>
                <a:cs typeface="Calibri" panose="020F0502020204030204"/>
              </a:rPr>
              <a:t> </a:t>
            </a:r>
            <a:r>
              <a:rPr sz="2400" b="1" dirty="0">
                <a:latin typeface="Calibri" panose="020F0502020204030204"/>
                <a:cs typeface="Calibri" panose="020F0502020204030204"/>
              </a:rPr>
              <a:t>for</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large-scale </a:t>
            </a:r>
            <a:r>
              <a:rPr sz="2400" b="1" dirty="0">
                <a:latin typeface="Calibri" panose="020F0502020204030204"/>
                <a:cs typeface="Calibri" panose="020F0502020204030204"/>
              </a:rPr>
              <a:t>data</a:t>
            </a:r>
            <a:r>
              <a:rPr sz="2400" b="1" spc="-75" dirty="0">
                <a:latin typeface="Calibri" panose="020F0502020204030204"/>
                <a:cs typeface="Calibri" panose="020F0502020204030204"/>
              </a:rPr>
              <a:t> </a:t>
            </a:r>
            <a:r>
              <a:rPr sz="2400" b="1" spc="-10" dirty="0">
                <a:latin typeface="Calibri" panose="020F0502020204030204"/>
                <a:cs typeface="Calibri" panose="020F0502020204030204"/>
              </a:rPr>
              <a:t>processing</a:t>
            </a:r>
            <a:endParaRPr sz="2400">
              <a:latin typeface="Calibri" panose="020F0502020204030204"/>
              <a:cs typeface="Calibri" panose="020F0502020204030204"/>
            </a:endParaRPr>
          </a:p>
          <a:p>
            <a:pPr marL="12700">
              <a:lnSpc>
                <a:spcPts val="2840"/>
              </a:lnSpc>
              <a:spcBef>
                <a:spcPts val="2880"/>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spc="-10" dirty="0">
                <a:latin typeface="Calibri" panose="020F0502020204030204"/>
                <a:cs typeface="Calibri" panose="020F0502020204030204"/>
              </a:rPr>
              <a:t>Written</a:t>
            </a:r>
            <a:r>
              <a:rPr sz="2400" b="1" spc="-45" dirty="0">
                <a:latin typeface="Calibri" panose="020F0502020204030204"/>
                <a:cs typeface="Calibri" panose="020F0502020204030204"/>
              </a:rPr>
              <a:t> </a:t>
            </a:r>
            <a:r>
              <a:rPr sz="2400" b="1" dirty="0">
                <a:latin typeface="Calibri" panose="020F0502020204030204"/>
                <a:cs typeface="Calibri" panose="020F0502020204030204"/>
              </a:rPr>
              <a:t>in</a:t>
            </a:r>
            <a:r>
              <a:rPr sz="2400" b="1" spc="-55" dirty="0">
                <a:latin typeface="Calibri" panose="020F0502020204030204"/>
                <a:cs typeface="Calibri" panose="020F0502020204030204"/>
              </a:rPr>
              <a:t> </a:t>
            </a:r>
            <a:r>
              <a:rPr sz="2400" b="1" spc="-20" dirty="0">
                <a:latin typeface="Calibri" panose="020F0502020204030204"/>
                <a:cs typeface="Calibri" panose="020F0502020204030204"/>
              </a:rPr>
              <a:t>Scala</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Functional</a:t>
            </a:r>
            <a:r>
              <a:rPr sz="2400" spc="-45" dirty="0">
                <a:latin typeface="Calibri" panose="020F0502020204030204"/>
                <a:cs typeface="Calibri" panose="020F0502020204030204"/>
              </a:rPr>
              <a:t> </a:t>
            </a:r>
            <a:r>
              <a:rPr sz="2400" spc="-10" dirty="0">
                <a:latin typeface="Calibri" panose="020F0502020204030204"/>
                <a:cs typeface="Calibri" panose="020F0502020204030204"/>
              </a:rPr>
              <a:t>programming</a:t>
            </a:r>
            <a:r>
              <a:rPr sz="2400" spc="-65" dirty="0">
                <a:latin typeface="Calibri" panose="020F0502020204030204"/>
                <a:cs typeface="Calibri" panose="020F0502020204030204"/>
              </a:rPr>
              <a:t> </a:t>
            </a:r>
            <a:r>
              <a:rPr sz="2400" dirty="0">
                <a:latin typeface="Calibri" panose="020F0502020204030204"/>
                <a:cs typeface="Calibri" panose="020F0502020204030204"/>
              </a:rPr>
              <a:t>language</a:t>
            </a:r>
            <a:r>
              <a:rPr sz="2400" spc="-20" dirty="0">
                <a:latin typeface="Calibri" panose="020F0502020204030204"/>
                <a:cs typeface="Calibri" panose="020F0502020204030204"/>
              </a:rPr>
              <a:t> </a:t>
            </a:r>
            <a:r>
              <a:rPr sz="2400" dirty="0">
                <a:latin typeface="Calibri" panose="020F0502020204030204"/>
                <a:cs typeface="Calibri" panose="020F0502020204030204"/>
              </a:rPr>
              <a:t>that</a:t>
            </a:r>
            <a:r>
              <a:rPr sz="2400" spc="-35" dirty="0">
                <a:latin typeface="Calibri" panose="020F0502020204030204"/>
                <a:cs typeface="Calibri" panose="020F0502020204030204"/>
              </a:rPr>
              <a:t> </a:t>
            </a:r>
            <a:r>
              <a:rPr sz="2400" dirty="0">
                <a:latin typeface="Calibri" panose="020F0502020204030204"/>
                <a:cs typeface="Calibri" panose="020F0502020204030204"/>
              </a:rPr>
              <a:t>runs</a:t>
            </a:r>
            <a:r>
              <a:rPr sz="2400" spc="-30" dirty="0">
                <a:latin typeface="Calibri" panose="020F0502020204030204"/>
                <a:cs typeface="Calibri" panose="020F0502020204030204"/>
              </a:rPr>
              <a:t> </a:t>
            </a:r>
            <a:r>
              <a:rPr sz="2400" dirty="0">
                <a:latin typeface="Calibri" panose="020F0502020204030204"/>
                <a:cs typeface="Calibri" panose="020F0502020204030204"/>
              </a:rPr>
              <a:t>in</a:t>
            </a:r>
            <a:r>
              <a:rPr sz="2400" spc="-25" dirty="0">
                <a:latin typeface="Calibri" panose="020F0502020204030204"/>
                <a:cs typeface="Calibri" panose="020F0502020204030204"/>
              </a:rPr>
              <a:t> </a:t>
            </a:r>
            <a:r>
              <a:rPr sz="2400" dirty="0">
                <a:latin typeface="Calibri" panose="020F0502020204030204"/>
                <a:cs typeface="Calibri" panose="020F0502020204030204"/>
              </a:rPr>
              <a:t>a</a:t>
            </a:r>
            <a:r>
              <a:rPr sz="2400" spc="-30" dirty="0">
                <a:latin typeface="Calibri" panose="020F0502020204030204"/>
                <a:cs typeface="Calibri" panose="020F0502020204030204"/>
              </a:rPr>
              <a:t> </a:t>
            </a:r>
            <a:r>
              <a:rPr sz="2400" spc="-25" dirty="0">
                <a:latin typeface="Calibri" panose="020F0502020204030204"/>
                <a:cs typeface="Calibri" panose="020F0502020204030204"/>
              </a:rPr>
              <a:t>JVM</a:t>
            </a:r>
            <a:endParaRPr sz="2400">
              <a:latin typeface="Calibri" panose="020F0502020204030204"/>
              <a:cs typeface="Calibri" panose="020F0502020204030204"/>
            </a:endParaRPr>
          </a:p>
          <a:p>
            <a:pPr>
              <a:lnSpc>
                <a:spcPct val="100000"/>
              </a:lnSpc>
              <a:spcBef>
                <a:spcPts val="35"/>
              </a:spcBef>
              <a:buFont typeface="Calibri" panose="020F0502020204030204"/>
              <a:buChar char="–"/>
            </a:pPr>
            <a:endParaRPr sz="2400">
              <a:latin typeface="Calibri" panose="020F0502020204030204"/>
              <a:cs typeface="Calibri" panose="020F0502020204030204"/>
            </a:endParaRPr>
          </a:p>
          <a:p>
            <a:pPr marL="12700">
              <a:lnSpc>
                <a:spcPct val="100000"/>
              </a:lnSpc>
              <a:spcBef>
                <a:spcPts val="5"/>
              </a:spcBef>
            </a:pPr>
            <a:r>
              <a:rPr sz="2400" dirty="0">
                <a:latin typeface="Calibri" panose="020F0502020204030204"/>
                <a:cs typeface="Calibri" panose="020F0502020204030204"/>
              </a:rPr>
              <a:t>§</a:t>
            </a:r>
            <a:r>
              <a:rPr sz="2400" spc="-1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20" dirty="0">
                <a:latin typeface="Calibri" panose="020F0502020204030204"/>
                <a:cs typeface="Calibri" panose="020F0502020204030204"/>
              </a:rPr>
              <a:t> shell</a:t>
            </a:r>
            <a:endParaRPr sz="2400">
              <a:latin typeface="Calibri" panose="020F0502020204030204"/>
              <a:cs typeface="Calibri" panose="020F0502020204030204"/>
            </a:endParaRPr>
          </a:p>
          <a:p>
            <a:pPr marL="232410" indent="-219710">
              <a:lnSpc>
                <a:spcPct val="100000"/>
              </a:lnSpc>
              <a:buChar char="–"/>
              <a:tabLst>
                <a:tab pos="232410" algn="l"/>
              </a:tabLst>
            </a:pPr>
            <a:r>
              <a:rPr sz="2400" spc="-20" dirty="0">
                <a:latin typeface="Calibri" panose="020F0502020204030204"/>
                <a:cs typeface="Calibri" panose="020F0502020204030204"/>
              </a:rPr>
              <a:t>Interactive—</a:t>
            </a:r>
            <a:r>
              <a:rPr sz="2400" dirty="0">
                <a:latin typeface="Calibri" panose="020F0502020204030204"/>
                <a:cs typeface="Calibri" panose="020F0502020204030204"/>
              </a:rPr>
              <a:t>for</a:t>
            </a:r>
            <a:r>
              <a:rPr sz="2400" spc="-50" dirty="0">
                <a:latin typeface="Calibri" panose="020F0502020204030204"/>
                <a:cs typeface="Calibri" panose="020F0502020204030204"/>
              </a:rPr>
              <a:t> </a:t>
            </a:r>
            <a:r>
              <a:rPr sz="2400" dirty="0">
                <a:latin typeface="Calibri" panose="020F0502020204030204"/>
                <a:cs typeface="Calibri" panose="020F0502020204030204"/>
              </a:rPr>
              <a:t>learning</a:t>
            </a:r>
            <a:r>
              <a:rPr sz="2400" spc="-40" dirty="0">
                <a:latin typeface="Calibri" panose="020F0502020204030204"/>
                <a:cs typeface="Calibri" panose="020F0502020204030204"/>
              </a:rPr>
              <a:t> </a:t>
            </a:r>
            <a:r>
              <a:rPr sz="2400" dirty="0">
                <a:latin typeface="Calibri" panose="020F0502020204030204"/>
                <a:cs typeface="Calibri" panose="020F0502020204030204"/>
              </a:rPr>
              <a:t>or</a:t>
            </a:r>
            <a:r>
              <a:rPr sz="2400" spc="-30" dirty="0">
                <a:latin typeface="Calibri" panose="020F0502020204030204"/>
                <a:cs typeface="Calibri" panose="020F0502020204030204"/>
              </a:rPr>
              <a:t> </a:t>
            </a:r>
            <a:r>
              <a:rPr sz="2400" dirty="0">
                <a:latin typeface="Calibri" panose="020F0502020204030204"/>
                <a:cs typeface="Calibri" panose="020F0502020204030204"/>
              </a:rPr>
              <a:t>data</a:t>
            </a:r>
            <a:r>
              <a:rPr sz="2400" spc="-45" dirty="0">
                <a:latin typeface="Calibri" panose="020F0502020204030204"/>
                <a:cs typeface="Calibri" panose="020F0502020204030204"/>
              </a:rPr>
              <a:t> </a:t>
            </a:r>
            <a:r>
              <a:rPr sz="2400" spc="-10" dirty="0">
                <a:latin typeface="Calibri" panose="020F0502020204030204"/>
                <a:cs typeface="Calibri" panose="020F0502020204030204"/>
              </a:rPr>
              <a:t>exploration</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Python</a:t>
            </a:r>
            <a:r>
              <a:rPr sz="2400" spc="-10" dirty="0">
                <a:latin typeface="Calibri" panose="020F0502020204030204"/>
                <a:cs typeface="Calibri" panose="020F0502020204030204"/>
              </a:rPr>
              <a:t> </a:t>
            </a:r>
            <a:r>
              <a:rPr sz="2400" dirty="0">
                <a:latin typeface="Calibri" panose="020F0502020204030204"/>
                <a:cs typeface="Calibri" panose="020F0502020204030204"/>
              </a:rPr>
              <a:t>or </a:t>
            </a:r>
            <a:r>
              <a:rPr sz="2400" spc="-10" dirty="0">
                <a:latin typeface="Calibri" panose="020F0502020204030204"/>
                <a:cs typeface="Calibri" panose="020F0502020204030204"/>
              </a:rPr>
              <a:t>Scala</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1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20" dirty="0">
                <a:latin typeface="Calibri" panose="020F0502020204030204"/>
                <a:cs typeface="Calibri" panose="020F0502020204030204"/>
              </a:rPr>
              <a:t> </a:t>
            </a:r>
            <a:r>
              <a:rPr sz="2400" b="1" spc="-10" dirty="0">
                <a:latin typeface="Calibri" panose="020F0502020204030204"/>
                <a:cs typeface="Calibri" panose="020F0502020204030204"/>
              </a:rPr>
              <a:t>applications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For</a:t>
            </a:r>
            <a:r>
              <a:rPr sz="2400" spc="-90" dirty="0">
                <a:latin typeface="Calibri" panose="020F0502020204030204"/>
                <a:cs typeface="Calibri" panose="020F0502020204030204"/>
              </a:rPr>
              <a:t> </a:t>
            </a:r>
            <a:r>
              <a:rPr sz="2400" dirty="0">
                <a:latin typeface="Calibri" panose="020F0502020204030204"/>
                <a:cs typeface="Calibri" panose="020F0502020204030204"/>
              </a:rPr>
              <a:t>large</a:t>
            </a:r>
            <a:r>
              <a:rPr sz="2400" spc="-70" dirty="0">
                <a:latin typeface="Calibri" panose="020F0502020204030204"/>
                <a:cs typeface="Calibri" panose="020F0502020204030204"/>
              </a:rPr>
              <a:t> </a:t>
            </a:r>
            <a:r>
              <a:rPr sz="2400" dirty="0">
                <a:latin typeface="Calibri" panose="020F0502020204030204"/>
                <a:cs typeface="Calibri" panose="020F0502020204030204"/>
              </a:rPr>
              <a:t>scale</a:t>
            </a:r>
            <a:r>
              <a:rPr sz="2400" spc="-75" dirty="0">
                <a:latin typeface="Calibri" panose="020F0502020204030204"/>
                <a:cs typeface="Calibri" panose="020F0502020204030204"/>
              </a:rPr>
              <a:t> </a:t>
            </a:r>
            <a:r>
              <a:rPr sz="2400" dirty="0">
                <a:latin typeface="Calibri" panose="020F0502020204030204"/>
                <a:cs typeface="Calibri" panose="020F0502020204030204"/>
              </a:rPr>
              <a:t>data</a:t>
            </a:r>
            <a:r>
              <a:rPr sz="2400" spc="-85" dirty="0">
                <a:latin typeface="Calibri" panose="020F0502020204030204"/>
                <a:cs typeface="Calibri" panose="020F0502020204030204"/>
              </a:rPr>
              <a:t> </a:t>
            </a:r>
            <a:r>
              <a:rPr sz="2400" spc="-10" dirty="0">
                <a:latin typeface="Calibri" panose="020F0502020204030204"/>
                <a:cs typeface="Calibri" panose="020F0502020204030204"/>
              </a:rPr>
              <a:t>process</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xfrm>
            <a:off x="670788" y="685800"/>
            <a:ext cx="7602270" cy="697230"/>
          </a:xfrm>
          <a:prstGeom prst="rect">
            <a:avLst/>
          </a:prstGeom>
        </p:spPr>
        <p:txBody>
          <a:bodyPr vert="horz" wrap="square" lIns="0" tIns="13335" rIns="0" bIns="0" rtlCol="0">
            <a:spAutoFit/>
          </a:bodyPr>
          <a:lstStyle/>
          <a:p>
            <a:pPr marL="2560320">
              <a:lnSpc>
                <a:spcPct val="100000"/>
              </a:lnSpc>
              <a:spcBef>
                <a:spcPts val="105"/>
              </a:spcBef>
            </a:pPr>
            <a:r>
              <a:rPr dirty="0"/>
              <a:t>Spark </a:t>
            </a:r>
            <a:r>
              <a:rPr spc="-10" dirty="0"/>
              <a:t>Shell</a:t>
            </a:r>
          </a:p>
        </p:txBody>
      </p:sp>
      <p:sp>
        <p:nvSpPr>
          <p:cNvPr id="3" name="object 3"/>
          <p:cNvSpPr txBox="1"/>
          <p:nvPr/>
        </p:nvSpPr>
        <p:spPr>
          <a:xfrm>
            <a:off x="764540" y="1694434"/>
            <a:ext cx="5808980" cy="29972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1800" b="1" dirty="0">
                <a:latin typeface="Calibri" panose="020F0502020204030204"/>
                <a:cs typeface="Calibri" panose="020F0502020204030204"/>
              </a:rPr>
              <a:t>The</a:t>
            </a:r>
            <a:r>
              <a:rPr sz="1800" b="1" spc="-25" dirty="0">
                <a:latin typeface="Calibri" panose="020F0502020204030204"/>
                <a:cs typeface="Calibri" panose="020F0502020204030204"/>
              </a:rPr>
              <a:t> </a:t>
            </a:r>
            <a:r>
              <a:rPr sz="1800" b="1" dirty="0">
                <a:latin typeface="Calibri" panose="020F0502020204030204"/>
                <a:cs typeface="Calibri" panose="020F0502020204030204"/>
              </a:rPr>
              <a:t>Spark</a:t>
            </a:r>
            <a:r>
              <a:rPr sz="1800" b="1" spc="-35" dirty="0">
                <a:latin typeface="Calibri" panose="020F0502020204030204"/>
                <a:cs typeface="Calibri" panose="020F0502020204030204"/>
              </a:rPr>
              <a:t> </a:t>
            </a:r>
            <a:r>
              <a:rPr sz="1800" b="1" dirty="0">
                <a:latin typeface="Calibri" panose="020F0502020204030204"/>
                <a:cs typeface="Calibri" panose="020F0502020204030204"/>
              </a:rPr>
              <a:t>shell</a:t>
            </a:r>
            <a:r>
              <a:rPr sz="1800" b="1" spc="-55" dirty="0">
                <a:latin typeface="Calibri" panose="020F0502020204030204"/>
                <a:cs typeface="Calibri" panose="020F0502020204030204"/>
              </a:rPr>
              <a:t> </a:t>
            </a:r>
            <a:r>
              <a:rPr sz="1800" b="1" dirty="0">
                <a:latin typeface="Calibri" panose="020F0502020204030204"/>
                <a:cs typeface="Calibri" panose="020F0502020204030204"/>
              </a:rPr>
              <a:t>provides</a:t>
            </a:r>
            <a:r>
              <a:rPr sz="1800" b="1" spc="-35" dirty="0">
                <a:latin typeface="Calibri" panose="020F0502020204030204"/>
                <a:cs typeface="Calibri" panose="020F0502020204030204"/>
              </a:rPr>
              <a:t> </a:t>
            </a:r>
            <a:r>
              <a:rPr sz="1800" b="1" spc="-10" dirty="0">
                <a:latin typeface="Calibri" panose="020F0502020204030204"/>
                <a:cs typeface="Calibri" panose="020F0502020204030204"/>
              </a:rPr>
              <a:t>interactive</a:t>
            </a:r>
            <a:r>
              <a:rPr sz="1800" b="1" spc="-65" dirty="0">
                <a:latin typeface="Calibri" panose="020F0502020204030204"/>
                <a:cs typeface="Calibri" panose="020F0502020204030204"/>
              </a:rPr>
              <a:t> </a:t>
            </a:r>
            <a:r>
              <a:rPr sz="1800" b="1" dirty="0">
                <a:latin typeface="Calibri" panose="020F0502020204030204"/>
                <a:cs typeface="Calibri" panose="020F0502020204030204"/>
              </a:rPr>
              <a:t>data</a:t>
            </a:r>
            <a:r>
              <a:rPr sz="1800" b="1" spc="-40" dirty="0">
                <a:latin typeface="Calibri" panose="020F0502020204030204"/>
                <a:cs typeface="Calibri" panose="020F0502020204030204"/>
              </a:rPr>
              <a:t> </a:t>
            </a:r>
            <a:r>
              <a:rPr sz="1800" b="1" dirty="0">
                <a:latin typeface="Calibri" panose="020F0502020204030204"/>
                <a:cs typeface="Calibri" panose="020F0502020204030204"/>
              </a:rPr>
              <a:t>exploration</a:t>
            </a:r>
            <a:r>
              <a:rPr sz="1800" b="1" spc="-20" dirty="0">
                <a:latin typeface="Calibri" panose="020F0502020204030204"/>
                <a:cs typeface="Calibri" panose="020F0502020204030204"/>
              </a:rPr>
              <a:t> </a:t>
            </a:r>
            <a:r>
              <a:rPr sz="1800" b="1" spc="-10" dirty="0">
                <a:latin typeface="Calibri" panose="020F0502020204030204"/>
                <a:cs typeface="Calibri" panose="020F0502020204030204"/>
              </a:rPr>
              <a:t>(REPL)</a:t>
            </a:r>
            <a:endParaRPr sz="18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2643123" y="2705100"/>
            <a:ext cx="3657600" cy="3171825"/>
          </a:xfrm>
          <a:prstGeom prst="rect">
            <a:avLst/>
          </a:prstGeom>
        </p:spPr>
      </p:pic>
      <p:pic>
        <p:nvPicPr>
          <p:cNvPr id="5" name="Picture 4" descr="wingspan_logo.png"/>
          <p:cNvPicPr>
            <a:picLocks noChangeAspect="1"/>
          </p:cNvPicPr>
          <p:nvPr/>
        </p:nvPicPr>
        <p:blipFill>
          <a:blip r:embed="rId3"/>
          <a:stretch>
            <a:fillRect/>
          </a:stretch>
        </p:blipFill>
        <p:spPr>
          <a:xfrm>
            <a:off x="8394192" y="-12441"/>
            <a:ext cx="749808" cy="630936"/>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2826068" y="847276"/>
            <a:ext cx="3187065" cy="697230"/>
          </a:xfrm>
          <a:prstGeom prst="rect">
            <a:avLst/>
          </a:prstGeom>
        </p:spPr>
        <p:txBody>
          <a:bodyPr vert="horz" wrap="square" lIns="0" tIns="13335" rIns="0" bIns="0" rtlCol="0">
            <a:spAutoFit/>
          </a:bodyPr>
          <a:lstStyle/>
          <a:p>
            <a:pPr marL="12700">
              <a:lnSpc>
                <a:spcPct val="100000"/>
              </a:lnSpc>
              <a:spcBef>
                <a:spcPts val="105"/>
              </a:spcBef>
            </a:pPr>
            <a:r>
              <a:rPr dirty="0"/>
              <a:t>Spark </a:t>
            </a:r>
            <a:r>
              <a:rPr spc="-10" dirty="0"/>
              <a:t>Context</a:t>
            </a:r>
          </a:p>
        </p:txBody>
      </p:sp>
      <p:sp>
        <p:nvSpPr>
          <p:cNvPr id="3" name="object 3"/>
          <p:cNvSpPr txBox="1"/>
          <p:nvPr/>
        </p:nvSpPr>
        <p:spPr>
          <a:xfrm>
            <a:off x="612140" y="1794764"/>
            <a:ext cx="7169150" cy="1854835"/>
          </a:xfrm>
          <a:prstGeom prst="rect">
            <a:avLst/>
          </a:prstGeom>
        </p:spPr>
        <p:txBody>
          <a:bodyPr vert="horz" wrap="square" lIns="0" tIns="12700" rIns="0" bIns="0" rtlCol="0">
            <a:spAutoFit/>
          </a:bodyPr>
          <a:lstStyle/>
          <a:p>
            <a:pPr marL="12700">
              <a:lnSpc>
                <a:spcPts val="284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spc="-10" dirty="0">
                <a:latin typeface="Calibri" panose="020F0502020204030204"/>
                <a:cs typeface="Calibri" panose="020F0502020204030204"/>
              </a:rPr>
              <a:t>Every</a:t>
            </a:r>
            <a:r>
              <a:rPr sz="2400" b="1" spc="-5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5" dirty="0">
                <a:latin typeface="Calibri" panose="020F0502020204030204"/>
                <a:cs typeface="Calibri" panose="020F0502020204030204"/>
              </a:rPr>
              <a:t> </a:t>
            </a:r>
            <a:r>
              <a:rPr sz="2400" b="1" dirty="0">
                <a:latin typeface="Calibri" panose="020F0502020204030204"/>
                <a:cs typeface="Calibri" panose="020F0502020204030204"/>
              </a:rPr>
              <a:t>application</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requires</a:t>
            </a:r>
            <a:r>
              <a:rPr sz="2400" b="1" spc="-40" dirty="0">
                <a:latin typeface="Calibri" panose="020F0502020204030204"/>
                <a:cs typeface="Calibri" panose="020F0502020204030204"/>
              </a:rPr>
              <a:t> </a:t>
            </a:r>
            <a:r>
              <a:rPr sz="2400" b="1" dirty="0">
                <a:latin typeface="Calibri" panose="020F0502020204030204"/>
                <a:cs typeface="Calibri" panose="020F0502020204030204"/>
              </a:rPr>
              <a:t>a</a:t>
            </a:r>
            <a:r>
              <a:rPr sz="2400" b="1" spc="-5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context</a:t>
            </a:r>
            <a:endParaRPr sz="2400">
              <a:latin typeface="Calibri" panose="020F0502020204030204"/>
              <a:cs typeface="Calibri" panose="020F0502020204030204"/>
            </a:endParaRPr>
          </a:p>
          <a:p>
            <a:pPr marL="12700">
              <a:lnSpc>
                <a:spcPts val="2840"/>
              </a:lnSpc>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dirty="0">
                <a:latin typeface="Calibri" panose="020F0502020204030204"/>
                <a:cs typeface="Calibri" panose="020F0502020204030204"/>
              </a:rPr>
              <a:t>The</a:t>
            </a:r>
            <a:r>
              <a:rPr sz="2400" spc="-25" dirty="0">
                <a:latin typeface="Calibri" panose="020F0502020204030204"/>
                <a:cs typeface="Calibri" panose="020F0502020204030204"/>
              </a:rPr>
              <a:t> </a:t>
            </a:r>
            <a:r>
              <a:rPr sz="2400" dirty="0">
                <a:latin typeface="Calibri" panose="020F0502020204030204"/>
                <a:cs typeface="Calibri" panose="020F0502020204030204"/>
              </a:rPr>
              <a:t>main</a:t>
            </a:r>
            <a:r>
              <a:rPr sz="2400" spc="-40" dirty="0">
                <a:latin typeface="Calibri" panose="020F0502020204030204"/>
                <a:cs typeface="Calibri" panose="020F0502020204030204"/>
              </a:rPr>
              <a:t> </a:t>
            </a:r>
            <a:r>
              <a:rPr sz="2400" dirty="0">
                <a:latin typeface="Calibri" panose="020F0502020204030204"/>
                <a:cs typeface="Calibri" panose="020F0502020204030204"/>
              </a:rPr>
              <a:t>entry</a:t>
            </a:r>
            <a:r>
              <a:rPr sz="2400" spc="-40" dirty="0">
                <a:latin typeface="Calibri" panose="020F0502020204030204"/>
                <a:cs typeface="Calibri" panose="020F0502020204030204"/>
              </a:rPr>
              <a:t> </a:t>
            </a:r>
            <a:r>
              <a:rPr sz="2400" dirty="0">
                <a:latin typeface="Calibri" panose="020F0502020204030204"/>
                <a:cs typeface="Calibri" panose="020F0502020204030204"/>
              </a:rPr>
              <a:t>point</a:t>
            </a:r>
            <a:r>
              <a:rPr sz="2400" spc="-30" dirty="0">
                <a:latin typeface="Calibri" panose="020F0502020204030204"/>
                <a:cs typeface="Calibri" panose="020F0502020204030204"/>
              </a:rPr>
              <a:t> </a:t>
            </a:r>
            <a:r>
              <a:rPr sz="2400" dirty="0">
                <a:latin typeface="Calibri" panose="020F0502020204030204"/>
                <a:cs typeface="Calibri" panose="020F0502020204030204"/>
              </a:rPr>
              <a:t>to</a:t>
            </a:r>
            <a:r>
              <a:rPr sz="2400" spc="-35"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dirty="0">
                <a:latin typeface="Calibri" panose="020F0502020204030204"/>
                <a:cs typeface="Calibri" panose="020F0502020204030204"/>
              </a:rPr>
              <a:t>Spark</a:t>
            </a:r>
            <a:r>
              <a:rPr sz="2400" spc="-30" dirty="0">
                <a:latin typeface="Calibri" panose="020F0502020204030204"/>
                <a:cs typeface="Calibri" panose="020F0502020204030204"/>
              </a:rPr>
              <a:t> </a:t>
            </a:r>
            <a:r>
              <a:rPr sz="2400" spc="-25" dirty="0">
                <a:latin typeface="Calibri" panose="020F0502020204030204"/>
                <a:cs typeface="Calibri" panose="020F0502020204030204"/>
              </a:rPr>
              <a:t>API</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marR="5080">
              <a:lnSpc>
                <a:spcPct val="100000"/>
              </a:lnSpc>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The</a:t>
            </a:r>
            <a:r>
              <a:rPr sz="2400" b="1" spc="-3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0" dirty="0">
                <a:latin typeface="Calibri" panose="020F0502020204030204"/>
                <a:cs typeface="Calibri" panose="020F0502020204030204"/>
              </a:rPr>
              <a:t> </a:t>
            </a:r>
            <a:r>
              <a:rPr sz="2400" b="1" dirty="0">
                <a:latin typeface="Calibri" panose="020F0502020204030204"/>
                <a:cs typeface="Calibri" panose="020F0502020204030204"/>
              </a:rPr>
              <a:t>shell</a:t>
            </a:r>
            <a:r>
              <a:rPr sz="2400" b="1" spc="-20" dirty="0">
                <a:latin typeface="Calibri" panose="020F0502020204030204"/>
                <a:cs typeface="Calibri" panose="020F0502020204030204"/>
              </a:rPr>
              <a:t> </a:t>
            </a:r>
            <a:r>
              <a:rPr sz="2400" b="1" dirty="0">
                <a:latin typeface="Calibri" panose="020F0502020204030204"/>
                <a:cs typeface="Calibri" panose="020F0502020204030204"/>
              </a:rPr>
              <a:t>provides</a:t>
            </a:r>
            <a:r>
              <a:rPr sz="2400" b="1" spc="-35" dirty="0">
                <a:latin typeface="Calibri" panose="020F0502020204030204"/>
                <a:cs typeface="Calibri" panose="020F0502020204030204"/>
              </a:rPr>
              <a:t> </a:t>
            </a:r>
            <a:r>
              <a:rPr sz="2400" b="1" dirty="0">
                <a:latin typeface="Calibri" panose="020F0502020204030204"/>
                <a:cs typeface="Calibri" panose="020F0502020204030204"/>
              </a:rPr>
              <a:t>a</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preconfigured</a:t>
            </a:r>
            <a:r>
              <a:rPr sz="2400" b="1" spc="-4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context </a:t>
            </a:r>
            <a:r>
              <a:rPr sz="2400" b="1" dirty="0">
                <a:latin typeface="Calibri" panose="020F0502020204030204"/>
                <a:cs typeface="Calibri" panose="020F0502020204030204"/>
              </a:rPr>
              <a:t>called</a:t>
            </a:r>
            <a:r>
              <a:rPr sz="2400" b="1" spc="-80" dirty="0">
                <a:latin typeface="Calibri" panose="020F0502020204030204"/>
                <a:cs typeface="Calibri" panose="020F0502020204030204"/>
              </a:rPr>
              <a:t> </a:t>
            </a:r>
            <a:r>
              <a:rPr sz="2400" b="1" spc="-25" dirty="0">
                <a:latin typeface="Calibri" panose="020F0502020204030204"/>
                <a:cs typeface="Calibri" panose="020F0502020204030204"/>
              </a:rPr>
              <a:t>sc</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3141" y="471291"/>
            <a:ext cx="8057718" cy="1244600"/>
          </a:xfrm>
          <a:prstGeom prst="rect">
            <a:avLst/>
          </a:prstGeom>
        </p:spPr>
        <p:txBody>
          <a:bodyPr vert="horz" wrap="square" lIns="0" tIns="283083" rIns="0" bIns="0" rtlCol="0">
            <a:spAutoFit/>
          </a:bodyPr>
          <a:lstStyle/>
          <a:p>
            <a:pPr marL="64135">
              <a:lnSpc>
                <a:spcPct val="100000"/>
              </a:lnSpc>
              <a:spcBef>
                <a:spcPts val="105"/>
              </a:spcBef>
            </a:pPr>
            <a:r>
              <a:rPr dirty="0"/>
              <a:t>RDD</a:t>
            </a:r>
            <a:r>
              <a:rPr spc="-114" dirty="0"/>
              <a:t> </a:t>
            </a:r>
            <a:r>
              <a:rPr dirty="0"/>
              <a:t>(Resilient</a:t>
            </a:r>
            <a:r>
              <a:rPr spc="-110" dirty="0"/>
              <a:t> </a:t>
            </a:r>
            <a:r>
              <a:rPr dirty="0"/>
              <a:t>Distributed</a:t>
            </a:r>
            <a:r>
              <a:rPr spc="-114" dirty="0"/>
              <a:t> </a:t>
            </a:r>
            <a:r>
              <a:rPr spc="-10" dirty="0"/>
              <a:t>Dataset)</a:t>
            </a:r>
          </a:p>
        </p:txBody>
      </p:sp>
      <p:sp>
        <p:nvSpPr>
          <p:cNvPr id="3" name="object 3"/>
          <p:cNvSpPr txBox="1"/>
          <p:nvPr/>
        </p:nvSpPr>
        <p:spPr>
          <a:xfrm>
            <a:off x="764540" y="1873122"/>
            <a:ext cx="7331075" cy="4049395"/>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panose="020F0502020204030204"/>
                <a:cs typeface="Calibri" panose="020F0502020204030204"/>
              </a:rPr>
              <a:t>RDD</a:t>
            </a:r>
            <a:r>
              <a:rPr sz="2400" b="1" spc="-105" dirty="0">
                <a:latin typeface="Calibri" panose="020F0502020204030204"/>
                <a:cs typeface="Calibri" panose="020F0502020204030204"/>
              </a:rPr>
              <a:t> </a:t>
            </a:r>
            <a:r>
              <a:rPr sz="2400" b="1" dirty="0">
                <a:latin typeface="Calibri" panose="020F0502020204030204"/>
                <a:cs typeface="Calibri" panose="020F0502020204030204"/>
              </a:rPr>
              <a:t>(Resilient</a:t>
            </a:r>
            <a:r>
              <a:rPr sz="2400" b="1" spc="-80" dirty="0">
                <a:latin typeface="Calibri" panose="020F0502020204030204"/>
                <a:cs typeface="Calibri" panose="020F0502020204030204"/>
              </a:rPr>
              <a:t> </a:t>
            </a:r>
            <a:r>
              <a:rPr sz="2400" b="1" dirty="0">
                <a:latin typeface="Calibri" panose="020F0502020204030204"/>
                <a:cs typeface="Calibri" panose="020F0502020204030204"/>
              </a:rPr>
              <a:t>Distributed</a:t>
            </a:r>
            <a:r>
              <a:rPr sz="2400" b="1" spc="-85" dirty="0">
                <a:latin typeface="Calibri" panose="020F0502020204030204"/>
                <a:cs typeface="Calibri" panose="020F0502020204030204"/>
              </a:rPr>
              <a:t> </a:t>
            </a:r>
            <a:r>
              <a:rPr sz="2400" b="1" spc="-10" dirty="0">
                <a:latin typeface="Calibri" panose="020F0502020204030204"/>
                <a:cs typeface="Calibri" panose="020F0502020204030204"/>
              </a:rPr>
              <a:t>Dataset)</a:t>
            </a:r>
            <a:endParaRPr sz="2400" dirty="0">
              <a:latin typeface="Calibri" panose="020F0502020204030204"/>
              <a:cs typeface="Calibri" panose="020F0502020204030204"/>
            </a:endParaRPr>
          </a:p>
          <a:p>
            <a:pPr marL="232410" indent="-219710">
              <a:lnSpc>
                <a:spcPts val="2840"/>
              </a:lnSpc>
              <a:buChar char="–"/>
              <a:tabLst>
                <a:tab pos="232410" algn="l"/>
              </a:tabLst>
            </a:pPr>
            <a:r>
              <a:rPr sz="2400" spc="-10" dirty="0">
                <a:latin typeface="Calibri" panose="020F0502020204030204"/>
                <a:cs typeface="Calibri" panose="020F0502020204030204"/>
              </a:rPr>
              <a:t>Resilient:</a:t>
            </a:r>
            <a:r>
              <a:rPr sz="2400" spc="-65" dirty="0">
                <a:latin typeface="Calibri" panose="020F0502020204030204"/>
                <a:cs typeface="Calibri" panose="020F0502020204030204"/>
              </a:rPr>
              <a:t> </a:t>
            </a:r>
            <a:r>
              <a:rPr sz="2400" dirty="0">
                <a:latin typeface="Calibri" panose="020F0502020204030204"/>
                <a:cs typeface="Calibri" panose="020F0502020204030204"/>
              </a:rPr>
              <a:t>If</a:t>
            </a:r>
            <a:r>
              <a:rPr sz="2400" spc="-35" dirty="0">
                <a:latin typeface="Calibri" panose="020F0502020204030204"/>
                <a:cs typeface="Calibri" panose="020F0502020204030204"/>
              </a:rPr>
              <a:t> </a:t>
            </a:r>
            <a:r>
              <a:rPr sz="2400" dirty="0">
                <a:latin typeface="Calibri" panose="020F0502020204030204"/>
                <a:cs typeface="Calibri" panose="020F0502020204030204"/>
              </a:rPr>
              <a:t>data</a:t>
            </a:r>
            <a:r>
              <a:rPr sz="2400" spc="-35" dirty="0">
                <a:latin typeface="Calibri" panose="020F0502020204030204"/>
                <a:cs typeface="Calibri" panose="020F0502020204030204"/>
              </a:rPr>
              <a:t> </a:t>
            </a:r>
            <a:r>
              <a:rPr sz="2400" dirty="0">
                <a:latin typeface="Calibri" panose="020F0502020204030204"/>
                <a:cs typeface="Calibri" panose="020F0502020204030204"/>
              </a:rPr>
              <a:t>in</a:t>
            </a:r>
            <a:r>
              <a:rPr sz="2400" spc="-35" dirty="0">
                <a:latin typeface="Calibri" panose="020F0502020204030204"/>
                <a:cs typeface="Calibri" panose="020F0502020204030204"/>
              </a:rPr>
              <a:t> </a:t>
            </a:r>
            <a:r>
              <a:rPr sz="2400" dirty="0">
                <a:latin typeface="Calibri" panose="020F0502020204030204"/>
                <a:cs typeface="Calibri" panose="020F0502020204030204"/>
              </a:rPr>
              <a:t>memory</a:t>
            </a:r>
            <a:r>
              <a:rPr sz="2400" spc="-45" dirty="0">
                <a:latin typeface="Calibri" panose="020F0502020204030204"/>
                <a:cs typeface="Calibri" panose="020F0502020204030204"/>
              </a:rPr>
              <a:t> </a:t>
            </a:r>
            <a:r>
              <a:rPr sz="2400" dirty="0">
                <a:latin typeface="Calibri" panose="020F0502020204030204"/>
                <a:cs typeface="Calibri" panose="020F0502020204030204"/>
              </a:rPr>
              <a:t>is</a:t>
            </a:r>
            <a:r>
              <a:rPr sz="2400" spc="-30" dirty="0">
                <a:latin typeface="Calibri" panose="020F0502020204030204"/>
                <a:cs typeface="Calibri" panose="020F0502020204030204"/>
              </a:rPr>
              <a:t> </a:t>
            </a:r>
            <a:r>
              <a:rPr sz="2400" dirty="0">
                <a:latin typeface="Calibri" panose="020F0502020204030204"/>
                <a:cs typeface="Calibri" panose="020F0502020204030204"/>
              </a:rPr>
              <a:t>lost,</a:t>
            </a:r>
            <a:r>
              <a:rPr sz="2400" spc="-30" dirty="0">
                <a:latin typeface="Calibri" panose="020F0502020204030204"/>
                <a:cs typeface="Calibri" panose="020F0502020204030204"/>
              </a:rPr>
              <a:t> </a:t>
            </a:r>
            <a:r>
              <a:rPr sz="2400" dirty="0">
                <a:latin typeface="Calibri" panose="020F0502020204030204"/>
                <a:cs typeface="Calibri" panose="020F0502020204030204"/>
              </a:rPr>
              <a:t>it</a:t>
            </a:r>
            <a:r>
              <a:rPr sz="2400" spc="-45" dirty="0">
                <a:latin typeface="Calibri" panose="020F0502020204030204"/>
                <a:cs typeface="Calibri" panose="020F0502020204030204"/>
              </a:rPr>
              <a:t> </a:t>
            </a:r>
            <a:r>
              <a:rPr sz="2400" dirty="0">
                <a:latin typeface="Calibri" panose="020F0502020204030204"/>
                <a:cs typeface="Calibri" panose="020F0502020204030204"/>
              </a:rPr>
              <a:t>can</a:t>
            </a:r>
            <a:r>
              <a:rPr sz="2400" spc="-40" dirty="0">
                <a:latin typeface="Calibri" panose="020F0502020204030204"/>
                <a:cs typeface="Calibri" panose="020F0502020204030204"/>
              </a:rPr>
              <a:t> </a:t>
            </a:r>
            <a:r>
              <a:rPr sz="2400" dirty="0">
                <a:latin typeface="Calibri" panose="020F0502020204030204"/>
                <a:cs typeface="Calibri" panose="020F0502020204030204"/>
              </a:rPr>
              <a:t>be</a:t>
            </a:r>
            <a:r>
              <a:rPr sz="2400" spc="-25" dirty="0">
                <a:latin typeface="Calibri" panose="020F0502020204030204"/>
                <a:cs typeface="Calibri" panose="020F0502020204030204"/>
              </a:rPr>
              <a:t> </a:t>
            </a:r>
            <a:r>
              <a:rPr sz="2400" spc="-10" dirty="0">
                <a:latin typeface="Calibri" panose="020F0502020204030204"/>
                <a:cs typeface="Calibri" panose="020F0502020204030204"/>
              </a:rPr>
              <a:t>recreated</a:t>
            </a:r>
            <a:endParaRPr sz="2400" dirty="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Distributed:</a:t>
            </a:r>
            <a:r>
              <a:rPr sz="2400" spc="-100" dirty="0">
                <a:latin typeface="Calibri" panose="020F0502020204030204"/>
                <a:cs typeface="Calibri" panose="020F0502020204030204"/>
              </a:rPr>
              <a:t> </a:t>
            </a:r>
            <a:r>
              <a:rPr sz="2400" dirty="0">
                <a:latin typeface="Calibri" panose="020F0502020204030204"/>
                <a:cs typeface="Calibri" panose="020F0502020204030204"/>
              </a:rPr>
              <a:t>Processed</a:t>
            </a:r>
            <a:r>
              <a:rPr sz="2400" spc="-85" dirty="0">
                <a:latin typeface="Calibri" panose="020F0502020204030204"/>
                <a:cs typeface="Calibri" panose="020F0502020204030204"/>
              </a:rPr>
              <a:t> </a:t>
            </a:r>
            <a:r>
              <a:rPr sz="2400" dirty="0">
                <a:latin typeface="Calibri" panose="020F0502020204030204"/>
                <a:cs typeface="Calibri" panose="020F0502020204030204"/>
              </a:rPr>
              <a:t>across</a:t>
            </a:r>
            <a:r>
              <a:rPr sz="2400" spc="-90" dirty="0">
                <a:latin typeface="Calibri" panose="020F0502020204030204"/>
                <a:cs typeface="Calibri" panose="020F0502020204030204"/>
              </a:rPr>
              <a:t> </a:t>
            </a:r>
            <a:r>
              <a:rPr sz="2400" dirty="0">
                <a:latin typeface="Calibri" panose="020F0502020204030204"/>
                <a:cs typeface="Calibri" panose="020F0502020204030204"/>
              </a:rPr>
              <a:t>the</a:t>
            </a:r>
            <a:r>
              <a:rPr sz="2400" spc="-100" dirty="0">
                <a:latin typeface="Calibri" panose="020F0502020204030204"/>
                <a:cs typeface="Calibri" panose="020F0502020204030204"/>
              </a:rPr>
              <a:t> </a:t>
            </a:r>
            <a:r>
              <a:rPr sz="2400" spc="-10" dirty="0">
                <a:latin typeface="Calibri" panose="020F0502020204030204"/>
                <a:cs typeface="Calibri" panose="020F0502020204030204"/>
              </a:rPr>
              <a:t>cluster</a:t>
            </a:r>
            <a:endParaRPr sz="2400" dirty="0">
              <a:latin typeface="Calibri" panose="020F0502020204030204"/>
              <a:cs typeface="Calibri" panose="020F0502020204030204"/>
            </a:endParaRPr>
          </a:p>
          <a:p>
            <a:pPr marL="12700" marR="5080">
              <a:lnSpc>
                <a:spcPct val="100000"/>
              </a:lnSpc>
              <a:spcBef>
                <a:spcPts val="85"/>
              </a:spcBef>
            </a:pPr>
            <a:r>
              <a:rPr sz="2400" spc="-10" dirty="0">
                <a:latin typeface="Calibri" panose="020F0502020204030204"/>
                <a:cs typeface="Calibri" panose="020F0502020204030204"/>
              </a:rPr>
              <a:t>–</a:t>
            </a:r>
            <a:r>
              <a:rPr sz="2400" dirty="0">
                <a:latin typeface="Calibri" panose="020F0502020204030204"/>
                <a:cs typeface="Calibri" panose="020F0502020204030204"/>
              </a:rPr>
              <a:t>Dataset:</a:t>
            </a:r>
            <a:r>
              <a:rPr sz="2400" spc="-55" dirty="0">
                <a:latin typeface="Calibri" panose="020F0502020204030204"/>
                <a:cs typeface="Calibri" panose="020F0502020204030204"/>
              </a:rPr>
              <a:t> </a:t>
            </a:r>
            <a:r>
              <a:rPr sz="2400" dirty="0">
                <a:latin typeface="Calibri" panose="020F0502020204030204"/>
                <a:cs typeface="Calibri" panose="020F0502020204030204"/>
              </a:rPr>
              <a:t>Initial</a:t>
            </a:r>
            <a:r>
              <a:rPr sz="2400" spc="-45" dirty="0">
                <a:latin typeface="Calibri" panose="020F0502020204030204"/>
                <a:cs typeface="Calibri" panose="020F0502020204030204"/>
              </a:rPr>
              <a:t> </a:t>
            </a:r>
            <a:r>
              <a:rPr sz="2400" dirty="0">
                <a:latin typeface="Calibri" panose="020F0502020204030204"/>
                <a:cs typeface="Calibri" panose="020F0502020204030204"/>
              </a:rPr>
              <a:t>data</a:t>
            </a:r>
            <a:r>
              <a:rPr sz="2400" spc="-45" dirty="0">
                <a:latin typeface="Calibri" panose="020F0502020204030204"/>
                <a:cs typeface="Calibri" panose="020F0502020204030204"/>
              </a:rPr>
              <a:t> </a:t>
            </a:r>
            <a:r>
              <a:rPr sz="2400" dirty="0">
                <a:latin typeface="Calibri" panose="020F0502020204030204"/>
                <a:cs typeface="Calibri" panose="020F0502020204030204"/>
              </a:rPr>
              <a:t>can</a:t>
            </a:r>
            <a:r>
              <a:rPr sz="2400" spc="-45" dirty="0">
                <a:latin typeface="Calibri" panose="020F0502020204030204"/>
                <a:cs typeface="Calibri" panose="020F0502020204030204"/>
              </a:rPr>
              <a:t> </a:t>
            </a:r>
            <a:r>
              <a:rPr sz="2400" dirty="0">
                <a:latin typeface="Calibri" panose="020F0502020204030204"/>
                <a:cs typeface="Calibri" panose="020F0502020204030204"/>
              </a:rPr>
              <a:t>come</a:t>
            </a:r>
            <a:r>
              <a:rPr sz="2400" spc="-40" dirty="0">
                <a:latin typeface="Calibri" panose="020F0502020204030204"/>
                <a:cs typeface="Calibri" panose="020F0502020204030204"/>
              </a:rPr>
              <a:t> </a:t>
            </a:r>
            <a:r>
              <a:rPr sz="2400" dirty="0">
                <a:latin typeface="Calibri" panose="020F0502020204030204"/>
                <a:cs typeface="Calibri" panose="020F0502020204030204"/>
              </a:rPr>
              <a:t>from</a:t>
            </a:r>
            <a:r>
              <a:rPr sz="2400" spc="-30"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dirty="0">
                <a:latin typeface="Calibri" panose="020F0502020204030204"/>
                <a:cs typeface="Calibri" panose="020F0502020204030204"/>
              </a:rPr>
              <a:t>source</a:t>
            </a:r>
            <a:r>
              <a:rPr sz="2400" spc="-20" dirty="0">
                <a:latin typeface="Calibri" panose="020F0502020204030204"/>
                <a:cs typeface="Calibri" panose="020F0502020204030204"/>
              </a:rPr>
              <a:t> </a:t>
            </a:r>
            <a:r>
              <a:rPr sz="2400" dirty="0">
                <a:latin typeface="Calibri" panose="020F0502020204030204"/>
                <a:cs typeface="Calibri" panose="020F0502020204030204"/>
              </a:rPr>
              <a:t>such</a:t>
            </a:r>
            <a:r>
              <a:rPr sz="2400" spc="-35" dirty="0">
                <a:latin typeface="Calibri" panose="020F0502020204030204"/>
                <a:cs typeface="Calibri" panose="020F0502020204030204"/>
              </a:rPr>
              <a:t> </a:t>
            </a:r>
            <a:r>
              <a:rPr sz="2400" dirty="0">
                <a:latin typeface="Calibri" panose="020F0502020204030204"/>
                <a:cs typeface="Calibri" panose="020F0502020204030204"/>
              </a:rPr>
              <a:t>as</a:t>
            </a:r>
            <a:r>
              <a:rPr sz="2400" spc="-45"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spc="-10" dirty="0">
                <a:latin typeface="Calibri" panose="020F0502020204030204"/>
                <a:cs typeface="Calibri" panose="020F0502020204030204"/>
              </a:rPr>
              <a:t>file, </a:t>
            </a:r>
            <a:r>
              <a:rPr sz="2400" dirty="0">
                <a:latin typeface="Calibri" panose="020F0502020204030204"/>
                <a:cs typeface="Calibri" panose="020F0502020204030204"/>
              </a:rPr>
              <a:t>or</a:t>
            </a:r>
            <a:r>
              <a:rPr sz="2400" spc="-20" dirty="0">
                <a:latin typeface="Calibri" panose="020F0502020204030204"/>
                <a:cs typeface="Calibri" panose="020F0502020204030204"/>
              </a:rPr>
              <a:t> </a:t>
            </a:r>
            <a:r>
              <a:rPr sz="2400" dirty="0">
                <a:latin typeface="Calibri" panose="020F0502020204030204"/>
                <a:cs typeface="Calibri" panose="020F0502020204030204"/>
              </a:rPr>
              <a:t>it</a:t>
            </a:r>
            <a:r>
              <a:rPr sz="2400" spc="-35" dirty="0">
                <a:latin typeface="Calibri" panose="020F0502020204030204"/>
                <a:cs typeface="Calibri" panose="020F0502020204030204"/>
              </a:rPr>
              <a:t> </a:t>
            </a:r>
            <a:r>
              <a:rPr sz="2400" dirty="0">
                <a:latin typeface="Calibri" panose="020F0502020204030204"/>
                <a:cs typeface="Calibri" panose="020F0502020204030204"/>
              </a:rPr>
              <a:t>can</a:t>
            </a:r>
            <a:r>
              <a:rPr sz="2400" spc="-15" dirty="0">
                <a:latin typeface="Calibri" panose="020F0502020204030204"/>
                <a:cs typeface="Calibri" panose="020F0502020204030204"/>
              </a:rPr>
              <a:t> </a:t>
            </a:r>
            <a:r>
              <a:rPr sz="2400" spc="-25" dirty="0">
                <a:latin typeface="Calibri" panose="020F0502020204030204"/>
                <a:cs typeface="Calibri" panose="020F0502020204030204"/>
              </a:rPr>
              <a:t>be</a:t>
            </a:r>
            <a:endParaRPr sz="2400" dirty="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created</a:t>
            </a:r>
            <a:r>
              <a:rPr sz="2400" spc="-135" dirty="0">
                <a:latin typeface="Calibri" panose="020F0502020204030204"/>
                <a:cs typeface="Calibri" panose="020F0502020204030204"/>
              </a:rPr>
              <a:t> </a:t>
            </a:r>
            <a:r>
              <a:rPr sz="2400" spc="-10" dirty="0">
                <a:latin typeface="Calibri" panose="020F0502020204030204"/>
                <a:cs typeface="Calibri" panose="020F0502020204030204"/>
              </a:rPr>
              <a:t>programmatically</a:t>
            </a:r>
            <a:endParaRPr sz="2400" dirty="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RDDs</a:t>
            </a:r>
            <a:r>
              <a:rPr sz="2400" b="1" spc="-55" dirty="0">
                <a:latin typeface="Calibri" panose="020F0502020204030204"/>
                <a:cs typeface="Calibri" panose="020F0502020204030204"/>
              </a:rPr>
              <a:t> </a:t>
            </a:r>
            <a:r>
              <a:rPr sz="2400" b="1" dirty="0">
                <a:latin typeface="Calibri" panose="020F0502020204030204"/>
                <a:cs typeface="Calibri" panose="020F0502020204030204"/>
              </a:rPr>
              <a:t>are</a:t>
            </a:r>
            <a:r>
              <a:rPr sz="2400" b="1" spc="-45" dirty="0">
                <a:latin typeface="Calibri" panose="020F0502020204030204"/>
                <a:cs typeface="Calibri" panose="020F0502020204030204"/>
              </a:rPr>
              <a:t> </a:t>
            </a:r>
            <a:r>
              <a:rPr sz="2400" b="1" dirty="0">
                <a:latin typeface="Calibri" panose="020F0502020204030204"/>
                <a:cs typeface="Calibri" panose="020F0502020204030204"/>
              </a:rPr>
              <a:t>the</a:t>
            </a:r>
            <a:r>
              <a:rPr sz="2400" b="1" spc="-35" dirty="0">
                <a:latin typeface="Calibri" panose="020F0502020204030204"/>
                <a:cs typeface="Calibri" panose="020F0502020204030204"/>
              </a:rPr>
              <a:t> </a:t>
            </a:r>
            <a:r>
              <a:rPr sz="2400" b="1" dirty="0">
                <a:latin typeface="Calibri" panose="020F0502020204030204"/>
                <a:cs typeface="Calibri" panose="020F0502020204030204"/>
              </a:rPr>
              <a:t>fundamental</a:t>
            </a:r>
            <a:r>
              <a:rPr sz="2400" b="1" spc="-25" dirty="0">
                <a:latin typeface="Calibri" panose="020F0502020204030204"/>
                <a:cs typeface="Calibri" panose="020F0502020204030204"/>
              </a:rPr>
              <a:t> </a:t>
            </a:r>
            <a:r>
              <a:rPr sz="2400" b="1" dirty="0">
                <a:latin typeface="Calibri" panose="020F0502020204030204"/>
                <a:cs typeface="Calibri" panose="020F0502020204030204"/>
              </a:rPr>
              <a:t>unit</a:t>
            </a:r>
            <a:r>
              <a:rPr sz="2400" b="1" spc="-40" dirty="0">
                <a:latin typeface="Calibri" panose="020F0502020204030204"/>
                <a:cs typeface="Calibri" panose="020F0502020204030204"/>
              </a:rPr>
              <a:t> </a:t>
            </a:r>
            <a:r>
              <a:rPr sz="2400" b="1" dirty="0">
                <a:latin typeface="Calibri" panose="020F0502020204030204"/>
                <a:cs typeface="Calibri" panose="020F0502020204030204"/>
              </a:rPr>
              <a:t>of</a:t>
            </a:r>
            <a:r>
              <a:rPr sz="2400" b="1" spc="-65" dirty="0">
                <a:latin typeface="Calibri" panose="020F0502020204030204"/>
                <a:cs typeface="Calibri" panose="020F0502020204030204"/>
              </a:rPr>
              <a:t> </a:t>
            </a:r>
            <a:r>
              <a:rPr sz="2400" b="1" dirty="0">
                <a:latin typeface="Calibri" panose="020F0502020204030204"/>
                <a:cs typeface="Calibri" panose="020F0502020204030204"/>
              </a:rPr>
              <a:t>data</a:t>
            </a:r>
            <a:r>
              <a:rPr sz="2400" b="1" spc="-30" dirty="0">
                <a:latin typeface="Calibri" panose="020F0502020204030204"/>
                <a:cs typeface="Calibri" panose="020F0502020204030204"/>
              </a:rPr>
              <a:t> </a:t>
            </a:r>
            <a:r>
              <a:rPr sz="2400" b="1" dirty="0">
                <a:latin typeface="Calibri" panose="020F0502020204030204"/>
                <a:cs typeface="Calibri" panose="020F0502020204030204"/>
              </a:rPr>
              <a:t>in</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Spark</a:t>
            </a:r>
            <a:endParaRPr sz="2400" dirty="0">
              <a:latin typeface="Calibri" panose="020F0502020204030204"/>
              <a:cs typeface="Calibri" panose="020F0502020204030204"/>
            </a:endParaRPr>
          </a:p>
          <a:p>
            <a:pPr marL="12700" marR="991235">
              <a:lnSpc>
                <a:spcPct val="100000"/>
              </a:lnSpc>
              <a:spcBef>
                <a:spcPts val="2885"/>
              </a:spcBef>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Most</a:t>
            </a:r>
            <a:r>
              <a:rPr sz="2400" b="1" spc="-4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programming</a:t>
            </a:r>
            <a:r>
              <a:rPr sz="2400" b="1" spc="-70" dirty="0">
                <a:latin typeface="Calibri" panose="020F0502020204030204"/>
                <a:cs typeface="Calibri" panose="020F0502020204030204"/>
              </a:rPr>
              <a:t> </a:t>
            </a:r>
            <a:r>
              <a:rPr sz="2400" b="1" dirty="0">
                <a:latin typeface="Calibri" panose="020F0502020204030204"/>
                <a:cs typeface="Calibri" panose="020F0502020204030204"/>
              </a:rPr>
              <a:t>consists</a:t>
            </a:r>
            <a:r>
              <a:rPr sz="2400" b="1" spc="-35" dirty="0">
                <a:latin typeface="Calibri" panose="020F0502020204030204"/>
                <a:cs typeface="Calibri" panose="020F0502020204030204"/>
              </a:rPr>
              <a:t> </a:t>
            </a:r>
            <a:r>
              <a:rPr sz="2400" b="1" dirty="0">
                <a:latin typeface="Calibri" panose="020F0502020204030204"/>
                <a:cs typeface="Calibri" panose="020F0502020204030204"/>
              </a:rPr>
              <a:t>of</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performing operations</a:t>
            </a:r>
            <a:r>
              <a:rPr sz="2400" b="1" spc="-45" dirty="0">
                <a:latin typeface="Calibri" panose="020F0502020204030204"/>
                <a:cs typeface="Calibri" panose="020F0502020204030204"/>
              </a:rPr>
              <a:t> </a:t>
            </a:r>
            <a:r>
              <a:rPr sz="2400" b="1" dirty="0">
                <a:latin typeface="Calibri" panose="020F0502020204030204"/>
                <a:cs typeface="Calibri" panose="020F0502020204030204"/>
              </a:rPr>
              <a:t>on</a:t>
            </a:r>
            <a:r>
              <a:rPr sz="2400" b="1" spc="-30" dirty="0">
                <a:latin typeface="Calibri" panose="020F0502020204030204"/>
                <a:cs typeface="Calibri" panose="020F0502020204030204"/>
              </a:rPr>
              <a:t> </a:t>
            </a:r>
            <a:r>
              <a:rPr sz="2400" b="1" spc="-20" dirty="0">
                <a:latin typeface="Calibri" panose="020F0502020204030204"/>
                <a:cs typeface="Calibri" panose="020F0502020204030204"/>
              </a:rPr>
              <a:t>RDDs</a:t>
            </a:r>
            <a:endParaRPr sz="2400" dirty="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58200" y="-32657"/>
            <a:ext cx="749808" cy="630936"/>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3141" y="494328"/>
            <a:ext cx="8057718" cy="1244600"/>
          </a:xfrm>
          <a:prstGeom prst="rect">
            <a:avLst/>
          </a:prstGeom>
        </p:spPr>
        <p:txBody>
          <a:bodyPr vert="horz" wrap="square" lIns="0" tIns="283083" rIns="0" bIns="0" rtlCol="0">
            <a:spAutoFit/>
          </a:bodyPr>
          <a:lstStyle/>
          <a:p>
            <a:pPr marL="2170430">
              <a:lnSpc>
                <a:spcPct val="100000"/>
              </a:lnSpc>
              <a:spcBef>
                <a:spcPts val="105"/>
              </a:spcBef>
            </a:pPr>
            <a:r>
              <a:rPr dirty="0"/>
              <a:t>Creating</a:t>
            </a:r>
            <a:r>
              <a:rPr spc="-70" dirty="0"/>
              <a:t> </a:t>
            </a:r>
            <a:r>
              <a:rPr dirty="0"/>
              <a:t>an</a:t>
            </a:r>
            <a:r>
              <a:rPr spc="-70" dirty="0"/>
              <a:t> </a:t>
            </a:r>
            <a:r>
              <a:rPr spc="-25" dirty="0"/>
              <a:t>RDD</a:t>
            </a:r>
          </a:p>
        </p:txBody>
      </p:sp>
      <p:sp>
        <p:nvSpPr>
          <p:cNvPr id="3" name="object 3"/>
          <p:cNvSpPr txBox="1"/>
          <p:nvPr/>
        </p:nvSpPr>
        <p:spPr>
          <a:xfrm>
            <a:off x="993444" y="1918538"/>
            <a:ext cx="3876040" cy="148907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Three</a:t>
            </a:r>
            <a:r>
              <a:rPr sz="2400" b="1" spc="-60" dirty="0">
                <a:latin typeface="Calibri" panose="020F0502020204030204"/>
                <a:cs typeface="Calibri" panose="020F0502020204030204"/>
              </a:rPr>
              <a:t> </a:t>
            </a:r>
            <a:r>
              <a:rPr sz="2400" b="1" dirty="0">
                <a:latin typeface="Calibri" panose="020F0502020204030204"/>
                <a:cs typeface="Calibri" panose="020F0502020204030204"/>
              </a:rPr>
              <a:t>ways</a:t>
            </a:r>
            <a:r>
              <a:rPr sz="2400" b="1" spc="-50" dirty="0">
                <a:latin typeface="Calibri" panose="020F0502020204030204"/>
                <a:cs typeface="Calibri" panose="020F0502020204030204"/>
              </a:rPr>
              <a:t> </a:t>
            </a:r>
            <a:r>
              <a:rPr sz="2400" b="1" dirty="0">
                <a:latin typeface="Calibri" panose="020F0502020204030204"/>
                <a:cs typeface="Calibri" panose="020F0502020204030204"/>
              </a:rPr>
              <a:t>to</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create</a:t>
            </a:r>
            <a:r>
              <a:rPr sz="2400" b="1" spc="-65" dirty="0">
                <a:latin typeface="Calibri" panose="020F0502020204030204"/>
                <a:cs typeface="Calibri" panose="020F0502020204030204"/>
              </a:rPr>
              <a:t> </a:t>
            </a:r>
            <a:r>
              <a:rPr sz="2400" b="1" dirty="0">
                <a:latin typeface="Calibri" panose="020F0502020204030204"/>
                <a:cs typeface="Calibri" panose="020F0502020204030204"/>
              </a:rPr>
              <a:t>an</a:t>
            </a:r>
            <a:r>
              <a:rPr sz="2400" b="1" spc="-60" dirty="0">
                <a:latin typeface="Calibri" panose="020F0502020204030204"/>
                <a:cs typeface="Calibri" panose="020F0502020204030204"/>
              </a:rPr>
              <a:t> </a:t>
            </a:r>
            <a:r>
              <a:rPr sz="2400" b="1" spc="-25" dirty="0">
                <a:latin typeface="Calibri" panose="020F0502020204030204"/>
                <a:cs typeface="Calibri" panose="020F0502020204030204"/>
              </a:rPr>
              <a:t>RDD</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From</a:t>
            </a:r>
            <a:r>
              <a:rPr sz="2400" spc="-55" dirty="0">
                <a:latin typeface="Calibri" panose="020F0502020204030204"/>
                <a:cs typeface="Calibri" panose="020F0502020204030204"/>
              </a:rPr>
              <a:t> </a:t>
            </a:r>
            <a:r>
              <a:rPr sz="2400" dirty="0">
                <a:latin typeface="Calibri" panose="020F0502020204030204"/>
                <a:cs typeface="Calibri" panose="020F0502020204030204"/>
              </a:rPr>
              <a:t>a</a:t>
            </a:r>
            <a:r>
              <a:rPr sz="2400" spc="-30" dirty="0">
                <a:latin typeface="Calibri" panose="020F0502020204030204"/>
                <a:cs typeface="Calibri" panose="020F0502020204030204"/>
              </a:rPr>
              <a:t> </a:t>
            </a:r>
            <a:r>
              <a:rPr sz="2400" dirty="0">
                <a:latin typeface="Calibri" panose="020F0502020204030204"/>
                <a:cs typeface="Calibri" panose="020F0502020204030204"/>
              </a:rPr>
              <a:t>file</a:t>
            </a:r>
            <a:r>
              <a:rPr sz="2400" spc="-20" dirty="0">
                <a:latin typeface="Calibri" panose="020F0502020204030204"/>
                <a:cs typeface="Calibri" panose="020F0502020204030204"/>
              </a:rPr>
              <a:t> </a:t>
            </a:r>
            <a:r>
              <a:rPr sz="2400" dirty="0">
                <a:latin typeface="Calibri" panose="020F0502020204030204"/>
                <a:cs typeface="Calibri" panose="020F0502020204030204"/>
              </a:rPr>
              <a:t>or</a:t>
            </a:r>
            <a:r>
              <a:rPr sz="2400" spc="-25" dirty="0">
                <a:latin typeface="Calibri" panose="020F0502020204030204"/>
                <a:cs typeface="Calibri" panose="020F0502020204030204"/>
              </a:rPr>
              <a:t> </a:t>
            </a:r>
            <a:r>
              <a:rPr sz="2400" dirty="0">
                <a:latin typeface="Calibri" panose="020F0502020204030204"/>
                <a:cs typeface="Calibri" panose="020F0502020204030204"/>
              </a:rPr>
              <a:t>set</a:t>
            </a:r>
            <a:r>
              <a:rPr sz="2400" spc="-35" dirty="0">
                <a:latin typeface="Calibri" panose="020F0502020204030204"/>
                <a:cs typeface="Calibri" panose="020F0502020204030204"/>
              </a:rPr>
              <a:t> </a:t>
            </a:r>
            <a:r>
              <a:rPr sz="2400" dirty="0">
                <a:latin typeface="Calibri" panose="020F0502020204030204"/>
                <a:cs typeface="Calibri" panose="020F0502020204030204"/>
              </a:rPr>
              <a:t>of</a:t>
            </a:r>
            <a:r>
              <a:rPr sz="2400" spc="-30" dirty="0">
                <a:latin typeface="Calibri" panose="020F0502020204030204"/>
                <a:cs typeface="Calibri" panose="020F0502020204030204"/>
              </a:rPr>
              <a:t> </a:t>
            </a:r>
            <a:r>
              <a:rPr sz="2400" spc="-20" dirty="0">
                <a:latin typeface="Calibri" panose="020F0502020204030204"/>
                <a:cs typeface="Calibri" panose="020F0502020204030204"/>
              </a:rPr>
              <a:t>files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From</a:t>
            </a:r>
            <a:r>
              <a:rPr sz="2400" spc="-80" dirty="0">
                <a:latin typeface="Calibri" panose="020F0502020204030204"/>
                <a:cs typeface="Calibri" panose="020F0502020204030204"/>
              </a:rPr>
              <a:t> </a:t>
            </a:r>
            <a:r>
              <a:rPr sz="2400" dirty="0">
                <a:latin typeface="Calibri" panose="020F0502020204030204"/>
                <a:cs typeface="Calibri" panose="020F0502020204030204"/>
              </a:rPr>
              <a:t>data</a:t>
            </a:r>
            <a:r>
              <a:rPr sz="2400" spc="-60" dirty="0">
                <a:latin typeface="Calibri" panose="020F0502020204030204"/>
                <a:cs typeface="Calibri" panose="020F0502020204030204"/>
              </a:rPr>
              <a:t> </a:t>
            </a:r>
            <a:r>
              <a:rPr sz="2400" dirty="0">
                <a:latin typeface="Calibri" panose="020F0502020204030204"/>
                <a:cs typeface="Calibri" panose="020F0502020204030204"/>
              </a:rPr>
              <a:t>in</a:t>
            </a:r>
            <a:r>
              <a:rPr sz="2400" spc="-55" dirty="0">
                <a:latin typeface="Calibri" panose="020F0502020204030204"/>
                <a:cs typeface="Calibri" panose="020F0502020204030204"/>
              </a:rPr>
              <a:t> </a:t>
            </a:r>
            <a:r>
              <a:rPr sz="2400" spc="-10" dirty="0">
                <a:latin typeface="Calibri" panose="020F0502020204030204"/>
                <a:cs typeface="Calibri" panose="020F0502020204030204"/>
              </a:rPr>
              <a:t>memory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From</a:t>
            </a:r>
            <a:r>
              <a:rPr sz="2400" spc="-85" dirty="0">
                <a:latin typeface="Calibri" panose="020F0502020204030204"/>
                <a:cs typeface="Calibri" panose="020F0502020204030204"/>
              </a:rPr>
              <a:t> </a:t>
            </a:r>
            <a:r>
              <a:rPr sz="2400" dirty="0">
                <a:latin typeface="Calibri" panose="020F0502020204030204"/>
                <a:cs typeface="Calibri" panose="020F0502020204030204"/>
              </a:rPr>
              <a:t>another</a:t>
            </a:r>
            <a:r>
              <a:rPr sz="2400" spc="-60" dirty="0">
                <a:latin typeface="Calibri" panose="020F0502020204030204"/>
                <a:cs typeface="Calibri" panose="020F0502020204030204"/>
              </a:rPr>
              <a:t> </a:t>
            </a:r>
            <a:r>
              <a:rPr sz="2400" spc="-25" dirty="0">
                <a:latin typeface="Calibri" panose="020F0502020204030204"/>
                <a:cs typeface="Calibri" panose="020F0502020204030204"/>
              </a:rPr>
              <a:t>RDD</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750"/>
            <a:ext cx="749808" cy="630936"/>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521741" y="471291"/>
            <a:ext cx="8057718" cy="1244600"/>
          </a:xfrm>
          <a:prstGeom prst="rect">
            <a:avLst/>
          </a:prstGeom>
        </p:spPr>
        <p:txBody>
          <a:bodyPr vert="horz" wrap="square" lIns="0" tIns="283083" rIns="0" bIns="0" rtlCol="0">
            <a:spAutoFit/>
          </a:bodyPr>
          <a:lstStyle/>
          <a:p>
            <a:pPr marL="978535">
              <a:lnSpc>
                <a:spcPct val="100000"/>
              </a:lnSpc>
              <a:spcBef>
                <a:spcPts val="105"/>
              </a:spcBef>
            </a:pPr>
            <a:r>
              <a:rPr dirty="0"/>
              <a:t>Example:</a:t>
            </a:r>
            <a:r>
              <a:rPr spc="-25" dirty="0"/>
              <a:t> </a:t>
            </a:r>
            <a:r>
              <a:rPr dirty="0"/>
              <a:t>A</a:t>
            </a:r>
            <a:r>
              <a:rPr spc="-40" dirty="0"/>
              <a:t> </a:t>
            </a:r>
            <a:r>
              <a:rPr spc="-20" dirty="0"/>
              <a:t>File-</a:t>
            </a:r>
            <a:r>
              <a:rPr dirty="0"/>
              <a:t>Based</a:t>
            </a:r>
            <a:r>
              <a:rPr spc="-40" dirty="0"/>
              <a:t> </a:t>
            </a:r>
            <a:r>
              <a:rPr spc="-25" dirty="0"/>
              <a:t>RDD</a:t>
            </a:r>
          </a:p>
        </p:txBody>
      </p:sp>
      <p:pic>
        <p:nvPicPr>
          <p:cNvPr id="3" name="object 3"/>
          <p:cNvPicPr/>
          <p:nvPr/>
        </p:nvPicPr>
        <p:blipFill>
          <a:blip r:embed="rId2" cstate="print"/>
          <a:stretch>
            <a:fillRect/>
          </a:stretch>
        </p:blipFill>
        <p:spPr>
          <a:xfrm>
            <a:off x="685800" y="1600200"/>
            <a:ext cx="7729601" cy="3412752"/>
          </a:xfrm>
          <a:prstGeom prst="rect">
            <a:avLst/>
          </a:prstGeom>
        </p:spPr>
      </p:pic>
      <p:pic>
        <p:nvPicPr>
          <p:cNvPr id="4" name="Picture 3" descr="wingspan_logo.png"/>
          <p:cNvPicPr>
            <a:picLocks noChangeAspect="1"/>
          </p:cNvPicPr>
          <p:nvPr/>
        </p:nvPicPr>
        <p:blipFill>
          <a:blip r:embed="rId3"/>
          <a:stretch>
            <a:fillRect/>
          </a:stretch>
        </p:blipFill>
        <p:spPr>
          <a:xfrm>
            <a:off x="8437172" y="-12441"/>
            <a:ext cx="749808" cy="63093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3141" y="515620"/>
            <a:ext cx="8057718" cy="1244600"/>
          </a:xfrm>
          <a:prstGeom prst="rect">
            <a:avLst/>
          </a:prstGeom>
        </p:spPr>
        <p:txBody>
          <a:bodyPr vert="horz" wrap="square" lIns="0" tIns="283083" rIns="0" bIns="0" rtlCol="0">
            <a:spAutoFit/>
          </a:bodyPr>
          <a:lstStyle/>
          <a:p>
            <a:pPr marL="2207260">
              <a:lnSpc>
                <a:spcPct val="100000"/>
              </a:lnSpc>
              <a:spcBef>
                <a:spcPts val="105"/>
              </a:spcBef>
            </a:pPr>
            <a:r>
              <a:rPr dirty="0"/>
              <a:t>RDD</a:t>
            </a:r>
            <a:r>
              <a:rPr spc="-10" dirty="0"/>
              <a:t> Operations</a:t>
            </a:r>
          </a:p>
        </p:txBody>
      </p:sp>
      <p:sp>
        <p:nvSpPr>
          <p:cNvPr id="3" name="object 3"/>
          <p:cNvSpPr txBox="1"/>
          <p:nvPr/>
        </p:nvSpPr>
        <p:spPr>
          <a:xfrm>
            <a:off x="688340" y="1679194"/>
            <a:ext cx="4676775" cy="148907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2400" b="1" dirty="0">
                <a:latin typeface="Calibri" panose="020F0502020204030204"/>
                <a:cs typeface="Calibri" panose="020F0502020204030204"/>
              </a:rPr>
              <a:t>Two</a:t>
            </a:r>
            <a:r>
              <a:rPr sz="2400" b="1" spc="-40" dirty="0">
                <a:latin typeface="Calibri" panose="020F0502020204030204"/>
                <a:cs typeface="Calibri" panose="020F0502020204030204"/>
              </a:rPr>
              <a:t> </a:t>
            </a:r>
            <a:r>
              <a:rPr sz="2400" b="1" dirty="0">
                <a:latin typeface="Calibri" panose="020F0502020204030204"/>
                <a:cs typeface="Calibri" panose="020F0502020204030204"/>
              </a:rPr>
              <a:t>broad</a:t>
            </a:r>
            <a:r>
              <a:rPr sz="2400" b="1" spc="-60" dirty="0">
                <a:latin typeface="Calibri" panose="020F0502020204030204"/>
                <a:cs typeface="Calibri" panose="020F0502020204030204"/>
              </a:rPr>
              <a:t> </a:t>
            </a:r>
            <a:r>
              <a:rPr sz="2400" b="1" dirty="0">
                <a:latin typeface="Calibri" panose="020F0502020204030204"/>
                <a:cs typeface="Calibri" panose="020F0502020204030204"/>
              </a:rPr>
              <a:t>types</a:t>
            </a:r>
            <a:r>
              <a:rPr sz="2400" b="1" spc="-35" dirty="0">
                <a:latin typeface="Calibri" panose="020F0502020204030204"/>
                <a:cs typeface="Calibri" panose="020F0502020204030204"/>
              </a:rPr>
              <a:t> </a:t>
            </a:r>
            <a:r>
              <a:rPr sz="2400" b="1" dirty="0">
                <a:latin typeface="Calibri" panose="020F0502020204030204"/>
                <a:cs typeface="Calibri" panose="020F0502020204030204"/>
              </a:rPr>
              <a:t>of</a:t>
            </a:r>
            <a:r>
              <a:rPr sz="2400" b="1" spc="-55" dirty="0">
                <a:latin typeface="Calibri" panose="020F0502020204030204"/>
                <a:cs typeface="Calibri" panose="020F0502020204030204"/>
              </a:rPr>
              <a:t> </a:t>
            </a:r>
            <a:r>
              <a:rPr sz="2400" b="1" dirty="0">
                <a:latin typeface="Calibri" panose="020F0502020204030204"/>
                <a:cs typeface="Calibri" panose="020F0502020204030204"/>
              </a:rPr>
              <a:t>RDD</a:t>
            </a:r>
            <a:r>
              <a:rPr sz="2400" b="1" spc="-25" dirty="0">
                <a:latin typeface="Calibri" panose="020F0502020204030204"/>
                <a:cs typeface="Calibri" panose="020F0502020204030204"/>
              </a:rPr>
              <a:t> </a:t>
            </a:r>
            <a:r>
              <a:rPr sz="2400" b="1" spc="-10" dirty="0">
                <a:latin typeface="Calibri" panose="020F0502020204030204"/>
                <a:cs typeface="Calibri" panose="020F0502020204030204"/>
              </a:rPr>
              <a:t>operations</a:t>
            </a:r>
            <a:endParaRPr sz="2400">
              <a:latin typeface="Calibri" panose="020F0502020204030204"/>
              <a:cs typeface="Calibri" panose="020F0502020204030204"/>
            </a:endParaRPr>
          </a:p>
          <a:p>
            <a:pPr>
              <a:lnSpc>
                <a:spcPct val="100000"/>
              </a:lnSpc>
              <a:spcBef>
                <a:spcPts val="2830"/>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80" dirty="0">
                <a:latin typeface="Calibri" panose="020F0502020204030204"/>
                <a:cs typeface="Calibri" panose="020F0502020204030204"/>
              </a:rPr>
              <a:t> </a:t>
            </a:r>
            <a:r>
              <a:rPr sz="2400" i="1" dirty="0">
                <a:latin typeface="Calibri" panose="020F0502020204030204"/>
                <a:cs typeface="Calibri" panose="020F0502020204030204"/>
              </a:rPr>
              <a:t>Actions</a:t>
            </a:r>
            <a:r>
              <a:rPr sz="2400" i="1" spc="-80" dirty="0">
                <a:latin typeface="Calibri" panose="020F0502020204030204"/>
                <a:cs typeface="Calibri" panose="020F0502020204030204"/>
              </a:rPr>
              <a:t> </a:t>
            </a:r>
            <a:r>
              <a:rPr sz="2400" dirty="0">
                <a:latin typeface="Calibri" panose="020F0502020204030204"/>
                <a:cs typeface="Calibri" panose="020F0502020204030204"/>
              </a:rPr>
              <a:t>return</a:t>
            </a:r>
            <a:r>
              <a:rPr sz="2400" spc="-75" dirty="0">
                <a:latin typeface="Calibri" panose="020F0502020204030204"/>
                <a:cs typeface="Calibri" panose="020F0502020204030204"/>
              </a:rPr>
              <a:t> </a:t>
            </a:r>
            <a:r>
              <a:rPr sz="2400" spc="-10" dirty="0">
                <a:latin typeface="Calibri" panose="020F0502020204030204"/>
                <a:cs typeface="Calibri" panose="020F0502020204030204"/>
              </a:rPr>
              <a:t>values</a:t>
            </a:r>
            <a:endParaRPr sz="2400">
              <a:latin typeface="Calibri" panose="020F0502020204030204"/>
              <a:cs typeface="Calibri" panose="020F0502020204030204"/>
            </a:endParaRPr>
          </a:p>
        </p:txBody>
      </p:sp>
      <p:sp>
        <p:nvSpPr>
          <p:cNvPr id="4" name="object 4"/>
          <p:cNvSpPr txBox="1"/>
          <p:nvPr/>
        </p:nvSpPr>
        <p:spPr>
          <a:xfrm>
            <a:off x="688340" y="4250817"/>
            <a:ext cx="4549775" cy="746760"/>
          </a:xfrm>
          <a:prstGeom prst="rect">
            <a:avLst/>
          </a:prstGeom>
        </p:spPr>
        <p:txBody>
          <a:bodyPr vert="horz" wrap="square" lIns="0" tIns="33019" rIns="0" bIns="0" rtlCol="0">
            <a:spAutoFit/>
          </a:bodyPr>
          <a:lstStyle/>
          <a:p>
            <a:pPr marL="12700" marR="5080">
              <a:lnSpc>
                <a:spcPts val="2800"/>
              </a:lnSpc>
              <a:spcBef>
                <a:spcPts val="260"/>
              </a:spcBef>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i="1" spc="-20" dirty="0">
                <a:latin typeface="Calibri" panose="020F0502020204030204"/>
                <a:cs typeface="Calibri" panose="020F0502020204030204"/>
              </a:rPr>
              <a:t>Transformations</a:t>
            </a:r>
            <a:r>
              <a:rPr sz="2400" i="1" spc="-15" dirty="0">
                <a:latin typeface="Calibri" panose="020F0502020204030204"/>
                <a:cs typeface="Calibri" panose="020F0502020204030204"/>
              </a:rPr>
              <a:t> </a:t>
            </a:r>
            <a:r>
              <a:rPr sz="2400" dirty="0">
                <a:latin typeface="Calibri" panose="020F0502020204030204"/>
                <a:cs typeface="Calibri" panose="020F0502020204030204"/>
              </a:rPr>
              <a:t>define</a:t>
            </a:r>
            <a:r>
              <a:rPr sz="2400" spc="-25"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new</a:t>
            </a:r>
            <a:r>
              <a:rPr sz="2400" spc="-50" dirty="0">
                <a:latin typeface="Calibri" panose="020F0502020204030204"/>
                <a:cs typeface="Calibri" panose="020F0502020204030204"/>
              </a:rPr>
              <a:t> </a:t>
            </a:r>
            <a:r>
              <a:rPr sz="2400" spc="-25" dirty="0">
                <a:latin typeface="Calibri" panose="020F0502020204030204"/>
                <a:cs typeface="Calibri" panose="020F0502020204030204"/>
              </a:rPr>
              <a:t>RDD </a:t>
            </a:r>
            <a:r>
              <a:rPr sz="2400" dirty="0">
                <a:latin typeface="Calibri" panose="020F0502020204030204"/>
                <a:cs typeface="Calibri" panose="020F0502020204030204"/>
              </a:rPr>
              <a:t>based</a:t>
            </a:r>
            <a:r>
              <a:rPr sz="2400" spc="-50" dirty="0">
                <a:latin typeface="Calibri" panose="020F0502020204030204"/>
                <a:cs typeface="Calibri" panose="020F0502020204030204"/>
              </a:rPr>
              <a:t> </a:t>
            </a:r>
            <a:r>
              <a:rPr sz="2400" dirty="0">
                <a:latin typeface="Calibri" panose="020F0502020204030204"/>
                <a:cs typeface="Calibri" panose="020F0502020204030204"/>
              </a:rPr>
              <a:t>on</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spc="-10" dirty="0">
                <a:latin typeface="Calibri" panose="020F0502020204030204"/>
                <a:cs typeface="Calibri" panose="020F0502020204030204"/>
              </a:rPr>
              <a:t>current</a:t>
            </a:r>
            <a:r>
              <a:rPr sz="2400" spc="-55" dirty="0">
                <a:latin typeface="Calibri" panose="020F0502020204030204"/>
                <a:cs typeface="Calibri" panose="020F0502020204030204"/>
              </a:rPr>
              <a:t> </a:t>
            </a:r>
            <a:r>
              <a:rPr sz="2400" spc="-10" dirty="0">
                <a:latin typeface="Calibri" panose="020F0502020204030204"/>
                <a:cs typeface="Calibri" panose="020F0502020204030204"/>
              </a:rPr>
              <a:t>one(s)</a:t>
            </a:r>
            <a:endParaRPr sz="2400">
              <a:latin typeface="Calibri" panose="020F0502020204030204"/>
              <a:cs typeface="Calibri" panose="020F0502020204030204"/>
            </a:endParaRPr>
          </a:p>
        </p:txBody>
      </p:sp>
      <p:pic>
        <p:nvPicPr>
          <p:cNvPr id="5" name="object 5"/>
          <p:cNvPicPr/>
          <p:nvPr/>
        </p:nvPicPr>
        <p:blipFill>
          <a:blip r:embed="rId2" cstate="print"/>
          <a:stretch>
            <a:fillRect/>
          </a:stretch>
        </p:blipFill>
        <p:spPr>
          <a:xfrm>
            <a:off x="5638800" y="2613660"/>
            <a:ext cx="2438400" cy="914400"/>
          </a:xfrm>
          <a:prstGeom prst="rect">
            <a:avLst/>
          </a:prstGeom>
        </p:spPr>
      </p:pic>
      <p:pic>
        <p:nvPicPr>
          <p:cNvPr id="6" name="object 6"/>
          <p:cNvPicPr/>
          <p:nvPr/>
        </p:nvPicPr>
        <p:blipFill>
          <a:blip r:embed="rId3" cstate="print"/>
          <a:stretch>
            <a:fillRect/>
          </a:stretch>
        </p:blipFill>
        <p:spPr>
          <a:xfrm>
            <a:off x="5319648" y="4419600"/>
            <a:ext cx="2933700" cy="942975"/>
          </a:xfrm>
          <a:prstGeom prst="rect">
            <a:avLst/>
          </a:prstGeom>
        </p:spPr>
      </p:pic>
      <p:pic>
        <p:nvPicPr>
          <p:cNvPr id="7" name="Picture 6" descr="wingspan_logo.png"/>
          <p:cNvPicPr>
            <a:picLocks noChangeAspect="1"/>
          </p:cNvPicPr>
          <p:nvPr/>
        </p:nvPicPr>
        <p:blipFill>
          <a:blip r:embed="rId4"/>
          <a:stretch>
            <a:fillRect/>
          </a:stretch>
        </p:blipFill>
        <p:spPr>
          <a:xfrm>
            <a:off x="8394192" y="-31102"/>
            <a:ext cx="749808" cy="63093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474142" y="471291"/>
            <a:ext cx="8057718" cy="1244600"/>
          </a:xfrm>
          <a:prstGeom prst="rect">
            <a:avLst/>
          </a:prstGeom>
        </p:spPr>
        <p:txBody>
          <a:bodyPr vert="horz" wrap="square" lIns="0" tIns="283083" rIns="0" bIns="0" rtlCol="0">
            <a:spAutoFit/>
          </a:bodyPr>
          <a:lstStyle/>
          <a:p>
            <a:pPr marL="1228725">
              <a:lnSpc>
                <a:spcPct val="100000"/>
              </a:lnSpc>
              <a:spcBef>
                <a:spcPts val="105"/>
              </a:spcBef>
            </a:pPr>
            <a:r>
              <a:rPr dirty="0"/>
              <a:t>RDD</a:t>
            </a:r>
            <a:r>
              <a:rPr spc="-80" dirty="0"/>
              <a:t> </a:t>
            </a:r>
            <a:r>
              <a:rPr dirty="0"/>
              <a:t>Operations:</a:t>
            </a:r>
            <a:r>
              <a:rPr spc="-100" dirty="0"/>
              <a:t> </a:t>
            </a:r>
            <a:r>
              <a:rPr spc="-10" dirty="0"/>
              <a:t>Actions</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65100">
              <a:lnSpc>
                <a:spcPct val="100000"/>
              </a:lnSpc>
              <a:spcBef>
                <a:spcPts val="100"/>
              </a:spcBef>
            </a:pPr>
            <a:r>
              <a:rPr b="0" dirty="0">
                <a:latin typeface="Calibri" panose="020F0502020204030204"/>
                <a:cs typeface="Calibri" panose="020F0502020204030204"/>
              </a:rPr>
              <a:t>§</a:t>
            </a:r>
            <a:r>
              <a:rPr b="0" spc="-25" dirty="0">
                <a:latin typeface="Calibri" panose="020F0502020204030204"/>
                <a:cs typeface="Calibri" panose="020F0502020204030204"/>
              </a:rPr>
              <a:t> </a:t>
            </a:r>
            <a:r>
              <a:rPr dirty="0"/>
              <a:t>Some</a:t>
            </a:r>
            <a:r>
              <a:rPr spc="-35" dirty="0"/>
              <a:t> </a:t>
            </a:r>
            <a:r>
              <a:rPr dirty="0"/>
              <a:t>common</a:t>
            </a:r>
            <a:r>
              <a:rPr spc="-65" dirty="0"/>
              <a:t> </a:t>
            </a:r>
            <a:r>
              <a:rPr spc="-10" dirty="0"/>
              <a:t>actions</a:t>
            </a:r>
          </a:p>
          <a:p>
            <a:pPr marL="165100">
              <a:lnSpc>
                <a:spcPct val="100000"/>
              </a:lnSpc>
            </a:pPr>
            <a:r>
              <a:rPr b="0" spc="-10" dirty="0">
                <a:latin typeface="Calibri" panose="020F0502020204030204"/>
                <a:cs typeface="Calibri" panose="020F0502020204030204"/>
              </a:rPr>
              <a:t>–</a:t>
            </a:r>
            <a:r>
              <a:rPr dirty="0"/>
              <a:t>count()</a:t>
            </a:r>
            <a:r>
              <a:rPr spc="-55" dirty="0"/>
              <a:t> </a:t>
            </a:r>
            <a:r>
              <a:rPr b="0" spc="-10" dirty="0">
                <a:latin typeface="Calibri" panose="020F0502020204030204"/>
                <a:cs typeface="Calibri" panose="020F0502020204030204"/>
              </a:rPr>
              <a:t>returns</a:t>
            </a:r>
            <a:r>
              <a:rPr b="0" spc="-45" dirty="0">
                <a:latin typeface="Calibri" panose="020F0502020204030204"/>
                <a:cs typeface="Calibri" panose="020F0502020204030204"/>
              </a:rPr>
              <a:t> </a:t>
            </a:r>
            <a:r>
              <a:rPr b="0" dirty="0">
                <a:latin typeface="Calibri" panose="020F0502020204030204"/>
                <a:cs typeface="Calibri" panose="020F0502020204030204"/>
              </a:rPr>
              <a:t>the</a:t>
            </a:r>
            <a:r>
              <a:rPr b="0" spc="-35" dirty="0">
                <a:latin typeface="Calibri" panose="020F0502020204030204"/>
                <a:cs typeface="Calibri" panose="020F0502020204030204"/>
              </a:rPr>
              <a:t> </a:t>
            </a:r>
            <a:r>
              <a:rPr b="0" dirty="0">
                <a:latin typeface="Calibri" panose="020F0502020204030204"/>
                <a:cs typeface="Calibri" panose="020F0502020204030204"/>
              </a:rPr>
              <a:t>number</a:t>
            </a:r>
            <a:r>
              <a:rPr b="0" spc="-55" dirty="0">
                <a:latin typeface="Calibri" panose="020F0502020204030204"/>
                <a:cs typeface="Calibri" panose="020F0502020204030204"/>
              </a:rPr>
              <a:t> </a:t>
            </a:r>
            <a:r>
              <a:rPr b="0" dirty="0">
                <a:latin typeface="Calibri" panose="020F0502020204030204"/>
                <a:cs typeface="Calibri" panose="020F0502020204030204"/>
              </a:rPr>
              <a:t>of</a:t>
            </a:r>
            <a:r>
              <a:rPr b="0" spc="-40" dirty="0">
                <a:latin typeface="Calibri" panose="020F0502020204030204"/>
                <a:cs typeface="Calibri" panose="020F0502020204030204"/>
              </a:rPr>
              <a:t> </a:t>
            </a:r>
            <a:r>
              <a:rPr b="0" spc="-10" dirty="0">
                <a:latin typeface="Calibri" panose="020F0502020204030204"/>
                <a:cs typeface="Calibri" panose="020F0502020204030204"/>
              </a:rPr>
              <a:t>elements</a:t>
            </a:r>
          </a:p>
          <a:p>
            <a:pPr marL="165100">
              <a:lnSpc>
                <a:spcPct val="100000"/>
              </a:lnSpc>
            </a:pPr>
            <a:r>
              <a:rPr b="0" spc="-10" dirty="0">
                <a:latin typeface="Calibri" panose="020F0502020204030204"/>
                <a:cs typeface="Calibri" panose="020F0502020204030204"/>
              </a:rPr>
              <a:t>–</a:t>
            </a:r>
            <a:r>
              <a:rPr spc="-10" dirty="0"/>
              <a:t>take(</a:t>
            </a:r>
            <a:r>
              <a:rPr i="1" spc="-10" dirty="0">
                <a:latin typeface="Calibri" panose="020F0502020204030204"/>
                <a:cs typeface="Calibri" panose="020F0502020204030204"/>
              </a:rPr>
              <a:t>n</a:t>
            </a:r>
            <a:r>
              <a:rPr spc="-10" dirty="0"/>
              <a:t>)</a:t>
            </a:r>
            <a:r>
              <a:rPr spc="-50" dirty="0"/>
              <a:t> </a:t>
            </a:r>
            <a:r>
              <a:rPr b="0" spc="-10" dirty="0">
                <a:latin typeface="Calibri" panose="020F0502020204030204"/>
                <a:cs typeface="Calibri" panose="020F0502020204030204"/>
              </a:rPr>
              <a:t>returns</a:t>
            </a:r>
            <a:r>
              <a:rPr b="0" spc="-60" dirty="0">
                <a:latin typeface="Calibri" panose="020F0502020204030204"/>
                <a:cs typeface="Calibri" panose="020F0502020204030204"/>
              </a:rPr>
              <a:t> </a:t>
            </a:r>
            <a:r>
              <a:rPr b="0" dirty="0">
                <a:latin typeface="Calibri" panose="020F0502020204030204"/>
                <a:cs typeface="Calibri" panose="020F0502020204030204"/>
              </a:rPr>
              <a:t>an</a:t>
            </a:r>
            <a:r>
              <a:rPr b="0" spc="-55" dirty="0">
                <a:latin typeface="Calibri" panose="020F0502020204030204"/>
                <a:cs typeface="Calibri" panose="020F0502020204030204"/>
              </a:rPr>
              <a:t> </a:t>
            </a:r>
            <a:r>
              <a:rPr b="0" spc="-10" dirty="0">
                <a:latin typeface="Calibri" panose="020F0502020204030204"/>
                <a:cs typeface="Calibri" panose="020F0502020204030204"/>
              </a:rPr>
              <a:t>array</a:t>
            </a:r>
            <a:r>
              <a:rPr b="0" spc="-65" dirty="0">
                <a:latin typeface="Calibri" panose="020F0502020204030204"/>
                <a:cs typeface="Calibri" panose="020F0502020204030204"/>
              </a:rPr>
              <a:t> </a:t>
            </a:r>
            <a:r>
              <a:rPr b="0" dirty="0">
                <a:latin typeface="Calibri" panose="020F0502020204030204"/>
                <a:cs typeface="Calibri" panose="020F0502020204030204"/>
              </a:rPr>
              <a:t>of</a:t>
            </a:r>
            <a:r>
              <a:rPr b="0" spc="-55" dirty="0">
                <a:latin typeface="Calibri" panose="020F0502020204030204"/>
                <a:cs typeface="Calibri" panose="020F0502020204030204"/>
              </a:rPr>
              <a:t> </a:t>
            </a:r>
            <a:r>
              <a:rPr b="0" dirty="0">
                <a:latin typeface="Calibri" panose="020F0502020204030204"/>
                <a:cs typeface="Calibri" panose="020F0502020204030204"/>
              </a:rPr>
              <a:t>the</a:t>
            </a:r>
            <a:r>
              <a:rPr b="0" spc="-55" dirty="0">
                <a:latin typeface="Calibri" panose="020F0502020204030204"/>
                <a:cs typeface="Calibri" panose="020F0502020204030204"/>
              </a:rPr>
              <a:t> </a:t>
            </a:r>
            <a:r>
              <a:rPr b="0" dirty="0">
                <a:latin typeface="Calibri" panose="020F0502020204030204"/>
                <a:cs typeface="Calibri" panose="020F0502020204030204"/>
              </a:rPr>
              <a:t>first</a:t>
            </a:r>
            <a:r>
              <a:rPr b="0" spc="-95" dirty="0">
                <a:latin typeface="Calibri" panose="020F0502020204030204"/>
                <a:cs typeface="Calibri" panose="020F0502020204030204"/>
              </a:rPr>
              <a:t> </a:t>
            </a:r>
            <a:r>
              <a:rPr b="0" i="1" dirty="0">
                <a:latin typeface="Calibri" panose="020F0502020204030204"/>
                <a:cs typeface="Calibri" panose="020F0502020204030204"/>
              </a:rPr>
              <a:t>n</a:t>
            </a:r>
            <a:r>
              <a:rPr b="0" i="1" spc="-55" dirty="0">
                <a:latin typeface="Calibri" panose="020F0502020204030204"/>
                <a:cs typeface="Calibri" panose="020F0502020204030204"/>
              </a:rPr>
              <a:t> </a:t>
            </a:r>
            <a:r>
              <a:rPr b="0" spc="-10" dirty="0">
                <a:latin typeface="Calibri" panose="020F0502020204030204"/>
                <a:cs typeface="Calibri" panose="020F0502020204030204"/>
              </a:rPr>
              <a:t>elements</a:t>
            </a:r>
          </a:p>
          <a:p>
            <a:pPr marL="165100">
              <a:lnSpc>
                <a:spcPct val="100000"/>
              </a:lnSpc>
            </a:pPr>
            <a:r>
              <a:rPr b="0" spc="-10" dirty="0">
                <a:latin typeface="Calibri" panose="020F0502020204030204"/>
                <a:cs typeface="Calibri" panose="020F0502020204030204"/>
              </a:rPr>
              <a:t>–</a:t>
            </a:r>
            <a:r>
              <a:rPr dirty="0"/>
              <a:t>collect()</a:t>
            </a:r>
            <a:r>
              <a:rPr spc="-55" dirty="0"/>
              <a:t> </a:t>
            </a:r>
            <a:r>
              <a:rPr b="0" spc="-10" dirty="0">
                <a:latin typeface="Calibri" panose="020F0502020204030204"/>
                <a:cs typeface="Calibri" panose="020F0502020204030204"/>
              </a:rPr>
              <a:t>returns</a:t>
            </a:r>
            <a:r>
              <a:rPr b="0" spc="-55" dirty="0">
                <a:latin typeface="Calibri" panose="020F0502020204030204"/>
                <a:cs typeface="Calibri" panose="020F0502020204030204"/>
              </a:rPr>
              <a:t> </a:t>
            </a:r>
            <a:r>
              <a:rPr b="0" dirty="0">
                <a:latin typeface="Calibri" panose="020F0502020204030204"/>
                <a:cs typeface="Calibri" panose="020F0502020204030204"/>
              </a:rPr>
              <a:t>an</a:t>
            </a:r>
            <a:r>
              <a:rPr b="0" spc="-45" dirty="0">
                <a:latin typeface="Calibri" panose="020F0502020204030204"/>
                <a:cs typeface="Calibri" panose="020F0502020204030204"/>
              </a:rPr>
              <a:t> </a:t>
            </a:r>
            <a:r>
              <a:rPr b="0" spc="-10" dirty="0">
                <a:latin typeface="Calibri" panose="020F0502020204030204"/>
                <a:cs typeface="Calibri" panose="020F0502020204030204"/>
              </a:rPr>
              <a:t>array</a:t>
            </a:r>
            <a:r>
              <a:rPr b="0" spc="-50" dirty="0">
                <a:latin typeface="Calibri" panose="020F0502020204030204"/>
                <a:cs typeface="Calibri" panose="020F0502020204030204"/>
              </a:rPr>
              <a:t> </a:t>
            </a:r>
            <a:r>
              <a:rPr b="0" dirty="0">
                <a:latin typeface="Calibri" panose="020F0502020204030204"/>
                <a:cs typeface="Calibri" panose="020F0502020204030204"/>
              </a:rPr>
              <a:t>of</a:t>
            </a:r>
            <a:r>
              <a:rPr b="0" spc="-40" dirty="0">
                <a:latin typeface="Calibri" panose="020F0502020204030204"/>
                <a:cs typeface="Calibri" panose="020F0502020204030204"/>
              </a:rPr>
              <a:t> </a:t>
            </a:r>
            <a:r>
              <a:rPr b="0" dirty="0">
                <a:latin typeface="Calibri" panose="020F0502020204030204"/>
                <a:cs typeface="Calibri" panose="020F0502020204030204"/>
              </a:rPr>
              <a:t>all</a:t>
            </a:r>
            <a:r>
              <a:rPr b="0" spc="-55" dirty="0">
                <a:latin typeface="Calibri" panose="020F0502020204030204"/>
                <a:cs typeface="Calibri" panose="020F0502020204030204"/>
              </a:rPr>
              <a:t> </a:t>
            </a:r>
            <a:r>
              <a:rPr b="0" spc="-10" dirty="0">
                <a:latin typeface="Calibri" panose="020F0502020204030204"/>
                <a:cs typeface="Calibri" panose="020F0502020204030204"/>
              </a:rPr>
              <a:t>elements</a:t>
            </a:r>
          </a:p>
          <a:p>
            <a:pPr marL="165100">
              <a:lnSpc>
                <a:spcPct val="100000"/>
              </a:lnSpc>
            </a:pPr>
            <a:r>
              <a:rPr b="0" spc="-10" dirty="0">
                <a:latin typeface="Calibri" panose="020F0502020204030204"/>
                <a:cs typeface="Calibri" panose="020F0502020204030204"/>
              </a:rPr>
              <a:t>–</a:t>
            </a:r>
            <a:r>
              <a:rPr spc="-25" dirty="0"/>
              <a:t>saveAsTextFile(</a:t>
            </a:r>
            <a:r>
              <a:rPr i="1" spc="-25" dirty="0">
                <a:latin typeface="Calibri" panose="020F0502020204030204"/>
                <a:cs typeface="Calibri" panose="020F0502020204030204"/>
              </a:rPr>
              <a:t>dir</a:t>
            </a:r>
            <a:r>
              <a:rPr spc="-25" dirty="0"/>
              <a:t>)</a:t>
            </a:r>
            <a:r>
              <a:rPr spc="-40" dirty="0"/>
              <a:t> </a:t>
            </a:r>
            <a:r>
              <a:rPr b="0" dirty="0">
                <a:latin typeface="Calibri" panose="020F0502020204030204"/>
                <a:cs typeface="Calibri" panose="020F0502020204030204"/>
              </a:rPr>
              <a:t>saves</a:t>
            </a:r>
            <a:r>
              <a:rPr b="0" spc="-50" dirty="0">
                <a:latin typeface="Calibri" panose="020F0502020204030204"/>
                <a:cs typeface="Calibri" panose="020F0502020204030204"/>
              </a:rPr>
              <a:t> </a:t>
            </a:r>
            <a:r>
              <a:rPr b="0" dirty="0">
                <a:latin typeface="Calibri" panose="020F0502020204030204"/>
                <a:cs typeface="Calibri" panose="020F0502020204030204"/>
              </a:rPr>
              <a:t>to</a:t>
            </a:r>
            <a:r>
              <a:rPr b="0" spc="-50" dirty="0">
                <a:latin typeface="Calibri" panose="020F0502020204030204"/>
                <a:cs typeface="Calibri" panose="020F0502020204030204"/>
              </a:rPr>
              <a:t> </a:t>
            </a:r>
            <a:r>
              <a:rPr b="0" dirty="0">
                <a:latin typeface="Calibri" panose="020F0502020204030204"/>
                <a:cs typeface="Calibri" panose="020F0502020204030204"/>
              </a:rPr>
              <a:t>text</a:t>
            </a:r>
            <a:r>
              <a:rPr b="0" spc="-70" dirty="0">
                <a:latin typeface="Calibri" panose="020F0502020204030204"/>
                <a:cs typeface="Calibri" panose="020F0502020204030204"/>
              </a:rPr>
              <a:t> </a:t>
            </a:r>
            <a:r>
              <a:rPr b="0" spc="-10" dirty="0">
                <a:latin typeface="Calibri" panose="020F0502020204030204"/>
                <a:cs typeface="Calibri" panose="020F0502020204030204"/>
              </a:rPr>
              <a:t>file(s)</a:t>
            </a:r>
          </a:p>
        </p:txBody>
      </p:sp>
      <p:pic>
        <p:nvPicPr>
          <p:cNvPr id="4" name="object 4"/>
          <p:cNvPicPr/>
          <p:nvPr/>
        </p:nvPicPr>
        <p:blipFill>
          <a:blip r:embed="rId2" cstate="print"/>
          <a:stretch>
            <a:fillRect/>
          </a:stretch>
        </p:blipFill>
        <p:spPr>
          <a:xfrm>
            <a:off x="4569574" y="3593041"/>
            <a:ext cx="4254340" cy="2791117"/>
          </a:xfrm>
          <a:prstGeom prst="rect">
            <a:avLst/>
          </a:prstGeom>
        </p:spPr>
      </p:pic>
      <p:pic>
        <p:nvPicPr>
          <p:cNvPr id="5" name="Picture 4" descr="wingspan_logo.png"/>
          <p:cNvPicPr>
            <a:picLocks noChangeAspect="1"/>
          </p:cNvPicPr>
          <p:nvPr/>
        </p:nvPicPr>
        <p:blipFill>
          <a:blip r:embed="rId3"/>
          <a:stretch>
            <a:fillRect/>
          </a:stretch>
        </p:blipFill>
        <p:spPr>
          <a:xfrm>
            <a:off x="8394192" y="-42543"/>
            <a:ext cx="749808" cy="630936"/>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3141" y="462431"/>
            <a:ext cx="8057718" cy="1244600"/>
          </a:xfrm>
          <a:prstGeom prst="rect">
            <a:avLst/>
          </a:prstGeom>
        </p:spPr>
        <p:txBody>
          <a:bodyPr vert="horz" wrap="square" lIns="0" tIns="283083" rIns="0" bIns="0" rtlCol="0">
            <a:spAutoFit/>
          </a:bodyPr>
          <a:lstStyle/>
          <a:p>
            <a:pPr marL="228600">
              <a:lnSpc>
                <a:spcPct val="100000"/>
              </a:lnSpc>
              <a:spcBef>
                <a:spcPts val="105"/>
              </a:spcBef>
            </a:pPr>
            <a:r>
              <a:rPr dirty="0"/>
              <a:t>RDD</a:t>
            </a:r>
            <a:r>
              <a:rPr spc="-80" dirty="0"/>
              <a:t> </a:t>
            </a:r>
            <a:r>
              <a:rPr dirty="0"/>
              <a:t>Operations:</a:t>
            </a:r>
            <a:r>
              <a:rPr spc="-90" dirty="0"/>
              <a:t> </a:t>
            </a:r>
            <a:r>
              <a:rPr spc="-35" dirty="0"/>
              <a:t>Transformations</a:t>
            </a:r>
          </a:p>
        </p:txBody>
      </p:sp>
      <p:sp>
        <p:nvSpPr>
          <p:cNvPr id="3" name="object 3"/>
          <p:cNvSpPr txBox="1"/>
          <p:nvPr/>
        </p:nvSpPr>
        <p:spPr>
          <a:xfrm>
            <a:off x="688340" y="1907870"/>
            <a:ext cx="7510780" cy="4060825"/>
          </a:xfrm>
          <a:prstGeom prst="rect">
            <a:avLst/>
          </a:prstGeom>
        </p:spPr>
        <p:txBody>
          <a:bodyPr vert="horz" wrap="square" lIns="0" tIns="12700" rIns="0" bIns="0" rtlCol="0">
            <a:spAutoFit/>
          </a:bodyPr>
          <a:lstStyle/>
          <a:p>
            <a:pPr marL="12700">
              <a:lnSpc>
                <a:spcPct val="100000"/>
              </a:lnSpc>
              <a:spcBef>
                <a:spcPts val="100"/>
              </a:spcBef>
              <a:tabLst>
                <a:tab pos="5219065" algn="l"/>
              </a:tabLst>
            </a:pPr>
            <a:r>
              <a:rPr sz="2400" b="1" spc="-20" dirty="0">
                <a:latin typeface="Calibri" panose="020F0502020204030204"/>
                <a:cs typeface="Calibri" panose="020F0502020204030204"/>
              </a:rPr>
              <a:t>Transformations</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create</a:t>
            </a:r>
            <a:r>
              <a:rPr sz="2400" b="1" spc="-50" dirty="0">
                <a:latin typeface="Calibri" panose="020F0502020204030204"/>
                <a:cs typeface="Calibri" panose="020F0502020204030204"/>
              </a:rPr>
              <a:t> </a:t>
            </a:r>
            <a:r>
              <a:rPr sz="2400" b="1" dirty="0">
                <a:latin typeface="Calibri" panose="020F0502020204030204"/>
                <a:cs typeface="Calibri" panose="020F0502020204030204"/>
              </a:rPr>
              <a:t>a</a:t>
            </a:r>
            <a:r>
              <a:rPr sz="2400" b="1" spc="-55" dirty="0">
                <a:latin typeface="Calibri" panose="020F0502020204030204"/>
                <a:cs typeface="Calibri" panose="020F0502020204030204"/>
              </a:rPr>
              <a:t> </a:t>
            </a:r>
            <a:r>
              <a:rPr sz="2400" b="1" dirty="0">
                <a:latin typeface="Calibri" panose="020F0502020204030204"/>
                <a:cs typeface="Calibri" panose="020F0502020204030204"/>
              </a:rPr>
              <a:t>new</a:t>
            </a:r>
            <a:r>
              <a:rPr sz="2400" b="1" spc="-40" dirty="0">
                <a:latin typeface="Calibri" panose="020F0502020204030204"/>
                <a:cs typeface="Calibri" panose="020F0502020204030204"/>
              </a:rPr>
              <a:t> </a:t>
            </a:r>
            <a:r>
              <a:rPr sz="2400" b="1" dirty="0">
                <a:latin typeface="Calibri" panose="020F0502020204030204"/>
                <a:cs typeface="Calibri" panose="020F0502020204030204"/>
              </a:rPr>
              <a:t>RDD</a:t>
            </a:r>
            <a:r>
              <a:rPr sz="2400" b="1" spc="-45" dirty="0">
                <a:latin typeface="Calibri" panose="020F0502020204030204"/>
                <a:cs typeface="Calibri" panose="020F0502020204030204"/>
              </a:rPr>
              <a:t> </a:t>
            </a:r>
            <a:r>
              <a:rPr sz="2400" b="1" spc="-20" dirty="0">
                <a:latin typeface="Calibri" panose="020F0502020204030204"/>
                <a:cs typeface="Calibri" panose="020F0502020204030204"/>
              </a:rPr>
              <a:t>from</a:t>
            </a:r>
            <a:r>
              <a:rPr sz="2400" b="1" dirty="0">
                <a:latin typeface="Calibri" panose="020F0502020204030204"/>
                <a:cs typeface="Calibri" panose="020F0502020204030204"/>
              </a:rPr>
              <a:t>	an</a:t>
            </a:r>
            <a:r>
              <a:rPr sz="2400" b="1" spc="-65" dirty="0">
                <a:latin typeface="Calibri" panose="020F0502020204030204"/>
                <a:cs typeface="Calibri" panose="020F0502020204030204"/>
              </a:rPr>
              <a:t> </a:t>
            </a:r>
            <a:r>
              <a:rPr sz="2400" b="1" dirty="0">
                <a:latin typeface="Calibri" panose="020F0502020204030204"/>
                <a:cs typeface="Calibri" panose="020F0502020204030204"/>
              </a:rPr>
              <a:t>existing</a:t>
            </a:r>
            <a:r>
              <a:rPr sz="2400" b="1" spc="-60" dirty="0">
                <a:latin typeface="Calibri" panose="020F0502020204030204"/>
                <a:cs typeface="Calibri" panose="020F0502020204030204"/>
              </a:rPr>
              <a:t> </a:t>
            </a:r>
            <a:r>
              <a:rPr sz="2400" b="1" spc="-25" dirty="0">
                <a:latin typeface="Calibri" panose="020F0502020204030204"/>
                <a:cs typeface="Calibri" panose="020F0502020204030204"/>
              </a:rPr>
              <a:t>one</a:t>
            </a:r>
            <a:endParaRPr sz="2400">
              <a:latin typeface="Calibri" panose="020F0502020204030204"/>
              <a:cs typeface="Calibri" panose="020F0502020204030204"/>
            </a:endParaRPr>
          </a:p>
          <a:p>
            <a:pPr marL="12700">
              <a:lnSpc>
                <a:spcPct val="100000"/>
              </a:lnSpc>
              <a:spcBef>
                <a:spcPts val="85"/>
              </a:spcBef>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RDDs</a:t>
            </a:r>
            <a:r>
              <a:rPr sz="2400" b="1" spc="-45" dirty="0">
                <a:latin typeface="Calibri" panose="020F0502020204030204"/>
                <a:cs typeface="Calibri" panose="020F0502020204030204"/>
              </a:rPr>
              <a:t> </a:t>
            </a:r>
            <a:r>
              <a:rPr sz="2400" b="1" dirty="0">
                <a:latin typeface="Calibri" panose="020F0502020204030204"/>
                <a:cs typeface="Calibri" panose="020F0502020204030204"/>
              </a:rPr>
              <a:t>are</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immutable</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Data</a:t>
            </a:r>
            <a:r>
              <a:rPr sz="2400" spc="-65" dirty="0">
                <a:latin typeface="Calibri" panose="020F0502020204030204"/>
                <a:cs typeface="Calibri" panose="020F0502020204030204"/>
              </a:rPr>
              <a:t> </a:t>
            </a:r>
            <a:r>
              <a:rPr sz="2400" dirty="0">
                <a:latin typeface="Calibri" panose="020F0502020204030204"/>
                <a:cs typeface="Calibri" panose="020F0502020204030204"/>
              </a:rPr>
              <a:t>in</a:t>
            </a:r>
            <a:r>
              <a:rPr sz="2400" spc="-45" dirty="0">
                <a:latin typeface="Calibri" panose="020F0502020204030204"/>
                <a:cs typeface="Calibri" panose="020F0502020204030204"/>
              </a:rPr>
              <a:t> </a:t>
            </a:r>
            <a:r>
              <a:rPr sz="2400" dirty="0">
                <a:latin typeface="Calibri" panose="020F0502020204030204"/>
                <a:cs typeface="Calibri" panose="020F0502020204030204"/>
              </a:rPr>
              <a:t>an</a:t>
            </a:r>
            <a:r>
              <a:rPr sz="2400" spc="-40" dirty="0">
                <a:latin typeface="Calibri" panose="020F0502020204030204"/>
                <a:cs typeface="Calibri" panose="020F0502020204030204"/>
              </a:rPr>
              <a:t> </a:t>
            </a:r>
            <a:r>
              <a:rPr sz="2400" dirty="0">
                <a:latin typeface="Calibri" panose="020F0502020204030204"/>
                <a:cs typeface="Calibri" panose="020F0502020204030204"/>
              </a:rPr>
              <a:t>RDD</a:t>
            </a:r>
            <a:r>
              <a:rPr sz="2400" spc="-55" dirty="0">
                <a:latin typeface="Calibri" panose="020F0502020204030204"/>
                <a:cs typeface="Calibri" panose="020F0502020204030204"/>
              </a:rPr>
              <a:t> </a:t>
            </a:r>
            <a:r>
              <a:rPr sz="2400" dirty="0">
                <a:latin typeface="Calibri" panose="020F0502020204030204"/>
                <a:cs typeface="Calibri" panose="020F0502020204030204"/>
              </a:rPr>
              <a:t>is</a:t>
            </a:r>
            <a:r>
              <a:rPr sz="2400" spc="-45" dirty="0">
                <a:latin typeface="Calibri" panose="020F0502020204030204"/>
                <a:cs typeface="Calibri" panose="020F0502020204030204"/>
              </a:rPr>
              <a:t> </a:t>
            </a:r>
            <a:r>
              <a:rPr sz="2400" dirty="0">
                <a:latin typeface="Calibri" panose="020F0502020204030204"/>
                <a:cs typeface="Calibri" panose="020F0502020204030204"/>
              </a:rPr>
              <a:t>never</a:t>
            </a:r>
            <a:r>
              <a:rPr sz="2400" spc="-35" dirty="0">
                <a:latin typeface="Calibri" panose="020F0502020204030204"/>
                <a:cs typeface="Calibri" panose="020F0502020204030204"/>
              </a:rPr>
              <a:t> </a:t>
            </a:r>
            <a:r>
              <a:rPr sz="2400" spc="-10" dirty="0">
                <a:latin typeface="Calibri" panose="020F0502020204030204"/>
                <a:cs typeface="Calibri" panose="020F0502020204030204"/>
              </a:rPr>
              <a:t>changed</a:t>
            </a:r>
            <a:endParaRPr sz="2400">
              <a:latin typeface="Calibri" panose="020F0502020204030204"/>
              <a:cs typeface="Calibri" panose="020F0502020204030204"/>
            </a:endParaRPr>
          </a:p>
          <a:p>
            <a:pPr marL="232410" indent="-219710">
              <a:lnSpc>
                <a:spcPts val="2840"/>
              </a:lnSpc>
              <a:buChar char="–"/>
              <a:tabLst>
                <a:tab pos="232410" algn="l"/>
                <a:tab pos="4933950" algn="l"/>
              </a:tabLst>
            </a:pPr>
            <a:r>
              <a:rPr sz="2400" spc="-30" dirty="0">
                <a:latin typeface="Calibri" panose="020F0502020204030204"/>
                <a:cs typeface="Calibri" panose="020F0502020204030204"/>
              </a:rPr>
              <a:t>Transform</a:t>
            </a:r>
            <a:r>
              <a:rPr sz="2400" spc="-45" dirty="0">
                <a:latin typeface="Calibri" panose="020F0502020204030204"/>
                <a:cs typeface="Calibri" panose="020F0502020204030204"/>
              </a:rPr>
              <a:t> </a:t>
            </a:r>
            <a:r>
              <a:rPr sz="2400" dirty="0">
                <a:latin typeface="Calibri" panose="020F0502020204030204"/>
                <a:cs typeface="Calibri" panose="020F0502020204030204"/>
              </a:rPr>
              <a:t>in</a:t>
            </a:r>
            <a:r>
              <a:rPr sz="2400" spc="-45" dirty="0">
                <a:latin typeface="Calibri" panose="020F0502020204030204"/>
                <a:cs typeface="Calibri" panose="020F0502020204030204"/>
              </a:rPr>
              <a:t> </a:t>
            </a:r>
            <a:r>
              <a:rPr sz="2400" dirty="0">
                <a:latin typeface="Calibri" panose="020F0502020204030204"/>
                <a:cs typeface="Calibri" panose="020F0502020204030204"/>
              </a:rPr>
              <a:t>sequence</a:t>
            </a:r>
            <a:r>
              <a:rPr sz="2400" spc="-50" dirty="0">
                <a:latin typeface="Calibri" panose="020F0502020204030204"/>
                <a:cs typeface="Calibri" panose="020F0502020204030204"/>
              </a:rPr>
              <a:t> </a:t>
            </a:r>
            <a:r>
              <a:rPr sz="2400" dirty="0">
                <a:latin typeface="Calibri" panose="020F0502020204030204"/>
                <a:cs typeface="Calibri" panose="020F0502020204030204"/>
              </a:rPr>
              <a:t>to</a:t>
            </a:r>
            <a:r>
              <a:rPr sz="2400" spc="-50" dirty="0">
                <a:latin typeface="Calibri" panose="020F0502020204030204"/>
                <a:cs typeface="Calibri" panose="020F0502020204030204"/>
              </a:rPr>
              <a:t> </a:t>
            </a:r>
            <a:r>
              <a:rPr sz="2400" dirty="0">
                <a:latin typeface="Calibri" panose="020F0502020204030204"/>
                <a:cs typeface="Calibri" panose="020F0502020204030204"/>
              </a:rPr>
              <a:t>modify</a:t>
            </a:r>
            <a:r>
              <a:rPr sz="2400" spc="-35" dirty="0">
                <a:latin typeface="Calibri" panose="020F0502020204030204"/>
                <a:cs typeface="Calibri" panose="020F0502020204030204"/>
              </a:rPr>
              <a:t> </a:t>
            </a:r>
            <a:r>
              <a:rPr sz="2400" spc="-25" dirty="0">
                <a:latin typeface="Calibri" panose="020F0502020204030204"/>
                <a:cs typeface="Calibri" panose="020F0502020204030204"/>
              </a:rPr>
              <a:t>the</a:t>
            </a:r>
            <a:r>
              <a:rPr sz="2400" dirty="0">
                <a:latin typeface="Calibri" panose="020F0502020204030204"/>
                <a:cs typeface="Calibri" panose="020F0502020204030204"/>
              </a:rPr>
              <a:t>	data</a:t>
            </a:r>
            <a:r>
              <a:rPr sz="2400" spc="-65" dirty="0">
                <a:latin typeface="Calibri" panose="020F0502020204030204"/>
                <a:cs typeface="Calibri" panose="020F0502020204030204"/>
              </a:rPr>
              <a:t> </a:t>
            </a:r>
            <a:r>
              <a:rPr sz="2400" dirty="0">
                <a:latin typeface="Calibri" panose="020F0502020204030204"/>
                <a:cs typeface="Calibri" panose="020F0502020204030204"/>
              </a:rPr>
              <a:t>as</a:t>
            </a:r>
            <a:r>
              <a:rPr sz="2400" spc="-60" dirty="0">
                <a:latin typeface="Calibri" panose="020F0502020204030204"/>
                <a:cs typeface="Calibri" panose="020F0502020204030204"/>
              </a:rPr>
              <a:t> </a:t>
            </a:r>
            <a:r>
              <a:rPr sz="2400" spc="-10" dirty="0">
                <a:latin typeface="Calibri" panose="020F0502020204030204"/>
                <a:cs typeface="Calibri" panose="020F0502020204030204"/>
              </a:rPr>
              <a:t>needed</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Two</a:t>
            </a:r>
            <a:r>
              <a:rPr sz="2400" b="1" spc="-50" dirty="0">
                <a:latin typeface="Calibri" panose="020F0502020204030204"/>
                <a:cs typeface="Calibri" panose="020F0502020204030204"/>
              </a:rPr>
              <a:t> </a:t>
            </a:r>
            <a:r>
              <a:rPr sz="2400" b="1" dirty="0">
                <a:latin typeface="Calibri" panose="020F0502020204030204"/>
                <a:cs typeface="Calibri" panose="020F0502020204030204"/>
              </a:rPr>
              <a:t>common</a:t>
            </a:r>
            <a:r>
              <a:rPr sz="2400" b="1" spc="-80" dirty="0">
                <a:latin typeface="Calibri" panose="020F0502020204030204"/>
                <a:cs typeface="Calibri" panose="020F0502020204030204"/>
              </a:rPr>
              <a:t> </a:t>
            </a:r>
            <a:r>
              <a:rPr sz="2400" b="1" spc="-10" dirty="0">
                <a:latin typeface="Calibri" panose="020F0502020204030204"/>
                <a:cs typeface="Calibri" panose="020F0502020204030204"/>
              </a:rPr>
              <a:t>transformations</a:t>
            </a:r>
            <a:endParaRPr sz="2400">
              <a:latin typeface="Calibri" panose="020F0502020204030204"/>
              <a:cs typeface="Calibri" panose="020F0502020204030204"/>
            </a:endParaRPr>
          </a:p>
          <a:p>
            <a:pPr>
              <a:lnSpc>
                <a:spcPct val="100000"/>
              </a:lnSpc>
              <a:spcBef>
                <a:spcPts val="195"/>
              </a:spcBef>
            </a:pPr>
            <a:endParaRPr sz="2400">
              <a:latin typeface="Calibri" panose="020F0502020204030204"/>
              <a:cs typeface="Calibri" panose="020F0502020204030204"/>
            </a:endParaRPr>
          </a:p>
          <a:p>
            <a:pPr marL="12700" marR="85090">
              <a:lnSpc>
                <a:spcPts val="2800"/>
              </a:lnSpc>
              <a:tabLst>
                <a:tab pos="485140" algn="l"/>
              </a:tabLst>
            </a:pPr>
            <a:r>
              <a:rPr sz="2400" spc="-20" dirty="0">
                <a:latin typeface="Calibri" panose="020F0502020204030204"/>
                <a:cs typeface="Calibri" panose="020F0502020204030204"/>
              </a:rPr>
              <a:t>–</a:t>
            </a:r>
            <a:r>
              <a:rPr sz="2400" b="1" spc="-10" dirty="0">
                <a:latin typeface="Calibri" panose="020F0502020204030204"/>
                <a:cs typeface="Calibri" panose="020F0502020204030204"/>
              </a:rPr>
              <a:t>map(</a:t>
            </a:r>
            <a:r>
              <a:rPr sz="2400" b="1" i="1" spc="-10" dirty="0">
                <a:latin typeface="Calibri" panose="020F0502020204030204"/>
                <a:cs typeface="Calibri" panose="020F0502020204030204"/>
              </a:rPr>
              <a:t>function</a:t>
            </a:r>
            <a:r>
              <a:rPr sz="2400" b="1" spc="-10" dirty="0">
                <a:latin typeface="Calibri" panose="020F0502020204030204"/>
                <a:cs typeface="Calibri" panose="020F0502020204030204"/>
              </a:rPr>
              <a:t>)</a:t>
            </a:r>
            <a:r>
              <a:rPr sz="2400" spc="-10" dirty="0">
                <a:latin typeface="Calibri" panose="020F0502020204030204"/>
                <a:cs typeface="Calibri" panose="020F0502020204030204"/>
              </a:rPr>
              <a:t>creates</a:t>
            </a:r>
            <a:r>
              <a:rPr sz="2400" spc="-20"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new</a:t>
            </a:r>
            <a:r>
              <a:rPr sz="2400" spc="-50" dirty="0">
                <a:latin typeface="Calibri" panose="020F0502020204030204"/>
                <a:cs typeface="Calibri" panose="020F0502020204030204"/>
              </a:rPr>
              <a:t> </a:t>
            </a:r>
            <a:r>
              <a:rPr sz="2400" dirty="0">
                <a:latin typeface="Calibri" panose="020F0502020204030204"/>
                <a:cs typeface="Calibri" panose="020F0502020204030204"/>
              </a:rPr>
              <a:t>RDD</a:t>
            </a:r>
            <a:r>
              <a:rPr sz="2400" spc="-55" dirty="0">
                <a:latin typeface="Calibri" panose="020F0502020204030204"/>
                <a:cs typeface="Calibri" panose="020F0502020204030204"/>
              </a:rPr>
              <a:t> </a:t>
            </a:r>
            <a:r>
              <a:rPr sz="2400" dirty="0">
                <a:latin typeface="Calibri" panose="020F0502020204030204"/>
                <a:cs typeface="Calibri" panose="020F0502020204030204"/>
              </a:rPr>
              <a:t>by</a:t>
            </a:r>
            <a:r>
              <a:rPr sz="2400" spc="-35" dirty="0">
                <a:latin typeface="Calibri" panose="020F0502020204030204"/>
                <a:cs typeface="Calibri" panose="020F0502020204030204"/>
              </a:rPr>
              <a:t> </a:t>
            </a:r>
            <a:r>
              <a:rPr sz="2400" dirty="0">
                <a:latin typeface="Calibri" panose="020F0502020204030204"/>
                <a:cs typeface="Calibri" panose="020F0502020204030204"/>
              </a:rPr>
              <a:t>performing</a:t>
            </a:r>
            <a:r>
              <a:rPr sz="2400" spc="-55"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spc="-10" dirty="0">
                <a:latin typeface="Calibri" panose="020F0502020204030204"/>
                <a:cs typeface="Calibri" panose="020F0502020204030204"/>
              </a:rPr>
              <a:t>function </a:t>
            </a:r>
            <a:r>
              <a:rPr sz="2400" spc="-25" dirty="0">
                <a:latin typeface="Calibri" panose="020F0502020204030204"/>
                <a:cs typeface="Calibri" panose="020F0502020204030204"/>
              </a:rPr>
              <a:t>on</a:t>
            </a:r>
            <a:r>
              <a:rPr sz="2400" dirty="0">
                <a:latin typeface="Calibri" panose="020F0502020204030204"/>
                <a:cs typeface="Calibri" panose="020F0502020204030204"/>
              </a:rPr>
              <a:t>	each</a:t>
            </a:r>
            <a:r>
              <a:rPr sz="2400" spc="-40" dirty="0">
                <a:latin typeface="Calibri" panose="020F0502020204030204"/>
                <a:cs typeface="Calibri" panose="020F0502020204030204"/>
              </a:rPr>
              <a:t> </a:t>
            </a:r>
            <a:r>
              <a:rPr sz="2400" spc="-10" dirty="0">
                <a:latin typeface="Calibri" panose="020F0502020204030204"/>
                <a:cs typeface="Calibri" panose="020F0502020204030204"/>
              </a:rPr>
              <a:t>record</a:t>
            </a:r>
            <a:r>
              <a:rPr sz="2400" spc="-35" dirty="0">
                <a:latin typeface="Calibri" panose="020F0502020204030204"/>
                <a:cs typeface="Calibri" panose="020F0502020204030204"/>
              </a:rPr>
              <a:t> </a:t>
            </a:r>
            <a:r>
              <a:rPr sz="2400" dirty="0">
                <a:latin typeface="Calibri" panose="020F0502020204030204"/>
                <a:cs typeface="Calibri" panose="020F0502020204030204"/>
              </a:rPr>
              <a:t>in</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dirty="0">
                <a:latin typeface="Calibri" panose="020F0502020204030204"/>
                <a:cs typeface="Calibri" panose="020F0502020204030204"/>
              </a:rPr>
              <a:t>base</a:t>
            </a:r>
            <a:r>
              <a:rPr sz="2400" spc="-35" dirty="0">
                <a:latin typeface="Calibri" panose="020F0502020204030204"/>
                <a:cs typeface="Calibri" panose="020F0502020204030204"/>
              </a:rPr>
              <a:t> </a:t>
            </a:r>
            <a:r>
              <a:rPr sz="2400" spc="-25" dirty="0">
                <a:latin typeface="Calibri" panose="020F0502020204030204"/>
                <a:cs typeface="Calibri" panose="020F0502020204030204"/>
              </a:rPr>
              <a:t>RDD</a:t>
            </a:r>
            <a:endParaRPr sz="2400">
              <a:latin typeface="Calibri" panose="020F0502020204030204"/>
              <a:cs typeface="Calibri" panose="020F0502020204030204"/>
            </a:endParaRPr>
          </a:p>
          <a:p>
            <a:pPr marL="12700" marR="5080">
              <a:lnSpc>
                <a:spcPct val="100000"/>
              </a:lnSpc>
              <a:spcBef>
                <a:spcPts val="5"/>
              </a:spcBef>
            </a:pPr>
            <a:r>
              <a:rPr sz="2400" spc="-20" dirty="0">
                <a:latin typeface="Calibri" panose="020F0502020204030204"/>
                <a:cs typeface="Calibri" panose="020F0502020204030204"/>
              </a:rPr>
              <a:t>–</a:t>
            </a:r>
            <a:r>
              <a:rPr sz="2400" b="1" spc="-10" dirty="0">
                <a:latin typeface="Calibri" panose="020F0502020204030204"/>
                <a:cs typeface="Calibri" panose="020F0502020204030204"/>
              </a:rPr>
              <a:t>filter(</a:t>
            </a:r>
            <a:r>
              <a:rPr sz="2400" b="1" i="1" spc="-10" dirty="0">
                <a:latin typeface="Calibri" panose="020F0502020204030204"/>
                <a:cs typeface="Calibri" panose="020F0502020204030204"/>
              </a:rPr>
              <a:t>function</a:t>
            </a:r>
            <a:r>
              <a:rPr sz="2400" b="1" spc="-10" dirty="0">
                <a:latin typeface="Calibri" panose="020F0502020204030204"/>
                <a:cs typeface="Calibri" panose="020F0502020204030204"/>
              </a:rPr>
              <a:t>)</a:t>
            </a:r>
            <a:r>
              <a:rPr sz="2400" spc="-10" dirty="0">
                <a:latin typeface="Calibri" panose="020F0502020204030204"/>
                <a:cs typeface="Calibri" panose="020F0502020204030204"/>
              </a:rPr>
              <a:t>creates</a:t>
            </a:r>
            <a:r>
              <a:rPr sz="2400" spc="5" dirty="0">
                <a:latin typeface="Calibri" panose="020F0502020204030204"/>
                <a:cs typeface="Calibri" panose="020F0502020204030204"/>
              </a:rPr>
              <a:t> </a:t>
            </a:r>
            <a:r>
              <a:rPr sz="2400" dirty="0">
                <a:latin typeface="Calibri" panose="020F0502020204030204"/>
                <a:cs typeface="Calibri" panose="020F0502020204030204"/>
              </a:rPr>
              <a:t>a</a:t>
            </a:r>
            <a:r>
              <a:rPr sz="2400" spc="-25" dirty="0">
                <a:latin typeface="Calibri" panose="020F0502020204030204"/>
                <a:cs typeface="Calibri" panose="020F0502020204030204"/>
              </a:rPr>
              <a:t> </a:t>
            </a:r>
            <a:r>
              <a:rPr sz="2400" dirty="0">
                <a:latin typeface="Calibri" panose="020F0502020204030204"/>
                <a:cs typeface="Calibri" panose="020F0502020204030204"/>
              </a:rPr>
              <a:t>new</a:t>
            </a:r>
            <a:r>
              <a:rPr sz="2400" spc="-40" dirty="0">
                <a:latin typeface="Calibri" panose="020F0502020204030204"/>
                <a:cs typeface="Calibri" panose="020F0502020204030204"/>
              </a:rPr>
              <a:t> </a:t>
            </a:r>
            <a:r>
              <a:rPr sz="2400" dirty="0">
                <a:latin typeface="Calibri" panose="020F0502020204030204"/>
                <a:cs typeface="Calibri" panose="020F0502020204030204"/>
              </a:rPr>
              <a:t>RDD</a:t>
            </a:r>
            <a:r>
              <a:rPr sz="2400" spc="-35" dirty="0">
                <a:latin typeface="Calibri" panose="020F0502020204030204"/>
                <a:cs typeface="Calibri" panose="020F0502020204030204"/>
              </a:rPr>
              <a:t> </a:t>
            </a:r>
            <a:r>
              <a:rPr sz="2400" dirty="0">
                <a:latin typeface="Calibri" panose="020F0502020204030204"/>
                <a:cs typeface="Calibri" panose="020F0502020204030204"/>
              </a:rPr>
              <a:t>by</a:t>
            </a:r>
            <a:r>
              <a:rPr sz="2400" spc="-20" dirty="0">
                <a:latin typeface="Calibri" panose="020F0502020204030204"/>
                <a:cs typeface="Calibri" panose="020F0502020204030204"/>
              </a:rPr>
              <a:t> </a:t>
            </a:r>
            <a:r>
              <a:rPr sz="2400" dirty="0">
                <a:latin typeface="Calibri" panose="020F0502020204030204"/>
                <a:cs typeface="Calibri" panose="020F0502020204030204"/>
              </a:rPr>
              <a:t>including</a:t>
            </a:r>
            <a:r>
              <a:rPr sz="2400" spc="-45" dirty="0">
                <a:latin typeface="Calibri" panose="020F0502020204030204"/>
                <a:cs typeface="Calibri" panose="020F0502020204030204"/>
              </a:rPr>
              <a:t> </a:t>
            </a:r>
            <a:r>
              <a:rPr sz="2400" dirty="0">
                <a:latin typeface="Calibri" panose="020F0502020204030204"/>
                <a:cs typeface="Calibri" panose="020F0502020204030204"/>
              </a:rPr>
              <a:t>or</a:t>
            </a:r>
            <a:r>
              <a:rPr sz="2400" spc="-20" dirty="0">
                <a:latin typeface="Calibri" panose="020F0502020204030204"/>
                <a:cs typeface="Calibri" panose="020F0502020204030204"/>
              </a:rPr>
              <a:t> </a:t>
            </a:r>
            <a:r>
              <a:rPr sz="2400" spc="-10" dirty="0">
                <a:latin typeface="Calibri" panose="020F0502020204030204"/>
                <a:cs typeface="Calibri" panose="020F0502020204030204"/>
              </a:rPr>
              <a:t>excluding </a:t>
            </a:r>
            <a:r>
              <a:rPr sz="2400" dirty="0">
                <a:latin typeface="Calibri" panose="020F0502020204030204"/>
                <a:cs typeface="Calibri" panose="020F0502020204030204"/>
              </a:rPr>
              <a:t>each</a:t>
            </a:r>
            <a:r>
              <a:rPr sz="2400" spc="-55" dirty="0">
                <a:latin typeface="Calibri" panose="020F0502020204030204"/>
                <a:cs typeface="Calibri" panose="020F0502020204030204"/>
              </a:rPr>
              <a:t> </a:t>
            </a:r>
            <a:r>
              <a:rPr sz="2400" spc="-10" dirty="0">
                <a:latin typeface="Calibri" panose="020F0502020204030204"/>
                <a:cs typeface="Calibri" panose="020F0502020204030204"/>
              </a:rPr>
              <a:t>record</a:t>
            </a:r>
            <a:r>
              <a:rPr sz="2400" spc="-40" dirty="0">
                <a:latin typeface="Calibri" panose="020F0502020204030204"/>
                <a:cs typeface="Calibri" panose="020F0502020204030204"/>
              </a:rPr>
              <a:t> </a:t>
            </a:r>
            <a:r>
              <a:rPr sz="2400" dirty="0">
                <a:latin typeface="Calibri" panose="020F0502020204030204"/>
                <a:cs typeface="Calibri" panose="020F0502020204030204"/>
              </a:rPr>
              <a:t>in</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35" dirty="0">
                <a:latin typeface="Calibri" panose="020F0502020204030204"/>
                <a:cs typeface="Calibri" panose="020F0502020204030204"/>
              </a:rPr>
              <a:t> </a:t>
            </a:r>
            <a:r>
              <a:rPr sz="2400" dirty="0">
                <a:latin typeface="Calibri" panose="020F0502020204030204"/>
                <a:cs typeface="Calibri" panose="020F0502020204030204"/>
              </a:rPr>
              <a:t>base</a:t>
            </a:r>
            <a:r>
              <a:rPr sz="2400" spc="-40" dirty="0">
                <a:latin typeface="Calibri" panose="020F0502020204030204"/>
                <a:cs typeface="Calibri" panose="020F0502020204030204"/>
              </a:rPr>
              <a:t> </a:t>
            </a:r>
            <a:r>
              <a:rPr sz="2400" dirty="0">
                <a:latin typeface="Calibri" panose="020F0502020204030204"/>
                <a:cs typeface="Calibri" panose="020F0502020204030204"/>
              </a:rPr>
              <a:t>RDD</a:t>
            </a:r>
            <a:r>
              <a:rPr sz="2400" spc="-50" dirty="0">
                <a:latin typeface="Calibri" panose="020F0502020204030204"/>
                <a:cs typeface="Calibri" panose="020F0502020204030204"/>
              </a:rPr>
              <a:t> </a:t>
            </a:r>
            <a:r>
              <a:rPr sz="2400" dirty="0">
                <a:latin typeface="Calibri" panose="020F0502020204030204"/>
                <a:cs typeface="Calibri" panose="020F0502020204030204"/>
              </a:rPr>
              <a:t>according</a:t>
            </a:r>
            <a:r>
              <a:rPr sz="2400" spc="-55" dirty="0">
                <a:latin typeface="Calibri" panose="020F0502020204030204"/>
                <a:cs typeface="Calibri" panose="020F0502020204030204"/>
              </a:rPr>
              <a:t> </a:t>
            </a:r>
            <a:r>
              <a:rPr sz="2400" dirty="0">
                <a:latin typeface="Calibri" panose="020F0502020204030204"/>
                <a:cs typeface="Calibri" panose="020F0502020204030204"/>
              </a:rPr>
              <a:t>to</a:t>
            </a:r>
            <a:r>
              <a:rPr sz="2400" spc="-60"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dirty="0">
                <a:latin typeface="Calibri" panose="020F0502020204030204"/>
                <a:cs typeface="Calibri" panose="020F0502020204030204"/>
              </a:rPr>
              <a:t>Boolean</a:t>
            </a:r>
            <a:r>
              <a:rPr sz="2400" spc="-60" dirty="0">
                <a:latin typeface="Calibri" panose="020F0502020204030204"/>
                <a:cs typeface="Calibri" panose="020F0502020204030204"/>
              </a:rPr>
              <a:t> </a:t>
            </a:r>
            <a:r>
              <a:rPr sz="2400" spc="-10" dirty="0">
                <a:latin typeface="Calibri" panose="020F0502020204030204"/>
                <a:cs typeface="Calibri" panose="020F0502020204030204"/>
              </a:rPr>
              <a:t>function</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algn="ctr">
              <a:lnSpc>
                <a:spcPct val="100000"/>
              </a:lnSpc>
              <a:spcBef>
                <a:spcPts val="95"/>
              </a:spcBef>
            </a:pPr>
            <a:r>
              <a:rPr sz="4000" spc="-10" dirty="0"/>
              <a:t>Example:</a:t>
            </a:r>
            <a:r>
              <a:rPr sz="4000" spc="-90" dirty="0"/>
              <a:t> </a:t>
            </a:r>
            <a:r>
              <a:rPr sz="4000" b="1" dirty="0">
                <a:latin typeface="Calibri" panose="020F0502020204030204"/>
                <a:cs typeface="Calibri" panose="020F0502020204030204"/>
              </a:rPr>
              <a:t>map</a:t>
            </a:r>
            <a:r>
              <a:rPr sz="4000" b="1" spc="-85" dirty="0">
                <a:latin typeface="Calibri" panose="020F0502020204030204"/>
                <a:cs typeface="Calibri" panose="020F0502020204030204"/>
              </a:rPr>
              <a:t> </a:t>
            </a:r>
            <a:r>
              <a:rPr sz="4000" dirty="0"/>
              <a:t>and</a:t>
            </a:r>
            <a:r>
              <a:rPr sz="4000" spc="-80" dirty="0"/>
              <a:t> </a:t>
            </a:r>
            <a:r>
              <a:rPr sz="4000" b="1" spc="-10" dirty="0">
                <a:latin typeface="Calibri" panose="020F0502020204030204"/>
                <a:cs typeface="Calibri" panose="020F0502020204030204"/>
              </a:rPr>
              <a:t>filter</a:t>
            </a:r>
            <a:endParaRPr sz="4000">
              <a:latin typeface="Calibri" panose="020F0502020204030204"/>
              <a:cs typeface="Calibri" panose="020F0502020204030204"/>
            </a:endParaRPr>
          </a:p>
          <a:p>
            <a:pPr algn="ctr">
              <a:lnSpc>
                <a:spcPct val="100000"/>
              </a:lnSpc>
            </a:pPr>
            <a:r>
              <a:rPr sz="4000" spc="-10" dirty="0"/>
              <a:t>Transformations</a:t>
            </a:r>
            <a:endParaRPr sz="4000"/>
          </a:p>
        </p:txBody>
      </p:sp>
      <p:pic>
        <p:nvPicPr>
          <p:cNvPr id="3" name="object 3"/>
          <p:cNvPicPr/>
          <p:nvPr/>
        </p:nvPicPr>
        <p:blipFill>
          <a:blip r:embed="rId2" cstate="print"/>
          <a:stretch>
            <a:fillRect/>
          </a:stretch>
        </p:blipFill>
        <p:spPr>
          <a:xfrm>
            <a:off x="696366" y="1555699"/>
            <a:ext cx="7692363" cy="4511877"/>
          </a:xfrm>
          <a:prstGeom prst="rect">
            <a:avLst/>
          </a:prstGeom>
        </p:spPr>
      </p:pic>
      <p:pic>
        <p:nvPicPr>
          <p:cNvPr id="4" name="Picture 3" descr="wingspan_logo.png"/>
          <p:cNvPicPr>
            <a:picLocks noChangeAspect="1"/>
          </p:cNvPicPr>
          <p:nvPr/>
        </p:nvPicPr>
        <p:blipFill>
          <a:blip r:embed="rId3"/>
          <a:stretch>
            <a:fillRect/>
          </a:stretch>
        </p:blipFill>
        <p:spPr>
          <a:xfrm>
            <a:off x="8394192" y="-21771"/>
            <a:ext cx="749808" cy="630936"/>
          </a:xfrm>
          <a:prstGeom prst="rect">
            <a:avLst/>
          </a:prstGeom>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993900">
              <a:lnSpc>
                <a:spcPct val="100000"/>
              </a:lnSpc>
              <a:spcBef>
                <a:spcPts val="105"/>
              </a:spcBef>
            </a:pPr>
            <a:r>
              <a:rPr dirty="0"/>
              <a:t>Lazy</a:t>
            </a:r>
            <a:r>
              <a:rPr spc="-110" dirty="0"/>
              <a:t> </a:t>
            </a:r>
            <a:r>
              <a:rPr dirty="0"/>
              <a:t>Execution</a:t>
            </a:r>
            <a:r>
              <a:rPr spc="-110" dirty="0"/>
              <a:t> </a:t>
            </a:r>
            <a:r>
              <a:rPr spc="-25" dirty="0"/>
              <a:t>(1)</a:t>
            </a:r>
          </a:p>
        </p:txBody>
      </p:sp>
      <p:pic>
        <p:nvPicPr>
          <p:cNvPr id="3" name="object 3"/>
          <p:cNvPicPr/>
          <p:nvPr/>
        </p:nvPicPr>
        <p:blipFill>
          <a:blip r:embed="rId2" cstate="print"/>
          <a:stretch>
            <a:fillRect/>
          </a:stretch>
        </p:blipFill>
        <p:spPr>
          <a:xfrm>
            <a:off x="762000" y="1700276"/>
            <a:ext cx="7575805" cy="3575043"/>
          </a:xfrm>
          <a:prstGeom prst="rect">
            <a:avLst/>
          </a:prstGeom>
        </p:spPr>
      </p:pic>
      <p:pic>
        <p:nvPicPr>
          <p:cNvPr id="4" name="Picture 3" descr="wingspan_logo.png"/>
          <p:cNvPicPr>
            <a:picLocks noChangeAspect="1"/>
          </p:cNvPicPr>
          <p:nvPr/>
        </p:nvPicPr>
        <p:blipFill>
          <a:blip r:embed="rId3"/>
          <a:stretch>
            <a:fillRect/>
          </a:stretch>
        </p:blipFill>
        <p:spPr>
          <a:xfrm>
            <a:off x="8458200" y="-36217"/>
            <a:ext cx="749808" cy="630936"/>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993900">
              <a:lnSpc>
                <a:spcPct val="100000"/>
              </a:lnSpc>
              <a:spcBef>
                <a:spcPts val="105"/>
              </a:spcBef>
            </a:pPr>
            <a:r>
              <a:rPr dirty="0"/>
              <a:t>Lazy</a:t>
            </a:r>
            <a:r>
              <a:rPr spc="-110" dirty="0"/>
              <a:t> </a:t>
            </a:r>
            <a:r>
              <a:rPr dirty="0"/>
              <a:t>Execution</a:t>
            </a:r>
            <a:r>
              <a:rPr spc="-110" dirty="0"/>
              <a:t> </a:t>
            </a:r>
            <a:r>
              <a:rPr spc="-25" dirty="0"/>
              <a:t>(2)</a:t>
            </a:r>
          </a:p>
        </p:txBody>
      </p:sp>
      <p:pic>
        <p:nvPicPr>
          <p:cNvPr id="3" name="object 3"/>
          <p:cNvPicPr/>
          <p:nvPr/>
        </p:nvPicPr>
        <p:blipFill>
          <a:blip r:embed="rId2" cstate="print"/>
          <a:stretch>
            <a:fillRect/>
          </a:stretch>
        </p:blipFill>
        <p:spPr>
          <a:xfrm>
            <a:off x="838200" y="1981200"/>
            <a:ext cx="7663560" cy="3657600"/>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993900">
              <a:lnSpc>
                <a:spcPct val="100000"/>
              </a:lnSpc>
              <a:spcBef>
                <a:spcPts val="105"/>
              </a:spcBef>
            </a:pPr>
            <a:r>
              <a:rPr dirty="0"/>
              <a:t>Lazy</a:t>
            </a:r>
            <a:r>
              <a:rPr spc="-110" dirty="0"/>
              <a:t> </a:t>
            </a:r>
            <a:r>
              <a:rPr dirty="0"/>
              <a:t>Execution</a:t>
            </a:r>
            <a:r>
              <a:rPr spc="-110" dirty="0"/>
              <a:t> </a:t>
            </a:r>
            <a:r>
              <a:rPr spc="-25" dirty="0"/>
              <a:t>(3)</a:t>
            </a:r>
          </a:p>
        </p:txBody>
      </p:sp>
      <p:pic>
        <p:nvPicPr>
          <p:cNvPr id="3" name="object 3"/>
          <p:cNvPicPr/>
          <p:nvPr/>
        </p:nvPicPr>
        <p:blipFill>
          <a:blip r:embed="rId2" cstate="print"/>
          <a:stretch>
            <a:fillRect/>
          </a:stretch>
        </p:blipFill>
        <p:spPr>
          <a:xfrm>
            <a:off x="685800" y="1681226"/>
            <a:ext cx="7445604" cy="3553519"/>
          </a:xfrm>
          <a:prstGeom prst="rect">
            <a:avLst/>
          </a:prstGeom>
        </p:spPr>
      </p:pic>
      <p:pic>
        <p:nvPicPr>
          <p:cNvPr id="4" name="Picture 3" descr="wingspan_logo.png"/>
          <p:cNvPicPr>
            <a:picLocks noChangeAspect="1"/>
          </p:cNvPicPr>
          <p:nvPr/>
        </p:nvPicPr>
        <p:blipFill>
          <a:blip r:embed="rId3"/>
          <a:stretch>
            <a:fillRect/>
          </a:stretch>
        </p:blipFill>
        <p:spPr>
          <a:xfrm>
            <a:off x="8394192" y="6220"/>
            <a:ext cx="749808" cy="630936"/>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993900">
              <a:lnSpc>
                <a:spcPct val="100000"/>
              </a:lnSpc>
              <a:spcBef>
                <a:spcPts val="105"/>
              </a:spcBef>
            </a:pPr>
            <a:r>
              <a:rPr dirty="0"/>
              <a:t>Lazy</a:t>
            </a:r>
            <a:r>
              <a:rPr spc="-110" dirty="0"/>
              <a:t> </a:t>
            </a:r>
            <a:r>
              <a:rPr dirty="0"/>
              <a:t>Execution</a:t>
            </a:r>
            <a:r>
              <a:rPr spc="-110" dirty="0"/>
              <a:t> </a:t>
            </a:r>
            <a:r>
              <a:rPr spc="-25" dirty="0"/>
              <a:t>(4)</a:t>
            </a:r>
          </a:p>
        </p:txBody>
      </p:sp>
      <p:pic>
        <p:nvPicPr>
          <p:cNvPr id="3" name="object 3"/>
          <p:cNvPicPr/>
          <p:nvPr/>
        </p:nvPicPr>
        <p:blipFill>
          <a:blip r:embed="rId2" cstate="print"/>
          <a:stretch>
            <a:fillRect/>
          </a:stretch>
        </p:blipFill>
        <p:spPr>
          <a:xfrm>
            <a:off x="609600" y="1452625"/>
            <a:ext cx="7489213" cy="4340307"/>
          </a:xfrm>
          <a:prstGeom prst="rect">
            <a:avLst/>
          </a:prstGeom>
        </p:spPr>
      </p:pic>
      <p:pic>
        <p:nvPicPr>
          <p:cNvPr id="4" name="Picture 3" descr="wingspan_logo.png"/>
          <p:cNvPicPr>
            <a:picLocks noChangeAspect="1"/>
          </p:cNvPicPr>
          <p:nvPr/>
        </p:nvPicPr>
        <p:blipFill>
          <a:blip r:embed="rId3"/>
          <a:stretch>
            <a:fillRect/>
          </a:stretch>
        </p:blipFill>
        <p:spPr>
          <a:xfrm>
            <a:off x="8426849" y="0"/>
            <a:ext cx="749808" cy="630936"/>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993900">
              <a:lnSpc>
                <a:spcPct val="100000"/>
              </a:lnSpc>
              <a:spcBef>
                <a:spcPts val="105"/>
              </a:spcBef>
            </a:pPr>
            <a:r>
              <a:rPr dirty="0"/>
              <a:t>Lazy</a:t>
            </a:r>
            <a:r>
              <a:rPr spc="-110" dirty="0"/>
              <a:t> </a:t>
            </a:r>
            <a:r>
              <a:rPr dirty="0"/>
              <a:t>Execution</a:t>
            </a:r>
            <a:r>
              <a:rPr spc="-110" dirty="0"/>
              <a:t> </a:t>
            </a:r>
            <a:r>
              <a:rPr spc="-25" dirty="0"/>
              <a:t>(5)</a:t>
            </a:r>
          </a:p>
        </p:txBody>
      </p:sp>
      <p:pic>
        <p:nvPicPr>
          <p:cNvPr id="3" name="object 3"/>
          <p:cNvPicPr/>
          <p:nvPr/>
        </p:nvPicPr>
        <p:blipFill>
          <a:blip r:embed="rId2" cstate="print"/>
          <a:stretch>
            <a:fillRect/>
          </a:stretch>
        </p:blipFill>
        <p:spPr>
          <a:xfrm>
            <a:off x="1081087" y="1304925"/>
            <a:ext cx="6705600" cy="4248150"/>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102870">
              <a:lnSpc>
                <a:spcPct val="100000"/>
              </a:lnSpc>
              <a:spcBef>
                <a:spcPts val="105"/>
              </a:spcBef>
            </a:pPr>
            <a:r>
              <a:rPr dirty="0"/>
              <a:t>Chaining</a:t>
            </a:r>
            <a:r>
              <a:rPr spc="-40" dirty="0"/>
              <a:t> </a:t>
            </a:r>
            <a:r>
              <a:rPr spc="-45" dirty="0"/>
              <a:t>Transformations</a:t>
            </a:r>
            <a:r>
              <a:rPr spc="-65" dirty="0"/>
              <a:t> </a:t>
            </a:r>
            <a:r>
              <a:rPr spc="-10" dirty="0"/>
              <a:t>(Scala)</a:t>
            </a:r>
          </a:p>
        </p:txBody>
      </p:sp>
      <p:sp>
        <p:nvSpPr>
          <p:cNvPr id="3" name="object 3"/>
          <p:cNvSpPr txBox="1"/>
          <p:nvPr/>
        </p:nvSpPr>
        <p:spPr>
          <a:xfrm>
            <a:off x="1069644" y="1994738"/>
            <a:ext cx="5468620" cy="39179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spc="-20" dirty="0">
                <a:latin typeface="Calibri" panose="020F0502020204030204"/>
                <a:cs typeface="Calibri" panose="020F0502020204030204"/>
              </a:rPr>
              <a:t>Transformations</a:t>
            </a:r>
            <a:r>
              <a:rPr sz="2400" b="1" spc="-35" dirty="0">
                <a:latin typeface="Calibri" panose="020F0502020204030204"/>
                <a:cs typeface="Calibri" panose="020F0502020204030204"/>
              </a:rPr>
              <a:t> </a:t>
            </a:r>
            <a:r>
              <a:rPr sz="2400" b="1" dirty="0">
                <a:latin typeface="Calibri" panose="020F0502020204030204"/>
                <a:cs typeface="Calibri" panose="020F0502020204030204"/>
              </a:rPr>
              <a:t>may</a:t>
            </a:r>
            <a:r>
              <a:rPr sz="2400" b="1" spc="-50" dirty="0">
                <a:latin typeface="Calibri" panose="020F0502020204030204"/>
                <a:cs typeface="Calibri" panose="020F0502020204030204"/>
              </a:rPr>
              <a:t> </a:t>
            </a:r>
            <a:r>
              <a:rPr sz="2400" b="1" dirty="0">
                <a:latin typeface="Calibri" panose="020F0502020204030204"/>
                <a:cs typeface="Calibri" panose="020F0502020204030204"/>
              </a:rPr>
              <a:t>be</a:t>
            </a:r>
            <a:r>
              <a:rPr sz="2400" b="1" spc="-40" dirty="0">
                <a:latin typeface="Calibri" panose="020F0502020204030204"/>
                <a:cs typeface="Calibri" panose="020F0502020204030204"/>
              </a:rPr>
              <a:t> </a:t>
            </a:r>
            <a:r>
              <a:rPr sz="2400" b="1" dirty="0">
                <a:latin typeface="Calibri" panose="020F0502020204030204"/>
                <a:cs typeface="Calibri" panose="020F0502020204030204"/>
              </a:rPr>
              <a:t>chained</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together</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681401" y="3074261"/>
            <a:ext cx="8037620" cy="1252303"/>
          </a:xfrm>
          <a:prstGeom prst="rect">
            <a:avLst/>
          </a:prstGeom>
        </p:spPr>
      </p:pic>
      <p:pic>
        <p:nvPicPr>
          <p:cNvPr id="5" name="Picture 4" descr="wingspan_logo.png"/>
          <p:cNvPicPr>
            <a:picLocks noChangeAspect="1"/>
          </p:cNvPicPr>
          <p:nvPr/>
        </p:nvPicPr>
        <p:blipFill>
          <a:blip r:embed="rId3"/>
          <a:stretch>
            <a:fillRect/>
          </a:stretch>
        </p:blipFill>
        <p:spPr>
          <a:xfrm>
            <a:off x="8397302" y="6220"/>
            <a:ext cx="749808" cy="630936"/>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2903473"/>
            <a:ext cx="8229600" cy="1127760"/>
          </a:xfrm>
          <a:custGeom>
            <a:avLst/>
            <a:gdLst/>
            <a:ahLst/>
            <a:cxnLst/>
            <a:rect l="l" t="t" r="r" b="b"/>
            <a:pathLst>
              <a:path w="8229600" h="1127760">
                <a:moveTo>
                  <a:pt x="8041767" y="0"/>
                </a:moveTo>
                <a:lnTo>
                  <a:pt x="187883" y="0"/>
                </a:lnTo>
                <a:lnTo>
                  <a:pt x="137939" y="6708"/>
                </a:lnTo>
                <a:lnTo>
                  <a:pt x="93058" y="25639"/>
                </a:lnTo>
                <a:lnTo>
                  <a:pt x="55032" y="55006"/>
                </a:lnTo>
                <a:lnTo>
                  <a:pt x="25653" y="93020"/>
                </a:lnTo>
                <a:lnTo>
                  <a:pt x="6711" y="137892"/>
                </a:lnTo>
                <a:lnTo>
                  <a:pt x="0" y="187833"/>
                </a:lnTo>
                <a:lnTo>
                  <a:pt x="0" y="939419"/>
                </a:lnTo>
                <a:lnTo>
                  <a:pt x="6711" y="989359"/>
                </a:lnTo>
                <a:lnTo>
                  <a:pt x="25653" y="1034231"/>
                </a:lnTo>
                <a:lnTo>
                  <a:pt x="55032" y="1072245"/>
                </a:lnTo>
                <a:lnTo>
                  <a:pt x="93058" y="1101612"/>
                </a:lnTo>
                <a:lnTo>
                  <a:pt x="137939" y="1120543"/>
                </a:lnTo>
                <a:lnTo>
                  <a:pt x="187883" y="1127252"/>
                </a:lnTo>
                <a:lnTo>
                  <a:pt x="8041767" y="1127252"/>
                </a:lnTo>
                <a:lnTo>
                  <a:pt x="8091707" y="1120543"/>
                </a:lnTo>
                <a:lnTo>
                  <a:pt x="8136579" y="1101612"/>
                </a:lnTo>
                <a:lnTo>
                  <a:pt x="8174593" y="1072245"/>
                </a:lnTo>
                <a:lnTo>
                  <a:pt x="8203960" y="1034231"/>
                </a:lnTo>
                <a:lnTo>
                  <a:pt x="8222891" y="989359"/>
                </a:lnTo>
                <a:lnTo>
                  <a:pt x="8229600" y="939419"/>
                </a:lnTo>
                <a:lnTo>
                  <a:pt x="8229600" y="187833"/>
                </a:lnTo>
                <a:lnTo>
                  <a:pt x="8222891" y="137892"/>
                </a:lnTo>
                <a:lnTo>
                  <a:pt x="8203960" y="93020"/>
                </a:lnTo>
                <a:lnTo>
                  <a:pt x="8174593" y="55006"/>
                </a:lnTo>
                <a:lnTo>
                  <a:pt x="8136579" y="25639"/>
                </a:lnTo>
                <a:lnTo>
                  <a:pt x="8091707" y="6708"/>
                </a:lnTo>
                <a:lnTo>
                  <a:pt x="8041767" y="0"/>
                </a:lnTo>
                <a:close/>
              </a:path>
            </a:pathLst>
          </a:custGeom>
          <a:solidFill>
            <a:srgbClr val="4F81BC"/>
          </a:solidFill>
        </p:spPr>
        <p:txBody>
          <a:bodyPr wrap="square" lIns="0" tIns="0" rIns="0" bIns="0" rtlCol="0"/>
          <a:lstStyle/>
          <a:p>
            <a:endParaRPr/>
          </a:p>
        </p:txBody>
      </p:sp>
      <p:sp>
        <p:nvSpPr>
          <p:cNvPr id="3" name="object 3" descr="$PPTXTitle"/>
          <p:cNvSpPr txBox="1">
            <a:spLocks noGrp="1"/>
          </p:cNvSpPr>
          <p:nvPr>
            <p:ph type="title"/>
          </p:nvPr>
        </p:nvSpPr>
        <p:spPr>
          <a:xfrm>
            <a:off x="2300477" y="3024962"/>
            <a:ext cx="4698365" cy="742950"/>
          </a:xfrm>
          <a:prstGeom prst="rect">
            <a:avLst/>
          </a:prstGeom>
        </p:spPr>
        <p:txBody>
          <a:bodyPr vert="horz" wrap="square" lIns="0" tIns="13335" rIns="0" bIns="0" rtlCol="0">
            <a:spAutoFit/>
          </a:bodyPr>
          <a:lstStyle/>
          <a:p>
            <a:pPr marL="12700">
              <a:lnSpc>
                <a:spcPct val="100000"/>
              </a:lnSpc>
              <a:spcBef>
                <a:spcPts val="105"/>
              </a:spcBef>
            </a:pPr>
            <a:r>
              <a:rPr sz="4700" dirty="0">
                <a:solidFill>
                  <a:srgbClr val="FFFFFF"/>
                </a:solidFill>
              </a:rPr>
              <a:t>Working</a:t>
            </a:r>
            <a:r>
              <a:rPr sz="4700" spc="-155" dirty="0">
                <a:solidFill>
                  <a:srgbClr val="FFFFFF"/>
                </a:solidFill>
              </a:rPr>
              <a:t> </a:t>
            </a:r>
            <a:r>
              <a:rPr sz="4700" dirty="0">
                <a:solidFill>
                  <a:srgbClr val="FFFFFF"/>
                </a:solidFill>
              </a:rPr>
              <a:t>with</a:t>
            </a:r>
            <a:r>
              <a:rPr sz="4700" spc="-145" dirty="0">
                <a:solidFill>
                  <a:srgbClr val="FFFFFF"/>
                </a:solidFill>
              </a:rPr>
              <a:t> </a:t>
            </a:r>
            <a:r>
              <a:rPr sz="4700" spc="-20" dirty="0">
                <a:solidFill>
                  <a:srgbClr val="FFFFFF"/>
                </a:solidFill>
              </a:rPr>
              <a:t>RDDs</a:t>
            </a:r>
            <a:endParaRPr sz="4700"/>
          </a:p>
        </p:txBody>
      </p:sp>
      <p:pic>
        <p:nvPicPr>
          <p:cNvPr id="4" name="object 4"/>
          <p:cNvPicPr/>
          <p:nvPr/>
        </p:nvPicPr>
        <p:blipFill>
          <a:blip r:embed="rId2" cstate="print"/>
          <a:stretch>
            <a:fillRect/>
          </a:stretch>
        </p:blipFill>
        <p:spPr>
          <a:xfrm>
            <a:off x="7239000" y="2057400"/>
            <a:ext cx="771525" cy="771525"/>
          </a:xfrm>
          <a:prstGeom prst="rect">
            <a:avLst/>
          </a:prstGeom>
        </p:spPr>
      </p:pic>
      <p:pic>
        <p:nvPicPr>
          <p:cNvPr id="5" name="Picture 4" descr="wingspan_logo.png"/>
          <p:cNvPicPr>
            <a:picLocks noChangeAspect="1"/>
          </p:cNvPicPr>
          <p:nvPr/>
        </p:nvPicPr>
        <p:blipFill>
          <a:blip r:embed="rId3"/>
          <a:stretch>
            <a:fillRect/>
          </a:stretch>
        </p:blipFill>
        <p:spPr>
          <a:xfrm>
            <a:off x="8423739" y="15551"/>
            <a:ext cx="749808" cy="630936"/>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3954017" y="461594"/>
            <a:ext cx="1236980" cy="697230"/>
          </a:xfrm>
          <a:prstGeom prst="rect">
            <a:avLst/>
          </a:prstGeom>
        </p:spPr>
        <p:txBody>
          <a:bodyPr vert="horz" wrap="square" lIns="0" tIns="13335" rIns="0" bIns="0" rtlCol="0">
            <a:spAutoFit/>
          </a:bodyPr>
          <a:lstStyle/>
          <a:p>
            <a:pPr marL="12700">
              <a:lnSpc>
                <a:spcPct val="100000"/>
              </a:lnSpc>
              <a:spcBef>
                <a:spcPts val="105"/>
              </a:spcBef>
            </a:pPr>
            <a:r>
              <a:rPr spc="-20" dirty="0"/>
              <a:t>RDDs</a:t>
            </a:r>
          </a:p>
        </p:txBody>
      </p:sp>
      <p:sp>
        <p:nvSpPr>
          <p:cNvPr id="3" name="object 3"/>
          <p:cNvSpPr txBox="1"/>
          <p:nvPr/>
        </p:nvSpPr>
        <p:spPr>
          <a:xfrm>
            <a:off x="764540" y="1319021"/>
            <a:ext cx="7355840" cy="441579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panose="020F0502020204030204"/>
                <a:cs typeface="Calibri" panose="020F0502020204030204"/>
              </a:rPr>
              <a:t>RDDs</a:t>
            </a:r>
            <a:r>
              <a:rPr sz="2400" b="1" spc="-30" dirty="0">
                <a:latin typeface="Calibri" panose="020F0502020204030204"/>
                <a:cs typeface="Calibri" panose="020F0502020204030204"/>
              </a:rPr>
              <a:t> </a:t>
            </a:r>
            <a:r>
              <a:rPr sz="2400" b="1" dirty="0">
                <a:latin typeface="Calibri" panose="020F0502020204030204"/>
                <a:cs typeface="Calibri" panose="020F0502020204030204"/>
              </a:rPr>
              <a:t>can</a:t>
            </a:r>
            <a:r>
              <a:rPr sz="2400" b="1" spc="-40" dirty="0">
                <a:latin typeface="Calibri" panose="020F0502020204030204"/>
                <a:cs typeface="Calibri" panose="020F0502020204030204"/>
              </a:rPr>
              <a:t> </a:t>
            </a:r>
            <a:r>
              <a:rPr sz="2400" b="1" dirty="0">
                <a:latin typeface="Calibri" panose="020F0502020204030204"/>
                <a:cs typeface="Calibri" panose="020F0502020204030204"/>
              </a:rPr>
              <a:t>hold</a:t>
            </a:r>
            <a:r>
              <a:rPr sz="2400" b="1" spc="-40" dirty="0">
                <a:latin typeface="Calibri" panose="020F0502020204030204"/>
                <a:cs typeface="Calibri" panose="020F0502020204030204"/>
              </a:rPr>
              <a:t> </a:t>
            </a:r>
            <a:r>
              <a:rPr sz="2400" b="1" dirty="0">
                <a:latin typeface="Calibri" panose="020F0502020204030204"/>
                <a:cs typeface="Calibri" panose="020F0502020204030204"/>
              </a:rPr>
              <a:t>any</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serializable</a:t>
            </a:r>
            <a:r>
              <a:rPr sz="2400" b="1" spc="-35" dirty="0">
                <a:latin typeface="Calibri" panose="020F0502020204030204"/>
                <a:cs typeface="Calibri" panose="020F0502020204030204"/>
              </a:rPr>
              <a:t> </a:t>
            </a:r>
            <a:r>
              <a:rPr sz="2400" b="1" dirty="0">
                <a:latin typeface="Calibri" panose="020F0502020204030204"/>
                <a:cs typeface="Calibri" panose="020F0502020204030204"/>
              </a:rPr>
              <a:t>type</a:t>
            </a:r>
            <a:r>
              <a:rPr sz="2400" b="1" spc="-20" dirty="0">
                <a:latin typeface="Calibri" panose="020F0502020204030204"/>
                <a:cs typeface="Calibri" panose="020F0502020204030204"/>
              </a:rPr>
              <a:t> </a:t>
            </a:r>
            <a:r>
              <a:rPr sz="2400" b="1" dirty="0">
                <a:latin typeface="Calibri" panose="020F0502020204030204"/>
                <a:cs typeface="Calibri" panose="020F0502020204030204"/>
              </a:rPr>
              <a:t>of</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element</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Primitive</a:t>
            </a:r>
            <a:r>
              <a:rPr sz="2400" spc="-40" dirty="0">
                <a:latin typeface="Calibri" panose="020F0502020204030204"/>
                <a:cs typeface="Calibri" panose="020F0502020204030204"/>
              </a:rPr>
              <a:t> </a:t>
            </a:r>
            <a:r>
              <a:rPr sz="2400" dirty="0">
                <a:latin typeface="Calibri" panose="020F0502020204030204"/>
                <a:cs typeface="Calibri" panose="020F0502020204030204"/>
              </a:rPr>
              <a:t>types</a:t>
            </a:r>
            <a:r>
              <a:rPr sz="2400" spc="-45" dirty="0">
                <a:latin typeface="Calibri" panose="020F0502020204030204"/>
                <a:cs typeface="Calibri" panose="020F0502020204030204"/>
              </a:rPr>
              <a:t> </a:t>
            </a:r>
            <a:r>
              <a:rPr sz="2400" dirty="0">
                <a:latin typeface="Calibri" panose="020F0502020204030204"/>
                <a:cs typeface="Calibri" panose="020F0502020204030204"/>
              </a:rPr>
              <a:t>such</a:t>
            </a:r>
            <a:r>
              <a:rPr sz="2400" spc="-40" dirty="0">
                <a:latin typeface="Calibri" panose="020F0502020204030204"/>
                <a:cs typeface="Calibri" panose="020F0502020204030204"/>
              </a:rPr>
              <a:t> </a:t>
            </a:r>
            <a:r>
              <a:rPr sz="2400" dirty="0">
                <a:latin typeface="Calibri" panose="020F0502020204030204"/>
                <a:cs typeface="Calibri" panose="020F0502020204030204"/>
              </a:rPr>
              <a:t>as</a:t>
            </a:r>
            <a:r>
              <a:rPr sz="2400" spc="-40" dirty="0">
                <a:latin typeface="Calibri" panose="020F0502020204030204"/>
                <a:cs typeface="Calibri" panose="020F0502020204030204"/>
              </a:rPr>
              <a:t> </a:t>
            </a:r>
            <a:r>
              <a:rPr sz="2400" spc="-10" dirty="0">
                <a:latin typeface="Calibri" panose="020F0502020204030204"/>
                <a:cs typeface="Calibri" panose="020F0502020204030204"/>
              </a:rPr>
              <a:t>integers,</a:t>
            </a:r>
            <a:r>
              <a:rPr sz="2400" spc="-50" dirty="0">
                <a:latin typeface="Calibri" panose="020F0502020204030204"/>
                <a:cs typeface="Calibri" panose="020F0502020204030204"/>
              </a:rPr>
              <a:t> </a:t>
            </a:r>
            <a:r>
              <a:rPr sz="2400" spc="-10" dirty="0">
                <a:latin typeface="Calibri" panose="020F0502020204030204"/>
                <a:cs typeface="Calibri" panose="020F0502020204030204"/>
              </a:rPr>
              <a:t>characters,</a:t>
            </a:r>
            <a:r>
              <a:rPr sz="2400" spc="-75" dirty="0">
                <a:latin typeface="Calibri" panose="020F0502020204030204"/>
                <a:cs typeface="Calibri" panose="020F0502020204030204"/>
              </a:rPr>
              <a:t> </a:t>
            </a:r>
            <a:r>
              <a:rPr sz="2400" dirty="0">
                <a:latin typeface="Calibri" panose="020F0502020204030204"/>
                <a:cs typeface="Calibri" panose="020F0502020204030204"/>
              </a:rPr>
              <a:t>and</a:t>
            </a:r>
            <a:r>
              <a:rPr sz="2400" spc="-80" dirty="0">
                <a:latin typeface="Calibri" panose="020F0502020204030204"/>
                <a:cs typeface="Calibri" panose="020F0502020204030204"/>
              </a:rPr>
              <a:t> </a:t>
            </a:r>
            <a:r>
              <a:rPr sz="2400" spc="-10" dirty="0">
                <a:latin typeface="Calibri" panose="020F0502020204030204"/>
                <a:cs typeface="Calibri" panose="020F0502020204030204"/>
              </a:rPr>
              <a:t>booleans</a:t>
            </a:r>
            <a:endParaRPr sz="2400">
              <a:latin typeface="Calibri" panose="020F0502020204030204"/>
              <a:cs typeface="Calibri" panose="020F0502020204030204"/>
            </a:endParaRPr>
          </a:p>
          <a:p>
            <a:pPr marL="12700" marR="273050" indent="219710">
              <a:lnSpc>
                <a:spcPts val="2800"/>
              </a:lnSpc>
              <a:spcBef>
                <a:spcPts val="160"/>
              </a:spcBef>
              <a:buChar char="–"/>
              <a:tabLst>
                <a:tab pos="232410" algn="l"/>
                <a:tab pos="2027555" algn="l"/>
              </a:tabLst>
            </a:pPr>
            <a:r>
              <a:rPr sz="2400" dirty="0">
                <a:latin typeface="Calibri" panose="020F0502020204030204"/>
                <a:cs typeface="Calibri" panose="020F0502020204030204"/>
              </a:rPr>
              <a:t>Sequence</a:t>
            </a:r>
            <a:r>
              <a:rPr sz="2400" spc="-40" dirty="0">
                <a:latin typeface="Calibri" panose="020F0502020204030204"/>
                <a:cs typeface="Calibri" panose="020F0502020204030204"/>
              </a:rPr>
              <a:t> </a:t>
            </a:r>
            <a:r>
              <a:rPr sz="2400" dirty="0">
                <a:latin typeface="Calibri" panose="020F0502020204030204"/>
                <a:cs typeface="Calibri" panose="020F0502020204030204"/>
              </a:rPr>
              <a:t>types</a:t>
            </a:r>
            <a:r>
              <a:rPr sz="2400" spc="-45" dirty="0">
                <a:latin typeface="Calibri" panose="020F0502020204030204"/>
                <a:cs typeface="Calibri" panose="020F0502020204030204"/>
              </a:rPr>
              <a:t> </a:t>
            </a:r>
            <a:r>
              <a:rPr sz="2400" dirty="0">
                <a:latin typeface="Calibri" panose="020F0502020204030204"/>
                <a:cs typeface="Calibri" panose="020F0502020204030204"/>
              </a:rPr>
              <a:t>such</a:t>
            </a:r>
            <a:r>
              <a:rPr sz="2400" spc="-50" dirty="0">
                <a:latin typeface="Calibri" panose="020F0502020204030204"/>
                <a:cs typeface="Calibri" panose="020F0502020204030204"/>
              </a:rPr>
              <a:t> </a:t>
            </a:r>
            <a:r>
              <a:rPr sz="2400" dirty="0">
                <a:latin typeface="Calibri" panose="020F0502020204030204"/>
                <a:cs typeface="Calibri" panose="020F0502020204030204"/>
              </a:rPr>
              <a:t>as</a:t>
            </a:r>
            <a:r>
              <a:rPr sz="2400" spc="-45" dirty="0">
                <a:latin typeface="Calibri" panose="020F0502020204030204"/>
                <a:cs typeface="Calibri" panose="020F0502020204030204"/>
              </a:rPr>
              <a:t> </a:t>
            </a:r>
            <a:r>
              <a:rPr sz="2400" dirty="0">
                <a:latin typeface="Calibri" panose="020F0502020204030204"/>
                <a:cs typeface="Calibri" panose="020F0502020204030204"/>
              </a:rPr>
              <a:t>strings,</a:t>
            </a:r>
            <a:r>
              <a:rPr sz="2400" spc="-45" dirty="0">
                <a:latin typeface="Calibri" panose="020F0502020204030204"/>
                <a:cs typeface="Calibri" panose="020F0502020204030204"/>
              </a:rPr>
              <a:t> </a:t>
            </a:r>
            <a:r>
              <a:rPr sz="2400" dirty="0">
                <a:latin typeface="Calibri" panose="020F0502020204030204"/>
                <a:cs typeface="Calibri" panose="020F0502020204030204"/>
              </a:rPr>
              <a:t>lists,</a:t>
            </a:r>
            <a:r>
              <a:rPr sz="2400" spc="-55" dirty="0">
                <a:latin typeface="Calibri" panose="020F0502020204030204"/>
                <a:cs typeface="Calibri" panose="020F0502020204030204"/>
              </a:rPr>
              <a:t> </a:t>
            </a:r>
            <a:r>
              <a:rPr sz="2400" spc="-10" dirty="0">
                <a:latin typeface="Calibri" panose="020F0502020204030204"/>
                <a:cs typeface="Calibri" panose="020F0502020204030204"/>
              </a:rPr>
              <a:t>arrays,</a:t>
            </a:r>
            <a:r>
              <a:rPr sz="2400" spc="-50" dirty="0">
                <a:latin typeface="Calibri" panose="020F0502020204030204"/>
                <a:cs typeface="Calibri" panose="020F0502020204030204"/>
              </a:rPr>
              <a:t> </a:t>
            </a:r>
            <a:r>
              <a:rPr sz="2400" dirty="0">
                <a:latin typeface="Calibri" panose="020F0502020204030204"/>
                <a:cs typeface="Calibri" panose="020F0502020204030204"/>
              </a:rPr>
              <a:t>tuples,</a:t>
            </a:r>
            <a:r>
              <a:rPr sz="2400" spc="-40" dirty="0">
                <a:latin typeface="Calibri" panose="020F0502020204030204"/>
                <a:cs typeface="Calibri" panose="020F0502020204030204"/>
              </a:rPr>
              <a:t> </a:t>
            </a:r>
            <a:r>
              <a:rPr sz="2400" spc="-25" dirty="0">
                <a:latin typeface="Calibri" panose="020F0502020204030204"/>
                <a:cs typeface="Calibri" panose="020F0502020204030204"/>
              </a:rPr>
              <a:t>and </a:t>
            </a:r>
            <a:r>
              <a:rPr sz="2400" dirty="0">
                <a:latin typeface="Calibri" panose="020F0502020204030204"/>
                <a:cs typeface="Calibri" panose="020F0502020204030204"/>
              </a:rPr>
              <a:t>dicts</a:t>
            </a:r>
            <a:r>
              <a:rPr sz="2400" spc="-35" dirty="0">
                <a:latin typeface="Calibri" panose="020F0502020204030204"/>
                <a:cs typeface="Calibri" panose="020F0502020204030204"/>
              </a:rPr>
              <a:t> </a:t>
            </a:r>
            <a:r>
              <a:rPr sz="2400" spc="-10" dirty="0">
                <a:latin typeface="Calibri" panose="020F0502020204030204"/>
                <a:cs typeface="Calibri" panose="020F0502020204030204"/>
              </a:rPr>
              <a:t>(including</a:t>
            </a:r>
            <a:r>
              <a:rPr sz="2400" dirty="0">
                <a:latin typeface="Calibri" panose="020F0502020204030204"/>
                <a:cs typeface="Calibri" panose="020F0502020204030204"/>
              </a:rPr>
              <a:t>	</a:t>
            </a:r>
            <a:r>
              <a:rPr sz="2400" spc="-10" dirty="0">
                <a:latin typeface="Calibri" panose="020F0502020204030204"/>
                <a:cs typeface="Calibri" panose="020F0502020204030204"/>
              </a:rPr>
              <a:t>nested</a:t>
            </a:r>
            <a:r>
              <a:rPr sz="2400" spc="-75" dirty="0">
                <a:latin typeface="Calibri" panose="020F0502020204030204"/>
                <a:cs typeface="Calibri" panose="020F0502020204030204"/>
              </a:rPr>
              <a:t> </a:t>
            </a:r>
            <a:r>
              <a:rPr sz="2400" dirty="0">
                <a:latin typeface="Calibri" panose="020F0502020204030204"/>
                <a:cs typeface="Calibri" panose="020F0502020204030204"/>
              </a:rPr>
              <a:t>data</a:t>
            </a:r>
            <a:r>
              <a:rPr sz="2400" spc="-65" dirty="0">
                <a:latin typeface="Calibri" panose="020F0502020204030204"/>
                <a:cs typeface="Calibri" panose="020F0502020204030204"/>
              </a:rPr>
              <a:t> </a:t>
            </a:r>
            <a:r>
              <a:rPr sz="2400" spc="-10" dirty="0">
                <a:latin typeface="Calibri" panose="020F0502020204030204"/>
                <a:cs typeface="Calibri" panose="020F0502020204030204"/>
              </a:rPr>
              <a:t>types)</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Scala/Java</a:t>
            </a:r>
            <a:r>
              <a:rPr sz="2400" spc="-70" dirty="0">
                <a:latin typeface="Calibri" panose="020F0502020204030204"/>
                <a:cs typeface="Calibri" panose="020F0502020204030204"/>
              </a:rPr>
              <a:t> </a:t>
            </a:r>
            <a:r>
              <a:rPr sz="2400" dirty="0">
                <a:latin typeface="Calibri" panose="020F0502020204030204"/>
                <a:cs typeface="Calibri" panose="020F0502020204030204"/>
              </a:rPr>
              <a:t>Objects</a:t>
            </a:r>
            <a:r>
              <a:rPr sz="2400" spc="-50" dirty="0">
                <a:latin typeface="Calibri" panose="020F0502020204030204"/>
                <a:cs typeface="Calibri" panose="020F0502020204030204"/>
              </a:rPr>
              <a:t> </a:t>
            </a:r>
            <a:r>
              <a:rPr sz="2400" dirty="0">
                <a:latin typeface="Calibri" panose="020F0502020204030204"/>
                <a:cs typeface="Calibri" panose="020F0502020204030204"/>
              </a:rPr>
              <a:t>(if</a:t>
            </a:r>
            <a:r>
              <a:rPr sz="2400" spc="-75" dirty="0">
                <a:latin typeface="Calibri" panose="020F0502020204030204"/>
                <a:cs typeface="Calibri" panose="020F0502020204030204"/>
              </a:rPr>
              <a:t> </a:t>
            </a:r>
            <a:r>
              <a:rPr sz="2400" spc="-10" dirty="0">
                <a:latin typeface="Calibri" panose="020F0502020204030204"/>
                <a:cs typeface="Calibri" panose="020F0502020204030204"/>
              </a:rPr>
              <a:t>serializable)</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Mixed</a:t>
            </a:r>
            <a:r>
              <a:rPr sz="2400" spc="-105" dirty="0">
                <a:latin typeface="Calibri" panose="020F0502020204030204"/>
                <a:cs typeface="Calibri" panose="020F0502020204030204"/>
              </a:rPr>
              <a:t> </a:t>
            </a:r>
            <a:r>
              <a:rPr sz="2400" spc="-20" dirty="0">
                <a:latin typeface="Calibri" panose="020F0502020204030204"/>
                <a:cs typeface="Calibri" panose="020F0502020204030204"/>
              </a:rPr>
              <a:t>types</a:t>
            </a:r>
            <a:endParaRPr sz="2400">
              <a:latin typeface="Calibri" panose="020F0502020204030204"/>
              <a:cs typeface="Calibri" panose="020F0502020204030204"/>
            </a:endParaRPr>
          </a:p>
          <a:p>
            <a:pPr marL="12700" marR="1158875">
              <a:lnSpc>
                <a:spcPct val="100000"/>
              </a:lnSpc>
            </a:pPr>
            <a:r>
              <a:rPr sz="2400" dirty="0">
                <a:latin typeface="Calibri" panose="020F0502020204030204"/>
                <a:cs typeface="Calibri" panose="020F0502020204030204"/>
              </a:rPr>
              <a:t>§</a:t>
            </a:r>
            <a:r>
              <a:rPr sz="2400" spc="-60" dirty="0">
                <a:latin typeface="Calibri" panose="020F0502020204030204"/>
                <a:cs typeface="Calibri" panose="020F0502020204030204"/>
              </a:rPr>
              <a:t> </a:t>
            </a:r>
            <a:r>
              <a:rPr sz="2400" b="1" dirty="0">
                <a:latin typeface="Calibri" panose="020F0502020204030204"/>
                <a:cs typeface="Calibri" panose="020F0502020204030204"/>
              </a:rPr>
              <a:t>Some</a:t>
            </a:r>
            <a:r>
              <a:rPr sz="2400" b="1" spc="-75" dirty="0">
                <a:latin typeface="Calibri" panose="020F0502020204030204"/>
                <a:cs typeface="Calibri" panose="020F0502020204030204"/>
              </a:rPr>
              <a:t> </a:t>
            </a:r>
            <a:r>
              <a:rPr sz="2400" b="1" dirty="0">
                <a:latin typeface="Calibri" panose="020F0502020204030204"/>
                <a:cs typeface="Calibri" panose="020F0502020204030204"/>
              </a:rPr>
              <a:t>RDDs</a:t>
            </a:r>
            <a:r>
              <a:rPr sz="2400" b="1" spc="-55" dirty="0">
                <a:latin typeface="Calibri" panose="020F0502020204030204"/>
                <a:cs typeface="Calibri" panose="020F0502020204030204"/>
              </a:rPr>
              <a:t> </a:t>
            </a:r>
            <a:r>
              <a:rPr sz="2400" b="1" dirty="0">
                <a:latin typeface="Calibri" panose="020F0502020204030204"/>
                <a:cs typeface="Calibri" panose="020F0502020204030204"/>
              </a:rPr>
              <a:t>are</a:t>
            </a:r>
            <a:r>
              <a:rPr sz="2400" b="1" spc="-65" dirty="0">
                <a:latin typeface="Calibri" panose="020F0502020204030204"/>
                <a:cs typeface="Calibri" panose="020F0502020204030204"/>
              </a:rPr>
              <a:t> </a:t>
            </a:r>
            <a:r>
              <a:rPr sz="2400" b="1" dirty="0">
                <a:latin typeface="Calibri" panose="020F0502020204030204"/>
                <a:cs typeface="Calibri" panose="020F0502020204030204"/>
              </a:rPr>
              <a:t>specialized</a:t>
            </a:r>
            <a:r>
              <a:rPr sz="2400" b="1" spc="-65" dirty="0">
                <a:latin typeface="Calibri" panose="020F0502020204030204"/>
                <a:cs typeface="Calibri" panose="020F0502020204030204"/>
              </a:rPr>
              <a:t> </a:t>
            </a:r>
            <a:r>
              <a:rPr sz="2400" b="1" dirty="0">
                <a:latin typeface="Calibri" panose="020F0502020204030204"/>
                <a:cs typeface="Calibri" panose="020F0502020204030204"/>
              </a:rPr>
              <a:t>and</a:t>
            </a:r>
            <a:r>
              <a:rPr sz="2400" b="1" spc="-55" dirty="0">
                <a:latin typeface="Calibri" panose="020F0502020204030204"/>
                <a:cs typeface="Calibri" panose="020F0502020204030204"/>
              </a:rPr>
              <a:t> </a:t>
            </a:r>
            <a:r>
              <a:rPr sz="2400" b="1" dirty="0">
                <a:latin typeface="Calibri" panose="020F0502020204030204"/>
                <a:cs typeface="Calibri" panose="020F0502020204030204"/>
              </a:rPr>
              <a:t>have</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additional functionality</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dirty="0">
                <a:latin typeface="Calibri" panose="020F0502020204030204"/>
                <a:cs typeface="Calibri" panose="020F0502020204030204"/>
              </a:rPr>
              <a:t>Pair</a:t>
            </a:r>
            <a:r>
              <a:rPr sz="2400" spc="-90" dirty="0">
                <a:latin typeface="Calibri" panose="020F0502020204030204"/>
                <a:cs typeface="Calibri" panose="020F0502020204030204"/>
              </a:rPr>
              <a:t> </a:t>
            </a:r>
            <a:r>
              <a:rPr sz="2400" spc="-20" dirty="0">
                <a:latin typeface="Calibri" panose="020F0502020204030204"/>
                <a:cs typeface="Calibri" panose="020F0502020204030204"/>
              </a:rPr>
              <a:t>RDDs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RDDs</a:t>
            </a:r>
            <a:r>
              <a:rPr sz="2400" spc="-60" dirty="0">
                <a:latin typeface="Calibri" panose="020F0502020204030204"/>
                <a:cs typeface="Calibri" panose="020F0502020204030204"/>
              </a:rPr>
              <a:t> </a:t>
            </a:r>
            <a:r>
              <a:rPr sz="2400" dirty="0">
                <a:latin typeface="Calibri" panose="020F0502020204030204"/>
                <a:cs typeface="Calibri" panose="020F0502020204030204"/>
              </a:rPr>
              <a:t>consisting</a:t>
            </a:r>
            <a:r>
              <a:rPr sz="2400" spc="-60" dirty="0">
                <a:latin typeface="Calibri" panose="020F0502020204030204"/>
                <a:cs typeface="Calibri" panose="020F0502020204030204"/>
              </a:rPr>
              <a:t> </a:t>
            </a:r>
            <a:r>
              <a:rPr sz="2400" dirty="0">
                <a:latin typeface="Calibri" panose="020F0502020204030204"/>
                <a:cs typeface="Calibri" panose="020F0502020204030204"/>
              </a:rPr>
              <a:t>of</a:t>
            </a:r>
            <a:r>
              <a:rPr sz="2400" spc="-45" dirty="0">
                <a:latin typeface="Calibri" panose="020F0502020204030204"/>
                <a:cs typeface="Calibri" panose="020F0502020204030204"/>
              </a:rPr>
              <a:t> </a:t>
            </a:r>
            <a:r>
              <a:rPr sz="2400" spc="-40" dirty="0">
                <a:latin typeface="Calibri" panose="020F0502020204030204"/>
                <a:cs typeface="Calibri" panose="020F0502020204030204"/>
              </a:rPr>
              <a:t>key-</a:t>
            </a:r>
            <a:r>
              <a:rPr sz="2400" dirty="0">
                <a:latin typeface="Calibri" panose="020F0502020204030204"/>
                <a:cs typeface="Calibri" panose="020F0502020204030204"/>
              </a:rPr>
              <a:t>value</a:t>
            </a:r>
            <a:r>
              <a:rPr sz="2400" spc="-45" dirty="0">
                <a:latin typeface="Calibri" panose="020F0502020204030204"/>
                <a:cs typeface="Calibri" panose="020F0502020204030204"/>
              </a:rPr>
              <a:t> </a:t>
            </a:r>
            <a:r>
              <a:rPr sz="2400" spc="-10" dirty="0">
                <a:latin typeface="Calibri" panose="020F0502020204030204"/>
                <a:cs typeface="Calibri" panose="020F0502020204030204"/>
              </a:rPr>
              <a:t>pairs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Double</a:t>
            </a:r>
            <a:r>
              <a:rPr sz="2400" spc="-65" dirty="0">
                <a:latin typeface="Calibri" panose="020F0502020204030204"/>
                <a:cs typeface="Calibri" panose="020F0502020204030204"/>
              </a:rPr>
              <a:t> </a:t>
            </a:r>
            <a:r>
              <a:rPr sz="2400" spc="-20" dirty="0">
                <a:latin typeface="Calibri" panose="020F0502020204030204"/>
                <a:cs typeface="Calibri" panose="020F0502020204030204"/>
              </a:rPr>
              <a:t>RDDs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RDDs</a:t>
            </a:r>
            <a:r>
              <a:rPr sz="2400" spc="-45" dirty="0">
                <a:latin typeface="Calibri" panose="020F0502020204030204"/>
                <a:cs typeface="Calibri" panose="020F0502020204030204"/>
              </a:rPr>
              <a:t> </a:t>
            </a:r>
            <a:r>
              <a:rPr sz="2400" dirty="0">
                <a:latin typeface="Calibri" panose="020F0502020204030204"/>
                <a:cs typeface="Calibri" panose="020F0502020204030204"/>
              </a:rPr>
              <a:t>consisting</a:t>
            </a:r>
            <a:r>
              <a:rPr sz="2400" spc="-45" dirty="0">
                <a:latin typeface="Calibri" panose="020F0502020204030204"/>
                <a:cs typeface="Calibri" panose="020F0502020204030204"/>
              </a:rPr>
              <a:t> </a:t>
            </a:r>
            <a:r>
              <a:rPr sz="2400" dirty="0">
                <a:latin typeface="Calibri" panose="020F0502020204030204"/>
                <a:cs typeface="Calibri" panose="020F0502020204030204"/>
              </a:rPr>
              <a:t>of</a:t>
            </a:r>
            <a:r>
              <a:rPr sz="2400" spc="-30" dirty="0">
                <a:latin typeface="Calibri" panose="020F0502020204030204"/>
                <a:cs typeface="Calibri" panose="020F0502020204030204"/>
              </a:rPr>
              <a:t> </a:t>
            </a:r>
            <a:r>
              <a:rPr sz="2400" dirty="0">
                <a:latin typeface="Calibri" panose="020F0502020204030204"/>
                <a:cs typeface="Calibri" panose="020F0502020204030204"/>
              </a:rPr>
              <a:t>numeric</a:t>
            </a:r>
            <a:r>
              <a:rPr sz="2400" spc="-50" dirty="0">
                <a:latin typeface="Calibri" panose="020F0502020204030204"/>
                <a:cs typeface="Calibri" panose="020F0502020204030204"/>
              </a:rPr>
              <a:t> </a:t>
            </a:r>
            <a:r>
              <a:rPr sz="2400" spc="-20" dirty="0">
                <a:latin typeface="Calibri" panose="020F0502020204030204"/>
                <a:cs typeface="Calibri" panose="020F0502020204030204"/>
              </a:rPr>
              <a:t>data</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10886"/>
            <a:ext cx="749808" cy="630936"/>
          </a:xfrm>
          <a:prstGeom prst="rect">
            <a:avLst/>
          </a:prstGeom>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483235">
              <a:lnSpc>
                <a:spcPct val="100000"/>
              </a:lnSpc>
              <a:spcBef>
                <a:spcPts val="105"/>
              </a:spcBef>
            </a:pPr>
            <a:r>
              <a:rPr dirty="0"/>
              <a:t>Creating</a:t>
            </a:r>
            <a:r>
              <a:rPr spc="-90" dirty="0"/>
              <a:t> </a:t>
            </a:r>
            <a:r>
              <a:rPr dirty="0"/>
              <a:t>RDDs</a:t>
            </a:r>
            <a:r>
              <a:rPr spc="-75" dirty="0"/>
              <a:t> </a:t>
            </a:r>
            <a:r>
              <a:rPr dirty="0"/>
              <a:t>from</a:t>
            </a:r>
            <a:r>
              <a:rPr spc="-75" dirty="0"/>
              <a:t> </a:t>
            </a:r>
            <a:r>
              <a:rPr spc="-10" dirty="0"/>
              <a:t>Collections</a:t>
            </a:r>
          </a:p>
        </p:txBody>
      </p:sp>
      <p:sp>
        <p:nvSpPr>
          <p:cNvPr id="3" name="object 3"/>
          <p:cNvSpPr txBox="1"/>
          <p:nvPr/>
        </p:nvSpPr>
        <p:spPr>
          <a:xfrm>
            <a:off x="917244" y="2057780"/>
            <a:ext cx="6608445" cy="2512695"/>
          </a:xfrm>
          <a:prstGeom prst="rect">
            <a:avLst/>
          </a:prstGeom>
        </p:spPr>
        <p:txBody>
          <a:bodyPr vert="horz" wrap="square" lIns="0" tIns="12700" rIns="0" bIns="0" rtlCol="0">
            <a:spAutoFit/>
          </a:bodyPr>
          <a:lstStyle/>
          <a:p>
            <a:pPr marL="12700">
              <a:lnSpc>
                <a:spcPct val="100000"/>
              </a:lnSpc>
              <a:spcBef>
                <a:spcPts val="100"/>
              </a:spcBef>
            </a:pPr>
            <a:r>
              <a:rPr sz="2400" b="1" spc="-45" dirty="0">
                <a:latin typeface="Calibri" panose="020F0502020204030204"/>
                <a:cs typeface="Calibri" panose="020F0502020204030204"/>
              </a:rPr>
              <a:t>You</a:t>
            </a:r>
            <a:r>
              <a:rPr sz="2400" b="1" spc="-75" dirty="0">
                <a:latin typeface="Calibri" panose="020F0502020204030204"/>
                <a:cs typeface="Calibri" panose="020F0502020204030204"/>
              </a:rPr>
              <a:t> </a:t>
            </a:r>
            <a:r>
              <a:rPr sz="2400" b="1" dirty="0">
                <a:latin typeface="Calibri" panose="020F0502020204030204"/>
                <a:cs typeface="Calibri" panose="020F0502020204030204"/>
              </a:rPr>
              <a:t>can</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create</a:t>
            </a:r>
            <a:r>
              <a:rPr sz="2400" b="1" spc="-75" dirty="0">
                <a:latin typeface="Calibri" panose="020F0502020204030204"/>
                <a:cs typeface="Calibri" panose="020F0502020204030204"/>
              </a:rPr>
              <a:t> </a:t>
            </a:r>
            <a:r>
              <a:rPr sz="2400" b="1" dirty="0">
                <a:latin typeface="Calibri" panose="020F0502020204030204"/>
                <a:cs typeface="Calibri" panose="020F0502020204030204"/>
              </a:rPr>
              <a:t>RDDs</a:t>
            </a:r>
            <a:r>
              <a:rPr sz="2400" b="1" spc="-70" dirty="0">
                <a:latin typeface="Calibri" panose="020F0502020204030204"/>
                <a:cs typeface="Calibri" panose="020F0502020204030204"/>
              </a:rPr>
              <a:t> </a:t>
            </a:r>
            <a:r>
              <a:rPr sz="2400" b="1" dirty="0">
                <a:latin typeface="Calibri" panose="020F0502020204030204"/>
                <a:cs typeface="Calibri" panose="020F0502020204030204"/>
              </a:rPr>
              <a:t>from</a:t>
            </a:r>
            <a:r>
              <a:rPr sz="2400" b="1" spc="-70" dirty="0">
                <a:latin typeface="Calibri" panose="020F0502020204030204"/>
                <a:cs typeface="Calibri" panose="020F0502020204030204"/>
              </a:rPr>
              <a:t> </a:t>
            </a:r>
            <a:r>
              <a:rPr sz="2400" b="1" dirty="0">
                <a:latin typeface="Calibri" panose="020F0502020204030204"/>
                <a:cs typeface="Calibri" panose="020F0502020204030204"/>
              </a:rPr>
              <a:t>collections</a:t>
            </a:r>
            <a:r>
              <a:rPr sz="2400" b="1" spc="-80" dirty="0">
                <a:latin typeface="Calibri" panose="020F0502020204030204"/>
                <a:cs typeface="Calibri" panose="020F0502020204030204"/>
              </a:rPr>
              <a:t> </a:t>
            </a:r>
            <a:r>
              <a:rPr sz="2400" b="1" dirty="0">
                <a:latin typeface="Calibri" panose="020F0502020204030204"/>
                <a:cs typeface="Calibri" panose="020F0502020204030204"/>
              </a:rPr>
              <a:t>instead</a:t>
            </a:r>
            <a:r>
              <a:rPr sz="2400" b="1" spc="-60" dirty="0">
                <a:latin typeface="Calibri" panose="020F0502020204030204"/>
                <a:cs typeface="Calibri" panose="020F0502020204030204"/>
              </a:rPr>
              <a:t> </a:t>
            </a:r>
            <a:r>
              <a:rPr sz="2400" b="1" dirty="0">
                <a:latin typeface="Calibri" panose="020F0502020204030204"/>
                <a:cs typeface="Calibri" panose="020F0502020204030204"/>
              </a:rPr>
              <a:t>of</a:t>
            </a:r>
            <a:r>
              <a:rPr sz="2400" b="1" spc="-80" dirty="0">
                <a:latin typeface="Calibri" panose="020F0502020204030204"/>
                <a:cs typeface="Calibri" panose="020F0502020204030204"/>
              </a:rPr>
              <a:t> </a:t>
            </a:r>
            <a:r>
              <a:rPr sz="2400" b="1" spc="-10" dirty="0">
                <a:latin typeface="Calibri" panose="020F0502020204030204"/>
                <a:cs typeface="Calibri" panose="020F0502020204030204"/>
              </a:rPr>
              <a:t>files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sc.parallelize(</a:t>
            </a:r>
            <a:r>
              <a:rPr sz="2400" b="1" i="1" spc="-10" dirty="0">
                <a:latin typeface="Calibri" panose="020F0502020204030204"/>
                <a:cs typeface="Calibri" panose="020F0502020204030204"/>
              </a:rPr>
              <a:t>collection</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a:lnSpc>
                <a:spcPct val="100000"/>
              </a:lnSpc>
              <a:spcBef>
                <a:spcPts val="2250"/>
              </a:spcBef>
            </a:pPr>
            <a:endParaRPr sz="2400">
              <a:latin typeface="Calibri" panose="020F0502020204030204"/>
              <a:cs typeface="Calibri" panose="020F0502020204030204"/>
            </a:endParaRPr>
          </a:p>
          <a:p>
            <a:pPr marL="393065">
              <a:lnSpc>
                <a:spcPct val="100000"/>
              </a:lnSpc>
              <a:spcBef>
                <a:spcPts val="5"/>
              </a:spcBef>
            </a:pPr>
            <a:r>
              <a:rPr sz="1800" b="1" dirty="0">
                <a:latin typeface="Calibri" panose="020F0502020204030204"/>
                <a:cs typeface="Calibri" panose="020F0502020204030204"/>
              </a:rPr>
              <a:t>myData</a:t>
            </a:r>
            <a:r>
              <a:rPr sz="1800" b="1" spc="-60" dirty="0">
                <a:latin typeface="Calibri" panose="020F0502020204030204"/>
                <a:cs typeface="Calibri" panose="020F0502020204030204"/>
              </a:rPr>
              <a:t> </a:t>
            </a:r>
            <a:r>
              <a:rPr sz="1800" b="1" dirty="0">
                <a:latin typeface="Calibri" panose="020F0502020204030204"/>
                <a:cs typeface="Calibri" panose="020F0502020204030204"/>
              </a:rPr>
              <a:t>=</a:t>
            </a:r>
            <a:r>
              <a:rPr sz="1800" b="1" spc="-35" dirty="0">
                <a:latin typeface="Calibri" panose="020F0502020204030204"/>
                <a:cs typeface="Calibri" panose="020F0502020204030204"/>
              </a:rPr>
              <a:t> </a:t>
            </a:r>
            <a:r>
              <a:rPr sz="1800" b="1" spc="-10" dirty="0">
                <a:latin typeface="Calibri" panose="020F0502020204030204"/>
                <a:cs typeface="Calibri" panose="020F0502020204030204"/>
              </a:rPr>
              <a:t>["Alice","Carlos","Frank","Barbara"]</a:t>
            </a:r>
            <a:endParaRPr sz="1800">
              <a:latin typeface="Calibri" panose="020F0502020204030204"/>
              <a:cs typeface="Calibri" panose="020F0502020204030204"/>
            </a:endParaRPr>
          </a:p>
          <a:p>
            <a:pPr marL="558800" indent="-165735">
              <a:lnSpc>
                <a:spcPct val="100000"/>
              </a:lnSpc>
              <a:buFont typeface="Calibri" panose="020F0502020204030204"/>
              <a:buChar char="&gt;"/>
              <a:tabLst>
                <a:tab pos="558800" algn="l"/>
              </a:tabLst>
            </a:pPr>
            <a:r>
              <a:rPr sz="1800" b="1" dirty="0">
                <a:latin typeface="Calibri" panose="020F0502020204030204"/>
                <a:cs typeface="Calibri" panose="020F0502020204030204"/>
              </a:rPr>
              <a:t>myRdd</a:t>
            </a:r>
            <a:r>
              <a:rPr sz="1800" b="1" spc="-20" dirty="0">
                <a:latin typeface="Calibri" panose="020F0502020204030204"/>
                <a:cs typeface="Calibri" panose="020F0502020204030204"/>
              </a:rPr>
              <a:t> </a:t>
            </a:r>
            <a:r>
              <a:rPr sz="1800" b="1" dirty="0">
                <a:latin typeface="Calibri" panose="020F0502020204030204"/>
                <a:cs typeface="Calibri" panose="020F0502020204030204"/>
              </a:rPr>
              <a:t>=</a:t>
            </a:r>
            <a:r>
              <a:rPr sz="1800" b="1" spc="-30" dirty="0">
                <a:latin typeface="Calibri" panose="020F0502020204030204"/>
                <a:cs typeface="Calibri" panose="020F0502020204030204"/>
              </a:rPr>
              <a:t> </a:t>
            </a:r>
            <a:r>
              <a:rPr sz="1800" b="1" spc="-10" dirty="0">
                <a:latin typeface="Calibri" panose="020F0502020204030204"/>
                <a:cs typeface="Calibri" panose="020F0502020204030204"/>
              </a:rPr>
              <a:t>sc.parallelize(myData)</a:t>
            </a:r>
            <a:endParaRPr sz="1800">
              <a:latin typeface="Calibri" panose="020F0502020204030204"/>
              <a:cs typeface="Calibri" panose="020F0502020204030204"/>
            </a:endParaRPr>
          </a:p>
          <a:p>
            <a:pPr marL="393065" marR="4652645" indent="165735">
              <a:lnSpc>
                <a:spcPct val="100000"/>
              </a:lnSpc>
              <a:buFont typeface="Calibri" panose="020F0502020204030204"/>
              <a:buChar char="&gt;"/>
              <a:tabLst>
                <a:tab pos="558800" algn="l"/>
              </a:tabLst>
            </a:pPr>
            <a:r>
              <a:rPr sz="1800" b="1" spc="-20" dirty="0">
                <a:latin typeface="Calibri" panose="020F0502020204030204"/>
                <a:cs typeface="Calibri" panose="020F0502020204030204"/>
              </a:rPr>
              <a:t>myRdd.take(2) </a:t>
            </a:r>
            <a:r>
              <a:rPr sz="1800" b="1" dirty="0">
                <a:latin typeface="Calibri" panose="020F0502020204030204"/>
                <a:cs typeface="Calibri" panose="020F0502020204030204"/>
              </a:rPr>
              <a:t>['Alice',</a:t>
            </a:r>
            <a:r>
              <a:rPr sz="1800" b="1" spc="-60" dirty="0">
                <a:latin typeface="Calibri" panose="020F0502020204030204"/>
                <a:cs typeface="Calibri" panose="020F0502020204030204"/>
              </a:rPr>
              <a:t> </a:t>
            </a:r>
            <a:r>
              <a:rPr sz="1800" b="1" spc="-10" dirty="0">
                <a:latin typeface="Calibri" panose="020F0502020204030204"/>
                <a:cs typeface="Calibri" panose="020F0502020204030204"/>
              </a:rPr>
              <a:t>'Carlos']</a:t>
            </a:r>
            <a:endParaRPr sz="18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323215">
              <a:lnSpc>
                <a:spcPct val="100000"/>
              </a:lnSpc>
              <a:spcBef>
                <a:spcPts val="105"/>
              </a:spcBef>
            </a:pPr>
            <a:r>
              <a:rPr dirty="0"/>
              <a:t>Creating</a:t>
            </a:r>
            <a:r>
              <a:rPr spc="-85" dirty="0"/>
              <a:t> </a:t>
            </a:r>
            <a:r>
              <a:rPr dirty="0"/>
              <a:t>RDDs</a:t>
            </a:r>
            <a:r>
              <a:rPr spc="-80" dirty="0"/>
              <a:t> </a:t>
            </a:r>
            <a:r>
              <a:rPr dirty="0"/>
              <a:t>from</a:t>
            </a:r>
            <a:r>
              <a:rPr spc="-80" dirty="0"/>
              <a:t> </a:t>
            </a:r>
            <a:r>
              <a:rPr spc="-75" dirty="0"/>
              <a:t>Text</a:t>
            </a:r>
            <a:r>
              <a:rPr spc="-80" dirty="0"/>
              <a:t> </a:t>
            </a:r>
            <a:r>
              <a:rPr dirty="0"/>
              <a:t>Files</a:t>
            </a:r>
            <a:r>
              <a:rPr spc="-85" dirty="0"/>
              <a:t> </a:t>
            </a:r>
            <a:r>
              <a:rPr spc="-25" dirty="0"/>
              <a:t>(1)</a:t>
            </a:r>
          </a:p>
        </p:txBody>
      </p:sp>
      <p:sp>
        <p:nvSpPr>
          <p:cNvPr id="3" name="object 3"/>
          <p:cNvSpPr txBox="1"/>
          <p:nvPr/>
        </p:nvSpPr>
        <p:spPr>
          <a:xfrm>
            <a:off x="840739" y="1537461"/>
            <a:ext cx="7201534" cy="441579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panose="020F0502020204030204"/>
                <a:cs typeface="Calibri" panose="020F0502020204030204"/>
              </a:rPr>
              <a:t>For</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file-</a:t>
            </a:r>
            <a:r>
              <a:rPr sz="2400" b="1" dirty="0">
                <a:latin typeface="Calibri" panose="020F0502020204030204"/>
                <a:cs typeface="Calibri" panose="020F0502020204030204"/>
              </a:rPr>
              <a:t>based</a:t>
            </a:r>
            <a:r>
              <a:rPr sz="2400" b="1" spc="-10" dirty="0">
                <a:latin typeface="Calibri" panose="020F0502020204030204"/>
                <a:cs typeface="Calibri" panose="020F0502020204030204"/>
              </a:rPr>
              <a:t> </a:t>
            </a:r>
            <a:r>
              <a:rPr sz="2400" b="1" dirty="0">
                <a:latin typeface="Calibri" panose="020F0502020204030204"/>
                <a:cs typeface="Calibri" panose="020F0502020204030204"/>
              </a:rPr>
              <a:t>RDDs,</a:t>
            </a:r>
            <a:r>
              <a:rPr sz="2400" b="1" spc="-40" dirty="0">
                <a:latin typeface="Calibri" panose="020F0502020204030204"/>
                <a:cs typeface="Calibri" panose="020F0502020204030204"/>
              </a:rPr>
              <a:t> </a:t>
            </a:r>
            <a:r>
              <a:rPr sz="2400" b="1" dirty="0">
                <a:latin typeface="Calibri" panose="020F0502020204030204"/>
                <a:cs typeface="Calibri" panose="020F0502020204030204"/>
              </a:rPr>
              <a:t>use</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SparkContext.textFile</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Accepts</a:t>
            </a:r>
            <a:r>
              <a:rPr sz="2400" spc="-60" dirty="0">
                <a:latin typeface="Calibri" panose="020F0502020204030204"/>
                <a:cs typeface="Calibri" panose="020F0502020204030204"/>
              </a:rPr>
              <a:t> </a:t>
            </a:r>
            <a:r>
              <a:rPr sz="2400" dirty="0">
                <a:latin typeface="Calibri" panose="020F0502020204030204"/>
                <a:cs typeface="Calibri" panose="020F0502020204030204"/>
              </a:rPr>
              <a:t>a</a:t>
            </a:r>
            <a:r>
              <a:rPr sz="2400" spc="-25" dirty="0">
                <a:latin typeface="Calibri" panose="020F0502020204030204"/>
                <a:cs typeface="Calibri" panose="020F0502020204030204"/>
              </a:rPr>
              <a:t> </a:t>
            </a:r>
            <a:r>
              <a:rPr sz="2400" dirty="0">
                <a:latin typeface="Calibri" panose="020F0502020204030204"/>
                <a:cs typeface="Calibri" panose="020F0502020204030204"/>
              </a:rPr>
              <a:t>single</a:t>
            </a:r>
            <a:r>
              <a:rPr sz="2400" spc="-35" dirty="0">
                <a:latin typeface="Calibri" panose="020F0502020204030204"/>
                <a:cs typeface="Calibri" panose="020F0502020204030204"/>
              </a:rPr>
              <a:t> </a:t>
            </a:r>
            <a:r>
              <a:rPr sz="2400" dirty="0">
                <a:latin typeface="Calibri" panose="020F0502020204030204"/>
                <a:cs typeface="Calibri" panose="020F0502020204030204"/>
              </a:rPr>
              <a:t>file,</a:t>
            </a:r>
            <a:r>
              <a:rPr sz="2400" spc="-30" dirty="0">
                <a:latin typeface="Calibri" panose="020F0502020204030204"/>
                <a:cs typeface="Calibri" panose="020F0502020204030204"/>
              </a:rPr>
              <a:t> </a:t>
            </a:r>
            <a:r>
              <a:rPr sz="2400" dirty="0">
                <a:latin typeface="Calibri" panose="020F0502020204030204"/>
                <a:cs typeface="Calibri" panose="020F0502020204030204"/>
              </a:rPr>
              <a:t>a</a:t>
            </a:r>
            <a:r>
              <a:rPr sz="2400" spc="-25" dirty="0">
                <a:latin typeface="Calibri" panose="020F0502020204030204"/>
                <a:cs typeface="Calibri" panose="020F0502020204030204"/>
              </a:rPr>
              <a:t> </a:t>
            </a:r>
            <a:r>
              <a:rPr sz="2400" dirty="0">
                <a:latin typeface="Calibri" panose="020F0502020204030204"/>
                <a:cs typeface="Calibri" panose="020F0502020204030204"/>
              </a:rPr>
              <a:t>directory</a:t>
            </a:r>
            <a:r>
              <a:rPr sz="2400" spc="-60" dirty="0">
                <a:latin typeface="Calibri" panose="020F0502020204030204"/>
                <a:cs typeface="Calibri" panose="020F0502020204030204"/>
              </a:rPr>
              <a:t> </a:t>
            </a:r>
            <a:r>
              <a:rPr sz="2400" dirty="0">
                <a:latin typeface="Calibri" panose="020F0502020204030204"/>
                <a:cs typeface="Calibri" panose="020F0502020204030204"/>
              </a:rPr>
              <a:t>of</a:t>
            </a:r>
            <a:r>
              <a:rPr sz="2400" spc="-35" dirty="0">
                <a:latin typeface="Calibri" panose="020F0502020204030204"/>
                <a:cs typeface="Calibri" panose="020F0502020204030204"/>
              </a:rPr>
              <a:t> </a:t>
            </a:r>
            <a:r>
              <a:rPr sz="2400" dirty="0">
                <a:latin typeface="Calibri" panose="020F0502020204030204"/>
                <a:cs typeface="Calibri" panose="020F0502020204030204"/>
              </a:rPr>
              <a:t>files,</a:t>
            </a:r>
            <a:r>
              <a:rPr sz="2400" spc="-25" dirty="0">
                <a:latin typeface="Calibri" panose="020F0502020204030204"/>
                <a:cs typeface="Calibri" panose="020F0502020204030204"/>
              </a:rPr>
              <a:t> </a:t>
            </a:r>
            <a:r>
              <a:rPr sz="2400" dirty="0">
                <a:latin typeface="Calibri" panose="020F0502020204030204"/>
                <a:cs typeface="Calibri" panose="020F0502020204030204"/>
              </a:rPr>
              <a:t>a</a:t>
            </a:r>
            <a:r>
              <a:rPr sz="2400" spc="-25" dirty="0">
                <a:latin typeface="Calibri" panose="020F0502020204030204"/>
                <a:cs typeface="Calibri" panose="020F0502020204030204"/>
              </a:rPr>
              <a:t> </a:t>
            </a:r>
            <a:r>
              <a:rPr sz="2400" dirty="0">
                <a:latin typeface="Calibri" panose="020F0502020204030204"/>
                <a:cs typeface="Calibri" panose="020F0502020204030204"/>
              </a:rPr>
              <a:t>wildcard</a:t>
            </a:r>
            <a:r>
              <a:rPr sz="2400" spc="-45" dirty="0">
                <a:latin typeface="Calibri" panose="020F0502020204030204"/>
                <a:cs typeface="Calibri" panose="020F0502020204030204"/>
              </a:rPr>
              <a:t> </a:t>
            </a:r>
            <a:r>
              <a:rPr sz="2400" dirty="0">
                <a:latin typeface="Calibri" panose="020F0502020204030204"/>
                <a:cs typeface="Calibri" panose="020F0502020204030204"/>
              </a:rPr>
              <a:t>list</a:t>
            </a:r>
            <a:r>
              <a:rPr sz="2400" spc="-45" dirty="0">
                <a:latin typeface="Calibri" panose="020F0502020204030204"/>
                <a:cs typeface="Calibri" panose="020F0502020204030204"/>
              </a:rPr>
              <a:t> </a:t>
            </a:r>
            <a:r>
              <a:rPr sz="2400" spc="-25" dirty="0">
                <a:latin typeface="Calibri" panose="020F0502020204030204"/>
                <a:cs typeface="Calibri" panose="020F0502020204030204"/>
              </a:rPr>
              <a:t>of</a:t>
            </a:r>
            <a:endParaRPr sz="2400">
              <a:latin typeface="Calibri" panose="020F0502020204030204"/>
              <a:cs typeface="Calibri" panose="020F0502020204030204"/>
            </a:endParaRPr>
          </a:p>
          <a:p>
            <a:pPr marL="12700">
              <a:lnSpc>
                <a:spcPts val="2840"/>
              </a:lnSpc>
              <a:tabLst>
                <a:tab pos="1296035" algn="l"/>
              </a:tabLst>
            </a:pPr>
            <a:r>
              <a:rPr sz="2400" dirty="0">
                <a:latin typeface="Calibri" panose="020F0502020204030204"/>
                <a:cs typeface="Calibri" panose="020F0502020204030204"/>
              </a:rPr>
              <a:t>files,</a:t>
            </a:r>
            <a:r>
              <a:rPr sz="2400" spc="-15" dirty="0">
                <a:latin typeface="Calibri" panose="020F0502020204030204"/>
                <a:cs typeface="Calibri" panose="020F0502020204030204"/>
              </a:rPr>
              <a:t> </a:t>
            </a:r>
            <a:r>
              <a:rPr sz="2400" dirty="0">
                <a:latin typeface="Calibri" panose="020F0502020204030204"/>
                <a:cs typeface="Calibri" panose="020F0502020204030204"/>
              </a:rPr>
              <a:t>or</a:t>
            </a:r>
            <a:r>
              <a:rPr sz="2400" spc="-30" dirty="0">
                <a:latin typeface="Calibri" panose="020F0502020204030204"/>
                <a:cs typeface="Calibri" panose="020F0502020204030204"/>
              </a:rPr>
              <a:t> </a:t>
            </a:r>
            <a:r>
              <a:rPr sz="2400" spc="-50" dirty="0">
                <a:latin typeface="Calibri" panose="020F0502020204030204"/>
                <a:cs typeface="Calibri" panose="020F0502020204030204"/>
              </a:rPr>
              <a:t>a</a:t>
            </a:r>
            <a:r>
              <a:rPr sz="2400" dirty="0">
                <a:latin typeface="Calibri" panose="020F0502020204030204"/>
                <a:cs typeface="Calibri" panose="020F0502020204030204"/>
              </a:rPr>
              <a:t>	</a:t>
            </a:r>
            <a:r>
              <a:rPr sz="2400" spc="-10" dirty="0">
                <a:latin typeface="Calibri" panose="020F0502020204030204"/>
                <a:cs typeface="Calibri" panose="020F0502020204030204"/>
              </a:rPr>
              <a:t>comma-</a:t>
            </a:r>
            <a:r>
              <a:rPr sz="2400" spc="-20" dirty="0">
                <a:latin typeface="Calibri" panose="020F0502020204030204"/>
                <a:cs typeface="Calibri" panose="020F0502020204030204"/>
              </a:rPr>
              <a:t>separated</a:t>
            </a:r>
            <a:r>
              <a:rPr sz="2400" spc="-60" dirty="0">
                <a:latin typeface="Calibri" panose="020F0502020204030204"/>
                <a:cs typeface="Calibri" panose="020F0502020204030204"/>
              </a:rPr>
              <a:t> </a:t>
            </a:r>
            <a:r>
              <a:rPr sz="2400" dirty="0">
                <a:latin typeface="Calibri" panose="020F0502020204030204"/>
                <a:cs typeface="Calibri" panose="020F0502020204030204"/>
              </a:rPr>
              <a:t>list</a:t>
            </a:r>
            <a:r>
              <a:rPr sz="2400" spc="-35" dirty="0">
                <a:latin typeface="Calibri" panose="020F0502020204030204"/>
                <a:cs typeface="Calibri" panose="020F0502020204030204"/>
              </a:rPr>
              <a:t> </a:t>
            </a:r>
            <a:r>
              <a:rPr sz="2400" dirty="0">
                <a:latin typeface="Calibri" panose="020F0502020204030204"/>
                <a:cs typeface="Calibri" panose="020F0502020204030204"/>
              </a:rPr>
              <a:t>of</a:t>
            </a:r>
            <a:r>
              <a:rPr sz="2400" spc="-30" dirty="0">
                <a:latin typeface="Calibri" panose="020F0502020204030204"/>
                <a:cs typeface="Calibri" panose="020F0502020204030204"/>
              </a:rPr>
              <a:t> </a:t>
            </a:r>
            <a:r>
              <a:rPr sz="2400" dirty="0">
                <a:latin typeface="Calibri" panose="020F0502020204030204"/>
                <a:cs typeface="Calibri" panose="020F0502020204030204"/>
              </a:rPr>
              <a:t>filesn</a:t>
            </a:r>
            <a:r>
              <a:rPr sz="2400" spc="-20" dirty="0">
                <a:latin typeface="Calibri" panose="020F0502020204030204"/>
                <a:cs typeface="Calibri" panose="020F0502020204030204"/>
              </a:rPr>
              <a:t> </a:t>
            </a:r>
            <a:r>
              <a:rPr sz="2400" spc="-10" dirty="0">
                <a:latin typeface="Calibri" panose="020F0502020204030204"/>
                <a:cs typeface="Calibri" panose="020F0502020204030204"/>
              </a:rPr>
              <a:t>Examples</a:t>
            </a:r>
            <a:endParaRPr sz="2400">
              <a:latin typeface="Calibri" panose="020F0502020204030204"/>
              <a:cs typeface="Calibri" panose="020F0502020204030204"/>
            </a:endParaRPr>
          </a:p>
          <a:p>
            <a:pPr marL="12700">
              <a:lnSpc>
                <a:spcPct val="100000"/>
              </a:lnSpc>
              <a:spcBef>
                <a:spcPts val="85"/>
              </a:spcBef>
            </a:pPr>
            <a:r>
              <a:rPr sz="2400" spc="-10" dirty="0">
                <a:latin typeface="Calibri" panose="020F0502020204030204"/>
                <a:cs typeface="Calibri" panose="020F0502020204030204"/>
              </a:rPr>
              <a:t>–</a:t>
            </a:r>
            <a:r>
              <a:rPr sz="2400" b="1" spc="-10" dirty="0">
                <a:latin typeface="Calibri" panose="020F0502020204030204"/>
                <a:cs typeface="Calibri" panose="020F0502020204030204"/>
              </a:rPr>
              <a:t>sc.textFile("myfile.txt")</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sc.textFile("mydata/")</a:t>
            </a:r>
            <a:endParaRPr sz="2400">
              <a:latin typeface="Calibri" panose="020F0502020204030204"/>
              <a:cs typeface="Calibri" panose="020F0502020204030204"/>
            </a:endParaRPr>
          </a:p>
          <a:p>
            <a:pPr marL="12700">
              <a:lnSpc>
                <a:spcPct val="100000"/>
              </a:lnSpc>
              <a:spcBef>
                <a:spcPts val="5"/>
              </a:spcBef>
            </a:pPr>
            <a:r>
              <a:rPr sz="2400" spc="-10" dirty="0">
                <a:latin typeface="Calibri" panose="020F0502020204030204"/>
                <a:cs typeface="Calibri" panose="020F0502020204030204"/>
              </a:rPr>
              <a:t>–</a:t>
            </a:r>
            <a:r>
              <a:rPr sz="2400" b="1" spc="-10" dirty="0">
                <a:latin typeface="Calibri" panose="020F0502020204030204"/>
                <a:cs typeface="Calibri" panose="020F0502020204030204"/>
              </a:rPr>
              <a:t>sc.textFile("mydata/*.log")</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sc.textFile("myfile1.txt,myfile2.txt")</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Each</a:t>
            </a:r>
            <a:r>
              <a:rPr sz="2400" spc="-50" dirty="0">
                <a:latin typeface="Calibri" panose="020F0502020204030204"/>
                <a:cs typeface="Calibri" panose="020F0502020204030204"/>
              </a:rPr>
              <a:t> </a:t>
            </a:r>
            <a:r>
              <a:rPr sz="2400" dirty="0">
                <a:latin typeface="Calibri" panose="020F0502020204030204"/>
                <a:cs typeface="Calibri" panose="020F0502020204030204"/>
              </a:rPr>
              <a:t>line</a:t>
            </a:r>
            <a:r>
              <a:rPr sz="2400" spc="-45" dirty="0">
                <a:latin typeface="Calibri" panose="020F0502020204030204"/>
                <a:cs typeface="Calibri" panose="020F0502020204030204"/>
              </a:rPr>
              <a:t> </a:t>
            </a:r>
            <a:r>
              <a:rPr sz="2400" dirty="0">
                <a:latin typeface="Calibri" panose="020F0502020204030204"/>
                <a:cs typeface="Calibri" panose="020F0502020204030204"/>
              </a:rPr>
              <a:t>in</a:t>
            </a:r>
            <a:r>
              <a:rPr sz="2400" spc="-40" dirty="0">
                <a:latin typeface="Calibri" panose="020F0502020204030204"/>
                <a:cs typeface="Calibri" panose="020F0502020204030204"/>
              </a:rPr>
              <a:t> </a:t>
            </a:r>
            <a:r>
              <a:rPr sz="2400" dirty="0">
                <a:latin typeface="Calibri" panose="020F0502020204030204"/>
                <a:cs typeface="Calibri" panose="020F0502020204030204"/>
              </a:rPr>
              <a:t>each</a:t>
            </a:r>
            <a:r>
              <a:rPr sz="2400" spc="-50" dirty="0">
                <a:latin typeface="Calibri" panose="020F0502020204030204"/>
                <a:cs typeface="Calibri" panose="020F0502020204030204"/>
              </a:rPr>
              <a:t> </a:t>
            </a:r>
            <a:r>
              <a:rPr sz="2400" dirty="0">
                <a:latin typeface="Calibri" panose="020F0502020204030204"/>
                <a:cs typeface="Calibri" panose="020F0502020204030204"/>
              </a:rPr>
              <a:t>file</a:t>
            </a:r>
            <a:r>
              <a:rPr sz="2400" spc="-30" dirty="0">
                <a:latin typeface="Calibri" panose="020F0502020204030204"/>
                <a:cs typeface="Calibri" panose="020F0502020204030204"/>
              </a:rPr>
              <a:t> </a:t>
            </a:r>
            <a:r>
              <a:rPr sz="2400" dirty="0">
                <a:latin typeface="Calibri" panose="020F0502020204030204"/>
                <a:cs typeface="Calibri" panose="020F0502020204030204"/>
              </a:rPr>
              <a:t>is</a:t>
            </a:r>
            <a:r>
              <a:rPr sz="2400" spc="-40"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spc="-10" dirty="0">
                <a:latin typeface="Calibri" panose="020F0502020204030204"/>
                <a:cs typeface="Calibri" panose="020F0502020204030204"/>
              </a:rPr>
              <a:t>separate</a:t>
            </a:r>
            <a:r>
              <a:rPr sz="2400" spc="-35" dirty="0">
                <a:latin typeface="Calibri" panose="020F0502020204030204"/>
                <a:cs typeface="Calibri" panose="020F0502020204030204"/>
              </a:rPr>
              <a:t> </a:t>
            </a:r>
            <a:r>
              <a:rPr sz="2400" spc="-10" dirty="0">
                <a:latin typeface="Calibri" panose="020F0502020204030204"/>
                <a:cs typeface="Calibri" panose="020F0502020204030204"/>
              </a:rPr>
              <a:t>record</a:t>
            </a:r>
            <a:r>
              <a:rPr sz="2400" spc="-40" dirty="0">
                <a:latin typeface="Calibri" panose="020F0502020204030204"/>
                <a:cs typeface="Calibri" panose="020F0502020204030204"/>
              </a:rPr>
              <a:t> </a:t>
            </a:r>
            <a:r>
              <a:rPr sz="2400" dirty="0">
                <a:latin typeface="Calibri" panose="020F0502020204030204"/>
                <a:cs typeface="Calibri" panose="020F0502020204030204"/>
              </a:rPr>
              <a:t>in</a:t>
            </a:r>
            <a:r>
              <a:rPr sz="2400" spc="-40"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spc="-25" dirty="0">
                <a:latin typeface="Calibri" panose="020F0502020204030204"/>
                <a:cs typeface="Calibri" panose="020F0502020204030204"/>
              </a:rPr>
              <a:t>RDD</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Files</a:t>
            </a:r>
            <a:r>
              <a:rPr sz="2400" b="1" spc="-55" dirty="0">
                <a:latin typeface="Calibri" panose="020F0502020204030204"/>
                <a:cs typeface="Calibri" panose="020F0502020204030204"/>
              </a:rPr>
              <a:t> </a:t>
            </a:r>
            <a:r>
              <a:rPr sz="2400" b="1" dirty="0">
                <a:latin typeface="Calibri" panose="020F0502020204030204"/>
                <a:cs typeface="Calibri" panose="020F0502020204030204"/>
              </a:rPr>
              <a:t>are</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referenced</a:t>
            </a:r>
            <a:r>
              <a:rPr sz="2400" b="1" spc="-65" dirty="0">
                <a:latin typeface="Calibri" panose="020F0502020204030204"/>
                <a:cs typeface="Calibri" panose="020F0502020204030204"/>
              </a:rPr>
              <a:t> </a:t>
            </a:r>
            <a:r>
              <a:rPr sz="2400" b="1" dirty="0">
                <a:latin typeface="Calibri" panose="020F0502020204030204"/>
                <a:cs typeface="Calibri" panose="020F0502020204030204"/>
              </a:rPr>
              <a:t>by</a:t>
            </a:r>
            <a:r>
              <a:rPr sz="2400" b="1" spc="-45" dirty="0">
                <a:latin typeface="Calibri" panose="020F0502020204030204"/>
                <a:cs typeface="Calibri" panose="020F0502020204030204"/>
              </a:rPr>
              <a:t> </a:t>
            </a:r>
            <a:r>
              <a:rPr sz="2400" b="1" dirty="0">
                <a:latin typeface="Calibri" panose="020F0502020204030204"/>
                <a:cs typeface="Calibri" panose="020F0502020204030204"/>
              </a:rPr>
              <a:t>absolute</a:t>
            </a:r>
            <a:r>
              <a:rPr sz="2400" b="1" spc="-50" dirty="0">
                <a:latin typeface="Calibri" panose="020F0502020204030204"/>
                <a:cs typeface="Calibri" panose="020F0502020204030204"/>
              </a:rPr>
              <a:t> </a:t>
            </a:r>
            <a:r>
              <a:rPr sz="2400" b="1" dirty="0">
                <a:latin typeface="Calibri" panose="020F0502020204030204"/>
                <a:cs typeface="Calibri" panose="020F0502020204030204"/>
              </a:rPr>
              <a:t>or</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relative</a:t>
            </a:r>
            <a:r>
              <a:rPr sz="2400" b="1" spc="-35" dirty="0">
                <a:latin typeface="Calibri" panose="020F0502020204030204"/>
                <a:cs typeface="Calibri" panose="020F0502020204030204"/>
              </a:rPr>
              <a:t> </a:t>
            </a:r>
            <a:r>
              <a:rPr sz="2400" b="1" spc="-25" dirty="0">
                <a:latin typeface="Calibri" panose="020F0502020204030204"/>
                <a:cs typeface="Calibri" panose="020F0502020204030204"/>
              </a:rPr>
              <a:t>URI</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Absolute</a:t>
            </a:r>
            <a:r>
              <a:rPr sz="2400" spc="-70" dirty="0">
                <a:latin typeface="Calibri" panose="020F0502020204030204"/>
                <a:cs typeface="Calibri" panose="020F0502020204030204"/>
              </a:rPr>
              <a:t> </a:t>
            </a:r>
            <a:r>
              <a:rPr sz="2400" spc="-20" dirty="0">
                <a:latin typeface="Calibri" panose="020F0502020204030204"/>
                <a:cs typeface="Calibri" panose="020F0502020204030204"/>
              </a:rPr>
              <a:t>URI:</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file:/home/training/myfile.txt</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hdfs://nnhost/loudacre/myfile.txt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7302" y="-1555"/>
            <a:ext cx="749808" cy="630936"/>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742055" marR="5080" indent="-3622040">
              <a:lnSpc>
                <a:spcPct val="100000"/>
              </a:lnSpc>
              <a:spcBef>
                <a:spcPts val="95"/>
              </a:spcBef>
            </a:pPr>
            <a:r>
              <a:rPr sz="4000" dirty="0"/>
              <a:t>Examples:</a:t>
            </a:r>
            <a:r>
              <a:rPr sz="4000" spc="-95" dirty="0"/>
              <a:t> </a:t>
            </a:r>
            <a:r>
              <a:rPr sz="4000" spc="-10" dirty="0"/>
              <a:t>Multi-</a:t>
            </a:r>
            <a:r>
              <a:rPr sz="4000" dirty="0"/>
              <a:t>RDD</a:t>
            </a:r>
            <a:r>
              <a:rPr sz="4000" spc="-95" dirty="0"/>
              <a:t> </a:t>
            </a:r>
            <a:r>
              <a:rPr sz="4000" spc="-30" dirty="0"/>
              <a:t>Transformations </a:t>
            </a:r>
            <a:r>
              <a:rPr sz="4000" spc="-25" dirty="0"/>
              <a:t>(1)</a:t>
            </a:r>
            <a:endParaRPr sz="4000"/>
          </a:p>
        </p:txBody>
      </p:sp>
      <p:pic>
        <p:nvPicPr>
          <p:cNvPr id="3" name="object 3"/>
          <p:cNvPicPr/>
          <p:nvPr/>
        </p:nvPicPr>
        <p:blipFill>
          <a:blip r:embed="rId2" cstate="print"/>
          <a:stretch>
            <a:fillRect/>
          </a:stretch>
        </p:blipFill>
        <p:spPr>
          <a:xfrm>
            <a:off x="1820331" y="1628824"/>
            <a:ext cx="5063024" cy="4109121"/>
          </a:xfrm>
          <a:prstGeom prst="rect">
            <a:avLst/>
          </a:prstGeom>
        </p:spPr>
      </p:pic>
      <p:pic>
        <p:nvPicPr>
          <p:cNvPr id="4" name="Picture 3" descr="wingspan_logo.png"/>
          <p:cNvPicPr>
            <a:picLocks noChangeAspect="1"/>
          </p:cNvPicPr>
          <p:nvPr/>
        </p:nvPicPr>
        <p:blipFill>
          <a:blip r:embed="rId3"/>
          <a:stretch>
            <a:fillRect/>
          </a:stretch>
        </p:blipFill>
        <p:spPr>
          <a:xfrm>
            <a:off x="8458200" y="-532"/>
            <a:ext cx="749808" cy="630936"/>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742055" marR="5080" indent="-3622040">
              <a:lnSpc>
                <a:spcPct val="100000"/>
              </a:lnSpc>
              <a:spcBef>
                <a:spcPts val="95"/>
              </a:spcBef>
            </a:pPr>
            <a:r>
              <a:rPr sz="4000" dirty="0"/>
              <a:t>Examples:</a:t>
            </a:r>
            <a:r>
              <a:rPr sz="4000" spc="-95" dirty="0"/>
              <a:t> </a:t>
            </a:r>
            <a:r>
              <a:rPr sz="4000" spc="-10" dirty="0"/>
              <a:t>Multi-</a:t>
            </a:r>
            <a:r>
              <a:rPr sz="4000" dirty="0"/>
              <a:t>RDD</a:t>
            </a:r>
            <a:r>
              <a:rPr sz="4000" spc="-95" dirty="0"/>
              <a:t> </a:t>
            </a:r>
            <a:r>
              <a:rPr sz="4000" spc="-30" dirty="0"/>
              <a:t>Transformations </a:t>
            </a:r>
            <a:r>
              <a:rPr sz="4000" spc="-25" dirty="0"/>
              <a:t>(2)</a:t>
            </a:r>
            <a:endParaRPr sz="4000"/>
          </a:p>
        </p:txBody>
      </p:sp>
      <p:pic>
        <p:nvPicPr>
          <p:cNvPr id="3" name="object 3"/>
          <p:cNvPicPr/>
          <p:nvPr/>
        </p:nvPicPr>
        <p:blipFill>
          <a:blip r:embed="rId2" cstate="print"/>
          <a:stretch>
            <a:fillRect/>
          </a:stretch>
        </p:blipFill>
        <p:spPr>
          <a:xfrm>
            <a:off x="1409940" y="1705197"/>
            <a:ext cx="6957871" cy="3856736"/>
          </a:xfrm>
          <a:prstGeom prst="rect">
            <a:avLst/>
          </a:prstGeom>
        </p:spPr>
      </p:pic>
      <p:pic>
        <p:nvPicPr>
          <p:cNvPr id="4" name="Picture 3" descr="wingspan_logo.png"/>
          <p:cNvPicPr>
            <a:picLocks noChangeAspect="1"/>
          </p:cNvPicPr>
          <p:nvPr/>
        </p:nvPicPr>
        <p:blipFill>
          <a:blip r:embed="rId3"/>
          <a:stretch>
            <a:fillRect/>
          </a:stretch>
        </p:blipFill>
        <p:spPr>
          <a:xfrm>
            <a:off x="8458200" y="-76905"/>
            <a:ext cx="749808" cy="630936"/>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316864" rIns="0" bIns="0" rtlCol="0">
            <a:spAutoFit/>
          </a:bodyPr>
          <a:lstStyle/>
          <a:p>
            <a:pPr marL="213360">
              <a:lnSpc>
                <a:spcPct val="100000"/>
              </a:lnSpc>
              <a:spcBef>
                <a:spcPts val="95"/>
              </a:spcBef>
            </a:pPr>
            <a:r>
              <a:rPr sz="4000" dirty="0"/>
              <a:t>Some</a:t>
            </a:r>
            <a:r>
              <a:rPr sz="4000" spc="-114" dirty="0"/>
              <a:t> </a:t>
            </a:r>
            <a:r>
              <a:rPr sz="4000" dirty="0"/>
              <a:t>Other</a:t>
            </a:r>
            <a:r>
              <a:rPr sz="4000" spc="-114" dirty="0"/>
              <a:t> </a:t>
            </a:r>
            <a:r>
              <a:rPr sz="4000" dirty="0"/>
              <a:t>General</a:t>
            </a:r>
            <a:r>
              <a:rPr sz="4000" spc="-110" dirty="0"/>
              <a:t> </a:t>
            </a:r>
            <a:r>
              <a:rPr sz="4000" dirty="0"/>
              <a:t>RDD</a:t>
            </a:r>
            <a:r>
              <a:rPr sz="4000" spc="-120" dirty="0"/>
              <a:t> </a:t>
            </a:r>
            <a:r>
              <a:rPr sz="4000" spc="-10" dirty="0"/>
              <a:t>Operations</a:t>
            </a:r>
            <a:endParaRPr sz="4000"/>
          </a:p>
        </p:txBody>
      </p:sp>
      <p:sp>
        <p:nvSpPr>
          <p:cNvPr id="3" name="object 3"/>
          <p:cNvSpPr txBox="1">
            <a:spLocks noGrp="1"/>
          </p:cNvSpPr>
          <p:nvPr>
            <p:ph type="body" idx="1"/>
          </p:nvPr>
        </p:nvSpPr>
        <p:spPr>
          <a:prstGeom prst="rect">
            <a:avLst/>
          </a:prstGeom>
        </p:spPr>
        <p:txBody>
          <a:bodyPr vert="horz" wrap="square" lIns="0" tIns="424560" rIns="0" bIns="0" rtlCol="0">
            <a:spAutoFit/>
          </a:bodyPr>
          <a:lstStyle/>
          <a:p>
            <a:pPr marL="317500">
              <a:lnSpc>
                <a:spcPct val="100000"/>
              </a:lnSpc>
              <a:spcBef>
                <a:spcPts val="100"/>
              </a:spcBef>
            </a:pPr>
            <a:r>
              <a:rPr dirty="0"/>
              <a:t>Other</a:t>
            </a:r>
            <a:r>
              <a:rPr spc="-40" dirty="0"/>
              <a:t> </a:t>
            </a:r>
            <a:r>
              <a:rPr dirty="0"/>
              <a:t>RDD</a:t>
            </a:r>
            <a:r>
              <a:rPr spc="-50" dirty="0"/>
              <a:t> </a:t>
            </a:r>
            <a:r>
              <a:rPr spc="-10" dirty="0"/>
              <a:t>operations</a:t>
            </a:r>
          </a:p>
          <a:p>
            <a:pPr marL="317500">
              <a:lnSpc>
                <a:spcPct val="100000"/>
              </a:lnSpc>
            </a:pPr>
            <a:r>
              <a:rPr b="0" spc="-20" dirty="0">
                <a:latin typeface="Calibri" panose="020F0502020204030204"/>
                <a:cs typeface="Calibri" panose="020F0502020204030204"/>
              </a:rPr>
              <a:t>–</a:t>
            </a:r>
            <a:r>
              <a:rPr dirty="0"/>
              <a:t>first</a:t>
            </a:r>
            <a:r>
              <a:rPr spc="-65" dirty="0"/>
              <a:t> </a:t>
            </a:r>
            <a:r>
              <a:rPr b="0" spc="-10" dirty="0">
                <a:latin typeface="Calibri" panose="020F0502020204030204"/>
                <a:cs typeface="Calibri" panose="020F0502020204030204"/>
              </a:rPr>
              <a:t>returns</a:t>
            </a:r>
            <a:r>
              <a:rPr b="0" spc="-65" dirty="0">
                <a:latin typeface="Calibri" panose="020F0502020204030204"/>
                <a:cs typeface="Calibri" panose="020F0502020204030204"/>
              </a:rPr>
              <a:t> </a:t>
            </a:r>
            <a:r>
              <a:rPr b="0" dirty="0">
                <a:latin typeface="Calibri" panose="020F0502020204030204"/>
                <a:cs typeface="Calibri" panose="020F0502020204030204"/>
              </a:rPr>
              <a:t>the</a:t>
            </a:r>
            <a:r>
              <a:rPr b="0" spc="-60" dirty="0">
                <a:latin typeface="Calibri" panose="020F0502020204030204"/>
                <a:cs typeface="Calibri" panose="020F0502020204030204"/>
              </a:rPr>
              <a:t> </a:t>
            </a:r>
            <a:r>
              <a:rPr b="0" dirty="0">
                <a:latin typeface="Calibri" panose="020F0502020204030204"/>
                <a:cs typeface="Calibri" panose="020F0502020204030204"/>
              </a:rPr>
              <a:t>first</a:t>
            </a:r>
            <a:r>
              <a:rPr b="0" spc="-70" dirty="0">
                <a:latin typeface="Calibri" panose="020F0502020204030204"/>
                <a:cs typeface="Calibri" panose="020F0502020204030204"/>
              </a:rPr>
              <a:t> </a:t>
            </a:r>
            <a:r>
              <a:rPr b="0" dirty="0">
                <a:latin typeface="Calibri" panose="020F0502020204030204"/>
                <a:cs typeface="Calibri" panose="020F0502020204030204"/>
              </a:rPr>
              <a:t>element</a:t>
            </a:r>
            <a:r>
              <a:rPr b="0" spc="-75" dirty="0">
                <a:latin typeface="Calibri" panose="020F0502020204030204"/>
                <a:cs typeface="Calibri" panose="020F0502020204030204"/>
              </a:rPr>
              <a:t> </a:t>
            </a:r>
            <a:r>
              <a:rPr b="0" dirty="0">
                <a:latin typeface="Calibri" panose="020F0502020204030204"/>
                <a:cs typeface="Calibri" panose="020F0502020204030204"/>
              </a:rPr>
              <a:t>of</a:t>
            </a:r>
            <a:r>
              <a:rPr b="0" spc="-65" dirty="0">
                <a:latin typeface="Calibri" panose="020F0502020204030204"/>
                <a:cs typeface="Calibri" panose="020F0502020204030204"/>
              </a:rPr>
              <a:t> </a:t>
            </a:r>
            <a:r>
              <a:rPr b="0" dirty="0">
                <a:latin typeface="Calibri" panose="020F0502020204030204"/>
                <a:cs typeface="Calibri" panose="020F0502020204030204"/>
              </a:rPr>
              <a:t>the</a:t>
            </a:r>
            <a:r>
              <a:rPr b="0" spc="-60" dirty="0">
                <a:latin typeface="Calibri" panose="020F0502020204030204"/>
                <a:cs typeface="Calibri" panose="020F0502020204030204"/>
              </a:rPr>
              <a:t> </a:t>
            </a:r>
            <a:r>
              <a:rPr b="0" spc="-25" dirty="0">
                <a:latin typeface="Calibri" panose="020F0502020204030204"/>
                <a:cs typeface="Calibri" panose="020F0502020204030204"/>
              </a:rPr>
              <a:t>RDD</a:t>
            </a:r>
          </a:p>
          <a:p>
            <a:pPr marL="317500">
              <a:lnSpc>
                <a:spcPct val="100000"/>
              </a:lnSpc>
            </a:pPr>
            <a:r>
              <a:rPr b="0" spc="-20" dirty="0">
                <a:latin typeface="Calibri" panose="020F0502020204030204"/>
                <a:cs typeface="Calibri" panose="020F0502020204030204"/>
              </a:rPr>
              <a:t>–</a:t>
            </a:r>
            <a:r>
              <a:rPr dirty="0"/>
              <a:t>foreach</a:t>
            </a:r>
            <a:r>
              <a:rPr spc="-65" dirty="0"/>
              <a:t> </a:t>
            </a:r>
            <a:r>
              <a:rPr b="0" dirty="0">
                <a:latin typeface="Calibri" panose="020F0502020204030204"/>
                <a:cs typeface="Calibri" panose="020F0502020204030204"/>
              </a:rPr>
              <a:t>applies</a:t>
            </a:r>
            <a:r>
              <a:rPr b="0" spc="-55" dirty="0">
                <a:latin typeface="Calibri" panose="020F0502020204030204"/>
                <a:cs typeface="Calibri" panose="020F0502020204030204"/>
              </a:rPr>
              <a:t> </a:t>
            </a:r>
            <a:r>
              <a:rPr b="0" dirty="0">
                <a:latin typeface="Calibri" panose="020F0502020204030204"/>
                <a:cs typeface="Calibri" panose="020F0502020204030204"/>
              </a:rPr>
              <a:t>a</a:t>
            </a:r>
            <a:r>
              <a:rPr b="0" spc="-65" dirty="0">
                <a:latin typeface="Calibri" panose="020F0502020204030204"/>
                <a:cs typeface="Calibri" panose="020F0502020204030204"/>
              </a:rPr>
              <a:t> </a:t>
            </a:r>
            <a:r>
              <a:rPr b="0" dirty="0">
                <a:latin typeface="Calibri" panose="020F0502020204030204"/>
                <a:cs typeface="Calibri" panose="020F0502020204030204"/>
              </a:rPr>
              <a:t>function</a:t>
            </a:r>
            <a:r>
              <a:rPr b="0" spc="-55" dirty="0">
                <a:latin typeface="Calibri" panose="020F0502020204030204"/>
                <a:cs typeface="Calibri" panose="020F0502020204030204"/>
              </a:rPr>
              <a:t> </a:t>
            </a:r>
            <a:r>
              <a:rPr b="0" dirty="0">
                <a:latin typeface="Calibri" panose="020F0502020204030204"/>
                <a:cs typeface="Calibri" panose="020F0502020204030204"/>
              </a:rPr>
              <a:t>to</a:t>
            </a:r>
            <a:r>
              <a:rPr b="0" spc="-50" dirty="0">
                <a:latin typeface="Calibri" panose="020F0502020204030204"/>
                <a:cs typeface="Calibri" panose="020F0502020204030204"/>
              </a:rPr>
              <a:t> </a:t>
            </a:r>
            <a:r>
              <a:rPr b="0" dirty="0">
                <a:latin typeface="Calibri" panose="020F0502020204030204"/>
                <a:cs typeface="Calibri" panose="020F0502020204030204"/>
              </a:rPr>
              <a:t>each</a:t>
            </a:r>
            <a:r>
              <a:rPr b="0" spc="-65" dirty="0">
                <a:latin typeface="Calibri" panose="020F0502020204030204"/>
                <a:cs typeface="Calibri" panose="020F0502020204030204"/>
              </a:rPr>
              <a:t> </a:t>
            </a:r>
            <a:r>
              <a:rPr b="0" dirty="0">
                <a:latin typeface="Calibri" panose="020F0502020204030204"/>
                <a:cs typeface="Calibri" panose="020F0502020204030204"/>
              </a:rPr>
              <a:t>element</a:t>
            </a:r>
            <a:r>
              <a:rPr b="0" spc="-60" dirty="0">
                <a:latin typeface="Calibri" panose="020F0502020204030204"/>
                <a:cs typeface="Calibri" panose="020F0502020204030204"/>
              </a:rPr>
              <a:t> </a:t>
            </a:r>
            <a:r>
              <a:rPr b="0" dirty="0">
                <a:latin typeface="Calibri" panose="020F0502020204030204"/>
                <a:cs typeface="Calibri" panose="020F0502020204030204"/>
              </a:rPr>
              <a:t>in</a:t>
            </a:r>
            <a:r>
              <a:rPr b="0" spc="-55" dirty="0">
                <a:latin typeface="Calibri" panose="020F0502020204030204"/>
                <a:cs typeface="Calibri" panose="020F0502020204030204"/>
              </a:rPr>
              <a:t> </a:t>
            </a:r>
            <a:r>
              <a:rPr b="0" dirty="0">
                <a:latin typeface="Calibri" panose="020F0502020204030204"/>
                <a:cs typeface="Calibri" panose="020F0502020204030204"/>
              </a:rPr>
              <a:t>an</a:t>
            </a:r>
            <a:r>
              <a:rPr b="0" spc="-55" dirty="0">
                <a:latin typeface="Calibri" panose="020F0502020204030204"/>
                <a:cs typeface="Calibri" panose="020F0502020204030204"/>
              </a:rPr>
              <a:t> </a:t>
            </a:r>
            <a:r>
              <a:rPr b="0" spc="-25" dirty="0">
                <a:latin typeface="Calibri" panose="020F0502020204030204"/>
                <a:cs typeface="Calibri" panose="020F0502020204030204"/>
              </a:rPr>
              <a:t>RDD</a:t>
            </a:r>
          </a:p>
          <a:p>
            <a:pPr marL="317500" marR="609600">
              <a:lnSpc>
                <a:spcPct val="100000"/>
              </a:lnSpc>
            </a:pPr>
            <a:r>
              <a:rPr b="0" spc="-20" dirty="0">
                <a:latin typeface="Calibri" panose="020F0502020204030204"/>
                <a:cs typeface="Calibri" panose="020F0502020204030204"/>
              </a:rPr>
              <a:t>–</a:t>
            </a:r>
            <a:r>
              <a:rPr dirty="0"/>
              <a:t>top(</a:t>
            </a:r>
            <a:r>
              <a:rPr i="1" dirty="0">
                <a:latin typeface="Calibri" panose="020F0502020204030204"/>
                <a:cs typeface="Calibri" panose="020F0502020204030204"/>
              </a:rPr>
              <a:t>n</a:t>
            </a:r>
            <a:r>
              <a:rPr dirty="0"/>
              <a:t>)</a:t>
            </a:r>
            <a:r>
              <a:rPr spc="-45" dirty="0"/>
              <a:t> </a:t>
            </a:r>
            <a:r>
              <a:rPr b="0" spc="-10" dirty="0">
                <a:latin typeface="Calibri" panose="020F0502020204030204"/>
                <a:cs typeface="Calibri" panose="020F0502020204030204"/>
              </a:rPr>
              <a:t>returns</a:t>
            </a:r>
            <a:r>
              <a:rPr b="0" spc="-55" dirty="0">
                <a:latin typeface="Calibri" panose="020F0502020204030204"/>
                <a:cs typeface="Calibri" panose="020F0502020204030204"/>
              </a:rPr>
              <a:t> </a:t>
            </a:r>
            <a:r>
              <a:rPr b="0" dirty="0">
                <a:latin typeface="Calibri" panose="020F0502020204030204"/>
                <a:cs typeface="Calibri" panose="020F0502020204030204"/>
              </a:rPr>
              <a:t>the</a:t>
            </a:r>
            <a:r>
              <a:rPr b="0" spc="-50" dirty="0">
                <a:latin typeface="Calibri" panose="020F0502020204030204"/>
                <a:cs typeface="Calibri" panose="020F0502020204030204"/>
              </a:rPr>
              <a:t> </a:t>
            </a:r>
            <a:r>
              <a:rPr b="0" spc="-10" dirty="0">
                <a:latin typeface="Calibri" panose="020F0502020204030204"/>
                <a:cs typeface="Calibri" panose="020F0502020204030204"/>
              </a:rPr>
              <a:t>largest</a:t>
            </a:r>
            <a:r>
              <a:rPr b="0" spc="-60" dirty="0">
                <a:latin typeface="Calibri" panose="020F0502020204030204"/>
                <a:cs typeface="Calibri" panose="020F0502020204030204"/>
              </a:rPr>
              <a:t> </a:t>
            </a:r>
            <a:r>
              <a:rPr b="0" i="1" dirty="0">
                <a:latin typeface="Calibri" panose="020F0502020204030204"/>
                <a:cs typeface="Calibri" panose="020F0502020204030204"/>
              </a:rPr>
              <a:t>n</a:t>
            </a:r>
            <a:r>
              <a:rPr b="0" i="1" spc="-55" dirty="0">
                <a:latin typeface="Calibri" panose="020F0502020204030204"/>
                <a:cs typeface="Calibri" panose="020F0502020204030204"/>
              </a:rPr>
              <a:t> </a:t>
            </a:r>
            <a:r>
              <a:rPr b="0" dirty="0">
                <a:latin typeface="Calibri" panose="020F0502020204030204"/>
                <a:cs typeface="Calibri" panose="020F0502020204030204"/>
              </a:rPr>
              <a:t>elements</a:t>
            </a:r>
            <a:r>
              <a:rPr b="0" spc="-65" dirty="0">
                <a:latin typeface="Calibri" panose="020F0502020204030204"/>
                <a:cs typeface="Calibri" panose="020F0502020204030204"/>
              </a:rPr>
              <a:t> </a:t>
            </a:r>
            <a:r>
              <a:rPr b="0" dirty="0">
                <a:latin typeface="Calibri" panose="020F0502020204030204"/>
                <a:cs typeface="Calibri" panose="020F0502020204030204"/>
              </a:rPr>
              <a:t>using</a:t>
            </a:r>
            <a:r>
              <a:rPr b="0" spc="-55" dirty="0">
                <a:latin typeface="Calibri" panose="020F0502020204030204"/>
                <a:cs typeface="Calibri" panose="020F0502020204030204"/>
              </a:rPr>
              <a:t> </a:t>
            </a:r>
            <a:r>
              <a:rPr b="0" spc="-10" dirty="0">
                <a:latin typeface="Calibri" panose="020F0502020204030204"/>
                <a:cs typeface="Calibri" panose="020F0502020204030204"/>
              </a:rPr>
              <a:t>natural ordering</a:t>
            </a:r>
          </a:p>
          <a:p>
            <a:pPr marL="317500">
              <a:lnSpc>
                <a:spcPct val="100000"/>
              </a:lnSpc>
            </a:pPr>
            <a:r>
              <a:rPr b="0" dirty="0">
                <a:latin typeface="Calibri" panose="020F0502020204030204"/>
                <a:cs typeface="Calibri" panose="020F0502020204030204"/>
              </a:rPr>
              <a:t>§</a:t>
            </a:r>
            <a:r>
              <a:rPr b="0" spc="-25" dirty="0">
                <a:latin typeface="Calibri" panose="020F0502020204030204"/>
                <a:cs typeface="Calibri" panose="020F0502020204030204"/>
              </a:rPr>
              <a:t> </a:t>
            </a:r>
            <a:r>
              <a:rPr dirty="0"/>
              <a:t>Sampling</a:t>
            </a:r>
            <a:r>
              <a:rPr spc="-35" dirty="0"/>
              <a:t> </a:t>
            </a:r>
            <a:r>
              <a:rPr spc="-10" dirty="0"/>
              <a:t>operations</a:t>
            </a:r>
          </a:p>
          <a:p>
            <a:pPr marL="317500">
              <a:lnSpc>
                <a:spcPct val="100000"/>
              </a:lnSpc>
            </a:pPr>
            <a:r>
              <a:rPr b="0" spc="-20" dirty="0">
                <a:latin typeface="Calibri" panose="020F0502020204030204"/>
                <a:cs typeface="Calibri" panose="020F0502020204030204"/>
              </a:rPr>
              <a:t>–</a:t>
            </a:r>
            <a:r>
              <a:rPr dirty="0"/>
              <a:t>sample</a:t>
            </a:r>
            <a:r>
              <a:rPr spc="-30" dirty="0"/>
              <a:t> </a:t>
            </a:r>
            <a:r>
              <a:rPr b="0" spc="-10" dirty="0">
                <a:latin typeface="Calibri" panose="020F0502020204030204"/>
                <a:cs typeface="Calibri" panose="020F0502020204030204"/>
              </a:rPr>
              <a:t>creates</a:t>
            </a:r>
            <a:r>
              <a:rPr b="0" spc="-40" dirty="0">
                <a:latin typeface="Calibri" panose="020F0502020204030204"/>
                <a:cs typeface="Calibri" panose="020F0502020204030204"/>
              </a:rPr>
              <a:t> </a:t>
            </a:r>
            <a:r>
              <a:rPr b="0" dirty="0">
                <a:latin typeface="Calibri" panose="020F0502020204030204"/>
                <a:cs typeface="Calibri" panose="020F0502020204030204"/>
              </a:rPr>
              <a:t>a</a:t>
            </a:r>
            <a:r>
              <a:rPr b="0" spc="-45" dirty="0">
                <a:latin typeface="Calibri" panose="020F0502020204030204"/>
                <a:cs typeface="Calibri" panose="020F0502020204030204"/>
              </a:rPr>
              <a:t> </a:t>
            </a:r>
            <a:r>
              <a:rPr b="0" dirty="0">
                <a:latin typeface="Calibri" panose="020F0502020204030204"/>
                <a:cs typeface="Calibri" panose="020F0502020204030204"/>
              </a:rPr>
              <a:t>new</a:t>
            </a:r>
            <a:r>
              <a:rPr b="0" spc="-25" dirty="0">
                <a:latin typeface="Calibri" panose="020F0502020204030204"/>
                <a:cs typeface="Calibri" panose="020F0502020204030204"/>
              </a:rPr>
              <a:t> </a:t>
            </a:r>
            <a:r>
              <a:rPr b="0" dirty="0">
                <a:latin typeface="Calibri" panose="020F0502020204030204"/>
                <a:cs typeface="Calibri" panose="020F0502020204030204"/>
              </a:rPr>
              <a:t>RDD</a:t>
            </a:r>
            <a:r>
              <a:rPr b="0" spc="-40" dirty="0">
                <a:latin typeface="Calibri" panose="020F0502020204030204"/>
                <a:cs typeface="Calibri" panose="020F0502020204030204"/>
              </a:rPr>
              <a:t> </a:t>
            </a:r>
            <a:r>
              <a:rPr b="0" dirty="0">
                <a:latin typeface="Calibri" panose="020F0502020204030204"/>
                <a:cs typeface="Calibri" panose="020F0502020204030204"/>
              </a:rPr>
              <a:t>with</a:t>
            </a:r>
            <a:r>
              <a:rPr b="0" spc="-50" dirty="0">
                <a:latin typeface="Calibri" panose="020F0502020204030204"/>
                <a:cs typeface="Calibri" panose="020F0502020204030204"/>
              </a:rPr>
              <a:t> </a:t>
            </a:r>
            <a:r>
              <a:rPr b="0" dirty="0">
                <a:latin typeface="Calibri" panose="020F0502020204030204"/>
                <a:cs typeface="Calibri" panose="020F0502020204030204"/>
              </a:rPr>
              <a:t>a</a:t>
            </a:r>
            <a:r>
              <a:rPr b="0" spc="-30" dirty="0">
                <a:latin typeface="Calibri" panose="020F0502020204030204"/>
                <a:cs typeface="Calibri" panose="020F0502020204030204"/>
              </a:rPr>
              <a:t> </a:t>
            </a:r>
            <a:r>
              <a:rPr b="0" dirty="0">
                <a:latin typeface="Calibri" panose="020F0502020204030204"/>
                <a:cs typeface="Calibri" panose="020F0502020204030204"/>
              </a:rPr>
              <a:t>sampling</a:t>
            </a:r>
            <a:r>
              <a:rPr b="0" spc="-40" dirty="0">
                <a:latin typeface="Calibri" panose="020F0502020204030204"/>
                <a:cs typeface="Calibri" panose="020F0502020204030204"/>
              </a:rPr>
              <a:t> </a:t>
            </a:r>
            <a:r>
              <a:rPr b="0" dirty="0">
                <a:latin typeface="Calibri" panose="020F0502020204030204"/>
                <a:cs typeface="Calibri" panose="020F0502020204030204"/>
              </a:rPr>
              <a:t>of</a:t>
            </a:r>
            <a:r>
              <a:rPr b="0" spc="-35" dirty="0">
                <a:latin typeface="Calibri" panose="020F0502020204030204"/>
                <a:cs typeface="Calibri" panose="020F0502020204030204"/>
              </a:rPr>
              <a:t> </a:t>
            </a:r>
            <a:r>
              <a:rPr b="0" spc="-10" dirty="0">
                <a:latin typeface="Calibri" panose="020F0502020204030204"/>
                <a:cs typeface="Calibri" panose="020F0502020204030204"/>
              </a:rPr>
              <a:t>elements</a:t>
            </a:r>
          </a:p>
          <a:p>
            <a:pPr marL="317500">
              <a:lnSpc>
                <a:spcPct val="100000"/>
              </a:lnSpc>
            </a:pPr>
            <a:r>
              <a:rPr b="0" spc="-20" dirty="0">
                <a:latin typeface="Calibri" panose="020F0502020204030204"/>
                <a:cs typeface="Calibri" panose="020F0502020204030204"/>
              </a:rPr>
              <a:t>–</a:t>
            </a:r>
            <a:r>
              <a:rPr spc="-10" dirty="0"/>
              <a:t>takeSample</a:t>
            </a:r>
            <a:r>
              <a:rPr spc="-60" dirty="0"/>
              <a:t> </a:t>
            </a:r>
            <a:r>
              <a:rPr b="0" spc="-10" dirty="0">
                <a:latin typeface="Calibri" panose="020F0502020204030204"/>
                <a:cs typeface="Calibri" panose="020F0502020204030204"/>
              </a:rPr>
              <a:t>returns</a:t>
            </a:r>
            <a:r>
              <a:rPr b="0" spc="-75" dirty="0">
                <a:latin typeface="Calibri" panose="020F0502020204030204"/>
                <a:cs typeface="Calibri" panose="020F0502020204030204"/>
              </a:rPr>
              <a:t> </a:t>
            </a:r>
            <a:r>
              <a:rPr b="0" dirty="0">
                <a:latin typeface="Calibri" panose="020F0502020204030204"/>
                <a:cs typeface="Calibri" panose="020F0502020204030204"/>
              </a:rPr>
              <a:t>an</a:t>
            </a:r>
            <a:r>
              <a:rPr b="0" spc="-70" dirty="0">
                <a:latin typeface="Calibri" panose="020F0502020204030204"/>
                <a:cs typeface="Calibri" panose="020F0502020204030204"/>
              </a:rPr>
              <a:t> </a:t>
            </a:r>
            <a:r>
              <a:rPr b="0" spc="-10" dirty="0">
                <a:latin typeface="Calibri" panose="020F0502020204030204"/>
                <a:cs typeface="Calibri" panose="020F0502020204030204"/>
              </a:rPr>
              <a:t>array</a:t>
            </a:r>
            <a:r>
              <a:rPr b="0" spc="-70" dirty="0">
                <a:latin typeface="Calibri" panose="020F0502020204030204"/>
                <a:cs typeface="Calibri" panose="020F0502020204030204"/>
              </a:rPr>
              <a:t> </a:t>
            </a:r>
            <a:r>
              <a:rPr b="0" dirty="0">
                <a:latin typeface="Calibri" panose="020F0502020204030204"/>
                <a:cs typeface="Calibri" panose="020F0502020204030204"/>
              </a:rPr>
              <a:t>of</a:t>
            </a:r>
            <a:r>
              <a:rPr b="0" spc="-70" dirty="0">
                <a:latin typeface="Calibri" panose="020F0502020204030204"/>
                <a:cs typeface="Calibri" panose="020F0502020204030204"/>
              </a:rPr>
              <a:t> </a:t>
            </a:r>
            <a:r>
              <a:rPr b="0" dirty="0">
                <a:latin typeface="Calibri" panose="020F0502020204030204"/>
                <a:cs typeface="Calibri" panose="020F0502020204030204"/>
              </a:rPr>
              <a:t>sampled</a:t>
            </a:r>
            <a:r>
              <a:rPr b="0" spc="-75" dirty="0">
                <a:latin typeface="Calibri" panose="020F0502020204030204"/>
                <a:cs typeface="Calibri" panose="020F0502020204030204"/>
              </a:rPr>
              <a:t> </a:t>
            </a:r>
            <a:r>
              <a:rPr b="0" spc="-10" dirty="0">
                <a:latin typeface="Calibri" panose="020F0502020204030204"/>
                <a:cs typeface="Calibri" panose="020F0502020204030204"/>
              </a:rPr>
              <a:t>elements</a:t>
            </a:r>
          </a:p>
        </p:txBody>
      </p:sp>
      <p:pic>
        <p:nvPicPr>
          <p:cNvPr id="4" name="Picture 3" descr="wingspan_logo.png"/>
          <p:cNvPicPr>
            <a:picLocks noChangeAspect="1"/>
          </p:cNvPicPr>
          <p:nvPr/>
        </p:nvPicPr>
        <p:blipFill>
          <a:blip r:embed="rId2"/>
          <a:stretch>
            <a:fillRect/>
          </a:stretch>
        </p:blipFill>
        <p:spPr>
          <a:xfrm>
            <a:off x="8387972" y="0"/>
            <a:ext cx="749808" cy="630936"/>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57200" y="2751073"/>
            <a:ext cx="8229600" cy="1127760"/>
          </a:xfrm>
          <a:custGeom>
            <a:avLst/>
            <a:gdLst/>
            <a:ahLst/>
            <a:cxnLst/>
            <a:rect l="l" t="t" r="r" b="b"/>
            <a:pathLst>
              <a:path w="8229600" h="1127760">
                <a:moveTo>
                  <a:pt x="8041767" y="0"/>
                </a:moveTo>
                <a:lnTo>
                  <a:pt x="187883" y="0"/>
                </a:lnTo>
                <a:lnTo>
                  <a:pt x="137939" y="6708"/>
                </a:lnTo>
                <a:lnTo>
                  <a:pt x="93058" y="25639"/>
                </a:lnTo>
                <a:lnTo>
                  <a:pt x="55032" y="55006"/>
                </a:lnTo>
                <a:lnTo>
                  <a:pt x="25653" y="93020"/>
                </a:lnTo>
                <a:lnTo>
                  <a:pt x="6711" y="137892"/>
                </a:lnTo>
                <a:lnTo>
                  <a:pt x="0" y="187833"/>
                </a:lnTo>
                <a:lnTo>
                  <a:pt x="0" y="939419"/>
                </a:lnTo>
                <a:lnTo>
                  <a:pt x="6711" y="989359"/>
                </a:lnTo>
                <a:lnTo>
                  <a:pt x="25653" y="1034231"/>
                </a:lnTo>
                <a:lnTo>
                  <a:pt x="55032" y="1072245"/>
                </a:lnTo>
                <a:lnTo>
                  <a:pt x="93058" y="1101612"/>
                </a:lnTo>
                <a:lnTo>
                  <a:pt x="137939" y="1120543"/>
                </a:lnTo>
                <a:lnTo>
                  <a:pt x="187883" y="1127252"/>
                </a:lnTo>
                <a:lnTo>
                  <a:pt x="8041767" y="1127252"/>
                </a:lnTo>
                <a:lnTo>
                  <a:pt x="8091707" y="1120543"/>
                </a:lnTo>
                <a:lnTo>
                  <a:pt x="8136579" y="1101612"/>
                </a:lnTo>
                <a:lnTo>
                  <a:pt x="8174593" y="1072245"/>
                </a:lnTo>
                <a:lnTo>
                  <a:pt x="8203960" y="1034231"/>
                </a:lnTo>
                <a:lnTo>
                  <a:pt x="8222891" y="989359"/>
                </a:lnTo>
                <a:lnTo>
                  <a:pt x="8229600" y="939419"/>
                </a:lnTo>
                <a:lnTo>
                  <a:pt x="8229600" y="187833"/>
                </a:lnTo>
                <a:lnTo>
                  <a:pt x="8222891" y="137892"/>
                </a:lnTo>
                <a:lnTo>
                  <a:pt x="8203960" y="93020"/>
                </a:lnTo>
                <a:lnTo>
                  <a:pt x="8174593" y="55006"/>
                </a:lnTo>
                <a:lnTo>
                  <a:pt x="8136579" y="25639"/>
                </a:lnTo>
                <a:lnTo>
                  <a:pt x="8091707" y="6708"/>
                </a:lnTo>
                <a:lnTo>
                  <a:pt x="8041767" y="0"/>
                </a:lnTo>
                <a:close/>
              </a:path>
            </a:pathLst>
          </a:custGeom>
          <a:solidFill>
            <a:srgbClr val="4F81BC"/>
          </a:solidFill>
        </p:spPr>
        <p:txBody>
          <a:bodyPr wrap="square" lIns="0" tIns="0" rIns="0" bIns="0" rtlCol="0"/>
          <a:lstStyle/>
          <a:p>
            <a:endParaRPr/>
          </a:p>
        </p:txBody>
      </p:sp>
      <p:sp>
        <p:nvSpPr>
          <p:cNvPr id="3" name="object 3" descr="$PPTXTitle"/>
          <p:cNvSpPr txBox="1">
            <a:spLocks noGrp="1"/>
          </p:cNvSpPr>
          <p:nvPr>
            <p:ph type="title"/>
          </p:nvPr>
        </p:nvSpPr>
        <p:spPr>
          <a:xfrm>
            <a:off x="3382771" y="2872562"/>
            <a:ext cx="2379980" cy="742950"/>
          </a:xfrm>
          <a:prstGeom prst="rect">
            <a:avLst/>
          </a:prstGeom>
        </p:spPr>
        <p:txBody>
          <a:bodyPr vert="horz" wrap="square" lIns="0" tIns="13335" rIns="0" bIns="0" rtlCol="0">
            <a:spAutoFit/>
          </a:bodyPr>
          <a:lstStyle/>
          <a:p>
            <a:pPr marL="12700">
              <a:lnSpc>
                <a:spcPct val="100000"/>
              </a:lnSpc>
              <a:spcBef>
                <a:spcPts val="105"/>
              </a:spcBef>
            </a:pPr>
            <a:r>
              <a:rPr sz="4700" dirty="0">
                <a:solidFill>
                  <a:srgbClr val="FFFFFF"/>
                </a:solidFill>
              </a:rPr>
              <a:t>Pair</a:t>
            </a:r>
            <a:r>
              <a:rPr sz="4700" spc="-140" dirty="0">
                <a:solidFill>
                  <a:srgbClr val="FFFFFF"/>
                </a:solidFill>
              </a:rPr>
              <a:t> </a:t>
            </a:r>
            <a:r>
              <a:rPr sz="4700" spc="-20" dirty="0">
                <a:solidFill>
                  <a:srgbClr val="FFFFFF"/>
                </a:solidFill>
              </a:rPr>
              <a:t>RDDs</a:t>
            </a:r>
            <a:endParaRPr sz="4700"/>
          </a:p>
        </p:txBody>
      </p:sp>
      <p:pic>
        <p:nvPicPr>
          <p:cNvPr id="4" name="object 4"/>
          <p:cNvPicPr/>
          <p:nvPr/>
        </p:nvPicPr>
        <p:blipFill>
          <a:blip r:embed="rId2" cstate="print"/>
          <a:stretch>
            <a:fillRect/>
          </a:stretch>
        </p:blipFill>
        <p:spPr>
          <a:xfrm>
            <a:off x="7391400" y="1905000"/>
            <a:ext cx="771525" cy="771525"/>
          </a:xfrm>
          <a:prstGeom prst="rect">
            <a:avLst/>
          </a:prstGeom>
        </p:spPr>
      </p:pic>
      <p:pic>
        <p:nvPicPr>
          <p:cNvPr id="5" name="Picture 4"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2920365">
              <a:lnSpc>
                <a:spcPct val="100000"/>
              </a:lnSpc>
              <a:spcBef>
                <a:spcPts val="105"/>
              </a:spcBef>
            </a:pPr>
            <a:r>
              <a:rPr dirty="0"/>
              <a:t>Pair</a:t>
            </a:r>
            <a:r>
              <a:rPr spc="-145" dirty="0"/>
              <a:t> </a:t>
            </a:r>
            <a:r>
              <a:rPr spc="-20" dirty="0"/>
              <a:t>RDDs</a:t>
            </a:r>
          </a:p>
        </p:txBody>
      </p:sp>
      <p:sp>
        <p:nvSpPr>
          <p:cNvPr id="3" name="object 3"/>
          <p:cNvSpPr txBox="1"/>
          <p:nvPr/>
        </p:nvSpPr>
        <p:spPr>
          <a:xfrm>
            <a:off x="840739" y="2011426"/>
            <a:ext cx="6099175" cy="331787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Pair</a:t>
            </a:r>
            <a:r>
              <a:rPr sz="2400" b="1" spc="-40" dirty="0">
                <a:latin typeface="Calibri" panose="020F0502020204030204"/>
                <a:cs typeface="Calibri" panose="020F0502020204030204"/>
              </a:rPr>
              <a:t> </a:t>
            </a:r>
            <a:r>
              <a:rPr sz="2400" b="1" dirty="0">
                <a:latin typeface="Calibri" panose="020F0502020204030204"/>
                <a:cs typeface="Calibri" panose="020F0502020204030204"/>
              </a:rPr>
              <a:t>RDDs</a:t>
            </a:r>
            <a:r>
              <a:rPr sz="2400" b="1" spc="-40" dirty="0">
                <a:latin typeface="Calibri" panose="020F0502020204030204"/>
                <a:cs typeface="Calibri" panose="020F0502020204030204"/>
              </a:rPr>
              <a:t> </a:t>
            </a:r>
            <a:r>
              <a:rPr sz="2400" b="1" dirty="0">
                <a:latin typeface="Calibri" panose="020F0502020204030204"/>
                <a:cs typeface="Calibri" panose="020F0502020204030204"/>
              </a:rPr>
              <a:t>are</a:t>
            </a:r>
            <a:r>
              <a:rPr sz="2400" b="1" spc="-40" dirty="0">
                <a:latin typeface="Calibri" panose="020F0502020204030204"/>
                <a:cs typeface="Calibri" panose="020F0502020204030204"/>
              </a:rPr>
              <a:t> </a:t>
            </a:r>
            <a:r>
              <a:rPr sz="2400" b="1" dirty="0">
                <a:latin typeface="Calibri" panose="020F0502020204030204"/>
                <a:cs typeface="Calibri" panose="020F0502020204030204"/>
              </a:rPr>
              <a:t>a</a:t>
            </a:r>
            <a:r>
              <a:rPr sz="2400" b="1" spc="-40" dirty="0">
                <a:latin typeface="Calibri" panose="020F0502020204030204"/>
                <a:cs typeface="Calibri" panose="020F0502020204030204"/>
              </a:rPr>
              <a:t> </a:t>
            </a:r>
            <a:r>
              <a:rPr sz="2400" b="1" dirty="0">
                <a:latin typeface="Calibri" panose="020F0502020204030204"/>
                <a:cs typeface="Calibri" panose="020F0502020204030204"/>
              </a:rPr>
              <a:t>special</a:t>
            </a:r>
            <a:r>
              <a:rPr sz="2400" b="1" spc="-35" dirty="0">
                <a:latin typeface="Calibri" panose="020F0502020204030204"/>
                <a:cs typeface="Calibri" panose="020F0502020204030204"/>
              </a:rPr>
              <a:t> </a:t>
            </a:r>
            <a:r>
              <a:rPr sz="2400" b="1" dirty="0">
                <a:latin typeface="Calibri" panose="020F0502020204030204"/>
                <a:cs typeface="Calibri" panose="020F0502020204030204"/>
              </a:rPr>
              <a:t>form</a:t>
            </a:r>
            <a:r>
              <a:rPr sz="2400" b="1" spc="-45" dirty="0">
                <a:latin typeface="Calibri" panose="020F0502020204030204"/>
                <a:cs typeface="Calibri" panose="020F0502020204030204"/>
              </a:rPr>
              <a:t> </a:t>
            </a:r>
            <a:r>
              <a:rPr sz="2400" b="1" dirty="0">
                <a:latin typeface="Calibri" panose="020F0502020204030204"/>
                <a:cs typeface="Calibri" panose="020F0502020204030204"/>
              </a:rPr>
              <a:t>of</a:t>
            </a:r>
            <a:r>
              <a:rPr sz="2400" b="1" spc="-55" dirty="0">
                <a:latin typeface="Calibri" panose="020F0502020204030204"/>
                <a:cs typeface="Calibri" panose="020F0502020204030204"/>
              </a:rPr>
              <a:t> </a:t>
            </a:r>
            <a:r>
              <a:rPr sz="2400" b="1" spc="-25" dirty="0">
                <a:latin typeface="Calibri" panose="020F0502020204030204"/>
                <a:cs typeface="Calibri" panose="020F0502020204030204"/>
              </a:rPr>
              <a:t>RDD</a:t>
            </a:r>
            <a:endParaRPr sz="2400">
              <a:latin typeface="Calibri" panose="020F0502020204030204"/>
              <a:cs typeface="Calibri" panose="020F0502020204030204"/>
            </a:endParaRPr>
          </a:p>
          <a:p>
            <a:pPr marL="12700" marR="796925" indent="219710">
              <a:lnSpc>
                <a:spcPct val="100000"/>
              </a:lnSpc>
              <a:buChar char="–"/>
              <a:tabLst>
                <a:tab pos="232410" algn="l"/>
              </a:tabLst>
            </a:pPr>
            <a:r>
              <a:rPr sz="2400" dirty="0">
                <a:latin typeface="Calibri" panose="020F0502020204030204"/>
                <a:cs typeface="Calibri" panose="020F0502020204030204"/>
              </a:rPr>
              <a:t>Each</a:t>
            </a:r>
            <a:r>
              <a:rPr sz="2400" spc="-60" dirty="0">
                <a:latin typeface="Calibri" panose="020F0502020204030204"/>
                <a:cs typeface="Calibri" panose="020F0502020204030204"/>
              </a:rPr>
              <a:t> </a:t>
            </a:r>
            <a:r>
              <a:rPr sz="2400" dirty="0">
                <a:latin typeface="Calibri" panose="020F0502020204030204"/>
                <a:cs typeface="Calibri" panose="020F0502020204030204"/>
              </a:rPr>
              <a:t>element</a:t>
            </a:r>
            <a:r>
              <a:rPr sz="2400" spc="-60" dirty="0">
                <a:latin typeface="Calibri" panose="020F0502020204030204"/>
                <a:cs typeface="Calibri" panose="020F0502020204030204"/>
              </a:rPr>
              <a:t> </a:t>
            </a:r>
            <a:r>
              <a:rPr sz="2400" dirty="0">
                <a:latin typeface="Calibri" panose="020F0502020204030204"/>
                <a:cs typeface="Calibri" panose="020F0502020204030204"/>
              </a:rPr>
              <a:t>must</a:t>
            </a:r>
            <a:r>
              <a:rPr sz="2400" spc="-55" dirty="0">
                <a:latin typeface="Calibri" panose="020F0502020204030204"/>
                <a:cs typeface="Calibri" panose="020F0502020204030204"/>
              </a:rPr>
              <a:t> </a:t>
            </a:r>
            <a:r>
              <a:rPr sz="2400" dirty="0">
                <a:latin typeface="Calibri" panose="020F0502020204030204"/>
                <a:cs typeface="Calibri" panose="020F0502020204030204"/>
              </a:rPr>
              <a:t>be</a:t>
            </a:r>
            <a:r>
              <a:rPr sz="2400" spc="-40" dirty="0">
                <a:latin typeface="Calibri" panose="020F0502020204030204"/>
                <a:cs typeface="Calibri" panose="020F0502020204030204"/>
              </a:rPr>
              <a:t> </a:t>
            </a:r>
            <a:r>
              <a:rPr sz="2400" dirty="0">
                <a:latin typeface="Calibri" panose="020F0502020204030204"/>
                <a:cs typeface="Calibri" panose="020F0502020204030204"/>
              </a:rPr>
              <a:t>a</a:t>
            </a:r>
            <a:r>
              <a:rPr sz="2400" spc="-60" dirty="0">
                <a:latin typeface="Calibri" panose="020F0502020204030204"/>
                <a:cs typeface="Calibri" panose="020F0502020204030204"/>
              </a:rPr>
              <a:t> </a:t>
            </a:r>
            <a:r>
              <a:rPr sz="2400" spc="-40" dirty="0">
                <a:latin typeface="Calibri" panose="020F0502020204030204"/>
                <a:cs typeface="Calibri" panose="020F0502020204030204"/>
              </a:rPr>
              <a:t>key-</a:t>
            </a:r>
            <a:r>
              <a:rPr sz="2400" dirty="0">
                <a:latin typeface="Calibri" panose="020F0502020204030204"/>
                <a:cs typeface="Calibri" panose="020F0502020204030204"/>
              </a:rPr>
              <a:t>value</a:t>
            </a:r>
            <a:r>
              <a:rPr sz="2400" spc="-45" dirty="0">
                <a:latin typeface="Calibri" panose="020F0502020204030204"/>
                <a:cs typeface="Calibri" panose="020F0502020204030204"/>
              </a:rPr>
              <a:t> </a:t>
            </a:r>
            <a:r>
              <a:rPr sz="2400" dirty="0">
                <a:latin typeface="Calibri" panose="020F0502020204030204"/>
                <a:cs typeface="Calibri" panose="020F0502020204030204"/>
              </a:rPr>
              <a:t>pair</a:t>
            </a:r>
            <a:r>
              <a:rPr sz="2400" spc="-50" dirty="0">
                <a:latin typeface="Calibri" panose="020F0502020204030204"/>
                <a:cs typeface="Calibri" panose="020F0502020204030204"/>
              </a:rPr>
              <a:t> </a:t>
            </a:r>
            <a:r>
              <a:rPr sz="2400" spc="-25" dirty="0">
                <a:latin typeface="Calibri" panose="020F0502020204030204"/>
                <a:cs typeface="Calibri" panose="020F0502020204030204"/>
              </a:rPr>
              <a:t>(a </a:t>
            </a:r>
            <a:r>
              <a:rPr sz="2400" spc="-20" dirty="0">
                <a:latin typeface="Calibri" panose="020F0502020204030204"/>
                <a:cs typeface="Calibri" panose="020F0502020204030204"/>
              </a:rPr>
              <a:t>two-</a:t>
            </a:r>
            <a:r>
              <a:rPr sz="2400" dirty="0">
                <a:latin typeface="Calibri" panose="020F0502020204030204"/>
                <a:cs typeface="Calibri" panose="020F0502020204030204"/>
              </a:rPr>
              <a:t>element</a:t>
            </a:r>
            <a:r>
              <a:rPr sz="2400" spc="-75" dirty="0">
                <a:latin typeface="Calibri" panose="020F0502020204030204"/>
                <a:cs typeface="Calibri" panose="020F0502020204030204"/>
              </a:rPr>
              <a:t> </a:t>
            </a:r>
            <a:r>
              <a:rPr sz="2400" i="1" spc="-10" dirty="0">
                <a:latin typeface="Calibri" panose="020F0502020204030204"/>
                <a:cs typeface="Calibri" panose="020F0502020204030204"/>
              </a:rPr>
              <a:t>tuple</a:t>
            </a:r>
            <a:r>
              <a:rPr sz="2400" spc="-10" dirty="0">
                <a:latin typeface="Calibri" panose="020F0502020204030204"/>
                <a:cs typeface="Calibri" panose="020F0502020204030204"/>
              </a:rPr>
              <a:t>)</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Keys</a:t>
            </a:r>
            <a:r>
              <a:rPr sz="2400" spc="-75" dirty="0">
                <a:latin typeface="Calibri" panose="020F0502020204030204"/>
                <a:cs typeface="Calibri" panose="020F0502020204030204"/>
              </a:rPr>
              <a:t> </a:t>
            </a:r>
            <a:r>
              <a:rPr sz="2400" dirty="0">
                <a:latin typeface="Calibri" panose="020F0502020204030204"/>
                <a:cs typeface="Calibri" panose="020F0502020204030204"/>
              </a:rPr>
              <a:t>and</a:t>
            </a:r>
            <a:r>
              <a:rPr sz="2400" spc="-75" dirty="0">
                <a:latin typeface="Calibri" panose="020F0502020204030204"/>
                <a:cs typeface="Calibri" panose="020F0502020204030204"/>
              </a:rPr>
              <a:t> </a:t>
            </a:r>
            <a:r>
              <a:rPr sz="2400" dirty="0">
                <a:latin typeface="Calibri" panose="020F0502020204030204"/>
                <a:cs typeface="Calibri" panose="020F0502020204030204"/>
              </a:rPr>
              <a:t>values</a:t>
            </a:r>
            <a:r>
              <a:rPr sz="2400" spc="-75" dirty="0">
                <a:latin typeface="Calibri" panose="020F0502020204030204"/>
                <a:cs typeface="Calibri" panose="020F0502020204030204"/>
              </a:rPr>
              <a:t> </a:t>
            </a:r>
            <a:r>
              <a:rPr sz="2400" dirty="0">
                <a:latin typeface="Calibri" panose="020F0502020204030204"/>
                <a:cs typeface="Calibri" panose="020F0502020204030204"/>
              </a:rPr>
              <a:t>can</a:t>
            </a:r>
            <a:r>
              <a:rPr sz="2400" spc="-70" dirty="0">
                <a:latin typeface="Calibri" panose="020F0502020204030204"/>
                <a:cs typeface="Calibri" panose="020F0502020204030204"/>
              </a:rPr>
              <a:t> </a:t>
            </a:r>
            <a:r>
              <a:rPr sz="2400" dirty="0">
                <a:latin typeface="Calibri" panose="020F0502020204030204"/>
                <a:cs typeface="Calibri" panose="020F0502020204030204"/>
              </a:rPr>
              <a:t>be</a:t>
            </a:r>
            <a:r>
              <a:rPr sz="2400" spc="-65" dirty="0">
                <a:latin typeface="Calibri" panose="020F0502020204030204"/>
                <a:cs typeface="Calibri" panose="020F0502020204030204"/>
              </a:rPr>
              <a:t> </a:t>
            </a:r>
            <a:r>
              <a:rPr sz="2400" dirty="0">
                <a:latin typeface="Calibri" panose="020F0502020204030204"/>
                <a:cs typeface="Calibri" panose="020F0502020204030204"/>
              </a:rPr>
              <a:t>any</a:t>
            </a:r>
            <a:r>
              <a:rPr sz="2400" spc="-70" dirty="0">
                <a:latin typeface="Calibri" panose="020F0502020204030204"/>
                <a:cs typeface="Calibri" panose="020F0502020204030204"/>
              </a:rPr>
              <a:t> </a:t>
            </a:r>
            <a:r>
              <a:rPr sz="2400" spc="-20" dirty="0">
                <a:latin typeface="Calibri" panose="020F0502020204030204"/>
                <a:cs typeface="Calibri" panose="020F0502020204030204"/>
              </a:rPr>
              <a:t>type</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15" dirty="0">
                <a:latin typeface="Calibri" panose="020F0502020204030204"/>
                <a:cs typeface="Calibri" panose="020F0502020204030204"/>
              </a:rPr>
              <a:t> </a:t>
            </a:r>
            <a:r>
              <a:rPr sz="2400" b="1" spc="-20" dirty="0">
                <a:latin typeface="Calibri" panose="020F0502020204030204"/>
                <a:cs typeface="Calibri" panose="020F0502020204030204"/>
              </a:rPr>
              <a:t>Why?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Use</a:t>
            </a:r>
            <a:r>
              <a:rPr sz="2400" spc="-40" dirty="0">
                <a:latin typeface="Calibri" panose="020F0502020204030204"/>
                <a:cs typeface="Calibri" panose="020F0502020204030204"/>
              </a:rPr>
              <a:t> </a:t>
            </a:r>
            <a:r>
              <a:rPr sz="2400" dirty="0">
                <a:latin typeface="Calibri" panose="020F0502020204030204"/>
                <a:cs typeface="Calibri" panose="020F0502020204030204"/>
              </a:rPr>
              <a:t>with</a:t>
            </a:r>
            <a:r>
              <a:rPr sz="2400" spc="-50" dirty="0">
                <a:latin typeface="Calibri" panose="020F0502020204030204"/>
                <a:cs typeface="Calibri" panose="020F0502020204030204"/>
              </a:rPr>
              <a:t> </a:t>
            </a:r>
            <a:r>
              <a:rPr sz="2400" spc="-10" dirty="0">
                <a:latin typeface="Calibri" panose="020F0502020204030204"/>
                <a:cs typeface="Calibri" panose="020F0502020204030204"/>
              </a:rPr>
              <a:t>map-</a:t>
            </a:r>
            <a:r>
              <a:rPr sz="2400" dirty="0">
                <a:latin typeface="Calibri" panose="020F0502020204030204"/>
                <a:cs typeface="Calibri" panose="020F0502020204030204"/>
              </a:rPr>
              <a:t>reduce</a:t>
            </a:r>
            <a:r>
              <a:rPr sz="2400" spc="-40" dirty="0">
                <a:latin typeface="Calibri" panose="020F0502020204030204"/>
                <a:cs typeface="Calibri" panose="020F0502020204030204"/>
              </a:rPr>
              <a:t> </a:t>
            </a:r>
            <a:r>
              <a:rPr sz="2400" spc="-10" dirty="0">
                <a:latin typeface="Calibri" panose="020F0502020204030204"/>
                <a:cs typeface="Calibri" panose="020F0502020204030204"/>
              </a:rPr>
              <a:t>algorithms</a:t>
            </a:r>
            <a:endParaRPr sz="2400">
              <a:latin typeface="Calibri" panose="020F0502020204030204"/>
              <a:cs typeface="Calibri" panose="020F0502020204030204"/>
            </a:endParaRPr>
          </a:p>
          <a:p>
            <a:pPr marL="12700" marR="636270">
              <a:lnSpc>
                <a:spcPct val="100000"/>
              </a:lnSpc>
              <a:spcBef>
                <a:spcPts val="5"/>
              </a:spcBef>
            </a:pPr>
            <a:r>
              <a:rPr sz="2400" spc="-10" dirty="0">
                <a:latin typeface="Calibri" panose="020F0502020204030204"/>
                <a:cs typeface="Calibri" panose="020F0502020204030204"/>
              </a:rPr>
              <a:t>–</a:t>
            </a:r>
            <a:r>
              <a:rPr sz="2400" dirty="0">
                <a:latin typeface="Calibri" panose="020F0502020204030204"/>
                <a:cs typeface="Calibri" panose="020F0502020204030204"/>
              </a:rPr>
              <a:t>Many</a:t>
            </a:r>
            <a:r>
              <a:rPr sz="2400" spc="-65" dirty="0">
                <a:latin typeface="Calibri" panose="020F0502020204030204"/>
                <a:cs typeface="Calibri" panose="020F0502020204030204"/>
              </a:rPr>
              <a:t> </a:t>
            </a:r>
            <a:r>
              <a:rPr sz="2400" dirty="0">
                <a:latin typeface="Calibri" panose="020F0502020204030204"/>
                <a:cs typeface="Calibri" panose="020F0502020204030204"/>
              </a:rPr>
              <a:t>additional</a:t>
            </a:r>
            <a:r>
              <a:rPr sz="2400" spc="-75" dirty="0">
                <a:latin typeface="Calibri" panose="020F0502020204030204"/>
                <a:cs typeface="Calibri" panose="020F0502020204030204"/>
              </a:rPr>
              <a:t> </a:t>
            </a:r>
            <a:r>
              <a:rPr sz="2400" dirty="0">
                <a:latin typeface="Calibri" panose="020F0502020204030204"/>
                <a:cs typeface="Calibri" panose="020F0502020204030204"/>
              </a:rPr>
              <a:t>functions</a:t>
            </a:r>
            <a:r>
              <a:rPr sz="2400" spc="-70" dirty="0">
                <a:latin typeface="Calibri" panose="020F0502020204030204"/>
                <a:cs typeface="Calibri" panose="020F0502020204030204"/>
              </a:rPr>
              <a:t> </a:t>
            </a:r>
            <a:r>
              <a:rPr sz="2400" dirty="0">
                <a:latin typeface="Calibri" panose="020F0502020204030204"/>
                <a:cs typeface="Calibri" panose="020F0502020204030204"/>
              </a:rPr>
              <a:t>are</a:t>
            </a:r>
            <a:r>
              <a:rPr sz="2400" spc="-60" dirty="0">
                <a:latin typeface="Calibri" panose="020F0502020204030204"/>
                <a:cs typeface="Calibri" panose="020F0502020204030204"/>
              </a:rPr>
              <a:t> </a:t>
            </a:r>
            <a:r>
              <a:rPr sz="2400" dirty="0">
                <a:latin typeface="Calibri" panose="020F0502020204030204"/>
                <a:cs typeface="Calibri" panose="020F0502020204030204"/>
              </a:rPr>
              <a:t>available</a:t>
            </a:r>
            <a:r>
              <a:rPr sz="2400" spc="-70" dirty="0">
                <a:latin typeface="Calibri" panose="020F0502020204030204"/>
                <a:cs typeface="Calibri" panose="020F0502020204030204"/>
              </a:rPr>
              <a:t> </a:t>
            </a:r>
            <a:r>
              <a:rPr sz="2400" spc="-25" dirty="0">
                <a:latin typeface="Calibri" panose="020F0502020204030204"/>
                <a:cs typeface="Calibri" panose="020F0502020204030204"/>
              </a:rPr>
              <a:t>for </a:t>
            </a:r>
            <a:r>
              <a:rPr sz="2400" dirty="0">
                <a:latin typeface="Calibri" panose="020F0502020204030204"/>
                <a:cs typeface="Calibri" panose="020F0502020204030204"/>
              </a:rPr>
              <a:t>common</a:t>
            </a:r>
            <a:r>
              <a:rPr sz="2400" spc="-80" dirty="0">
                <a:latin typeface="Calibri" panose="020F0502020204030204"/>
                <a:cs typeface="Calibri" panose="020F0502020204030204"/>
              </a:rPr>
              <a:t> </a:t>
            </a:r>
            <a:r>
              <a:rPr sz="2400" dirty="0">
                <a:latin typeface="Calibri" panose="020F0502020204030204"/>
                <a:cs typeface="Calibri" panose="020F0502020204030204"/>
              </a:rPr>
              <a:t>data</a:t>
            </a:r>
            <a:r>
              <a:rPr sz="2400" spc="-75" dirty="0">
                <a:latin typeface="Calibri" panose="020F0502020204030204"/>
                <a:cs typeface="Calibri" panose="020F0502020204030204"/>
              </a:rPr>
              <a:t> </a:t>
            </a:r>
            <a:r>
              <a:rPr sz="2400" dirty="0">
                <a:latin typeface="Calibri" panose="020F0502020204030204"/>
                <a:cs typeface="Calibri" panose="020F0502020204030204"/>
              </a:rPr>
              <a:t>processing</a:t>
            </a:r>
            <a:r>
              <a:rPr sz="2400" spc="-75" dirty="0">
                <a:latin typeface="Calibri" panose="020F0502020204030204"/>
                <a:cs typeface="Calibri" panose="020F0502020204030204"/>
              </a:rPr>
              <a:t> </a:t>
            </a:r>
            <a:r>
              <a:rPr sz="2400" spc="-10" dirty="0">
                <a:latin typeface="Calibri" panose="020F0502020204030204"/>
                <a:cs typeface="Calibri" panose="020F0502020204030204"/>
              </a:rPr>
              <a:t>needs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Such</a:t>
            </a:r>
            <a:r>
              <a:rPr sz="2400" spc="-20" dirty="0">
                <a:latin typeface="Calibri" panose="020F0502020204030204"/>
                <a:cs typeface="Calibri" panose="020F0502020204030204"/>
              </a:rPr>
              <a:t> </a:t>
            </a:r>
            <a:r>
              <a:rPr sz="2400" dirty="0">
                <a:latin typeface="Calibri" panose="020F0502020204030204"/>
                <a:cs typeface="Calibri" panose="020F0502020204030204"/>
              </a:rPr>
              <a:t>as</a:t>
            </a:r>
            <a:r>
              <a:rPr sz="2400" spc="-10" dirty="0">
                <a:latin typeface="Calibri" panose="020F0502020204030204"/>
                <a:cs typeface="Calibri" panose="020F0502020204030204"/>
              </a:rPr>
              <a:t> </a:t>
            </a:r>
            <a:r>
              <a:rPr sz="2400" dirty="0">
                <a:latin typeface="Calibri" panose="020F0502020204030204"/>
                <a:cs typeface="Calibri" panose="020F0502020204030204"/>
              </a:rPr>
              <a:t>sorting,</a:t>
            </a:r>
            <a:r>
              <a:rPr sz="2400" spc="-25" dirty="0">
                <a:latin typeface="Calibri" panose="020F0502020204030204"/>
                <a:cs typeface="Calibri" panose="020F0502020204030204"/>
              </a:rPr>
              <a:t> </a:t>
            </a:r>
            <a:r>
              <a:rPr sz="2400" dirty="0">
                <a:latin typeface="Calibri" panose="020F0502020204030204"/>
                <a:cs typeface="Calibri" panose="020F0502020204030204"/>
              </a:rPr>
              <a:t>joining,</a:t>
            </a:r>
            <a:r>
              <a:rPr sz="2400" spc="-5" dirty="0">
                <a:latin typeface="Calibri" panose="020F0502020204030204"/>
                <a:cs typeface="Calibri" panose="020F0502020204030204"/>
              </a:rPr>
              <a:t> </a:t>
            </a:r>
            <a:r>
              <a:rPr sz="2400" dirty="0">
                <a:latin typeface="Calibri" panose="020F0502020204030204"/>
                <a:cs typeface="Calibri" panose="020F0502020204030204"/>
              </a:rPr>
              <a:t>grouping,</a:t>
            </a:r>
            <a:r>
              <a:rPr sz="2400" spc="-10" dirty="0">
                <a:latin typeface="Calibri" panose="020F0502020204030204"/>
                <a:cs typeface="Calibri" panose="020F0502020204030204"/>
              </a:rPr>
              <a:t> </a:t>
            </a:r>
            <a:r>
              <a:rPr sz="2400" dirty="0">
                <a:latin typeface="Calibri" panose="020F0502020204030204"/>
                <a:cs typeface="Calibri" panose="020F0502020204030204"/>
              </a:rPr>
              <a:t>and</a:t>
            </a:r>
            <a:r>
              <a:rPr sz="2400" spc="-10" dirty="0">
                <a:latin typeface="Calibri" panose="020F0502020204030204"/>
                <a:cs typeface="Calibri" panose="020F0502020204030204"/>
              </a:rPr>
              <a:t> counting</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6657975" y="1962150"/>
            <a:ext cx="1781175" cy="1381125"/>
          </a:xfrm>
          <a:prstGeom prst="rect">
            <a:avLst/>
          </a:prstGeom>
        </p:spPr>
      </p:pic>
      <p:pic>
        <p:nvPicPr>
          <p:cNvPr id="5" name="Picture 4" descr="wingspan_logo.png"/>
          <p:cNvPicPr>
            <a:picLocks noChangeAspect="1"/>
          </p:cNvPicPr>
          <p:nvPr/>
        </p:nvPicPr>
        <p:blipFill>
          <a:blip r:embed="rId3"/>
          <a:stretch>
            <a:fillRect/>
          </a:stretch>
        </p:blipFill>
        <p:spPr>
          <a:xfrm>
            <a:off x="8431374" y="-23876"/>
            <a:ext cx="749808" cy="630936"/>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906905">
              <a:lnSpc>
                <a:spcPct val="100000"/>
              </a:lnSpc>
              <a:spcBef>
                <a:spcPts val="105"/>
              </a:spcBef>
            </a:pPr>
            <a:r>
              <a:rPr dirty="0"/>
              <a:t>Creating</a:t>
            </a:r>
            <a:r>
              <a:rPr spc="-140" dirty="0"/>
              <a:t> </a:t>
            </a:r>
            <a:r>
              <a:rPr dirty="0"/>
              <a:t>Pair</a:t>
            </a:r>
            <a:r>
              <a:rPr spc="-140" dirty="0"/>
              <a:t> </a:t>
            </a:r>
            <a:r>
              <a:rPr spc="-20" dirty="0"/>
              <a:t>RDDs</a:t>
            </a:r>
          </a:p>
        </p:txBody>
      </p:sp>
      <p:sp>
        <p:nvSpPr>
          <p:cNvPr id="3" name="object 3"/>
          <p:cNvSpPr txBox="1"/>
          <p:nvPr/>
        </p:nvSpPr>
        <p:spPr>
          <a:xfrm>
            <a:off x="764540" y="1689861"/>
            <a:ext cx="6841490" cy="3684270"/>
          </a:xfrm>
          <a:prstGeom prst="rect">
            <a:avLst/>
          </a:prstGeom>
        </p:spPr>
        <p:txBody>
          <a:bodyPr vert="horz" wrap="square" lIns="0" tIns="33020" rIns="0" bIns="0" rtlCol="0">
            <a:spAutoFit/>
          </a:bodyPr>
          <a:lstStyle/>
          <a:p>
            <a:pPr marL="12700" marR="5080">
              <a:lnSpc>
                <a:spcPts val="2800"/>
              </a:lnSpc>
              <a:spcBef>
                <a:spcPts val="260"/>
              </a:spcBef>
            </a:pPr>
            <a:r>
              <a:rPr sz="2400" b="1" dirty="0">
                <a:latin typeface="Calibri" panose="020F0502020204030204"/>
                <a:cs typeface="Calibri" panose="020F0502020204030204"/>
              </a:rPr>
              <a:t>The</a:t>
            </a:r>
            <a:r>
              <a:rPr sz="2400" b="1" spc="-50" dirty="0">
                <a:latin typeface="Calibri" panose="020F0502020204030204"/>
                <a:cs typeface="Calibri" panose="020F0502020204030204"/>
              </a:rPr>
              <a:t> </a:t>
            </a:r>
            <a:r>
              <a:rPr sz="2400" b="1" dirty="0">
                <a:latin typeface="Calibri" panose="020F0502020204030204"/>
                <a:cs typeface="Calibri" panose="020F0502020204030204"/>
              </a:rPr>
              <a:t>first</a:t>
            </a:r>
            <a:r>
              <a:rPr sz="2400" b="1" spc="-55" dirty="0">
                <a:latin typeface="Calibri" panose="020F0502020204030204"/>
                <a:cs typeface="Calibri" panose="020F0502020204030204"/>
              </a:rPr>
              <a:t> </a:t>
            </a:r>
            <a:r>
              <a:rPr sz="2400" b="1" dirty="0">
                <a:latin typeface="Calibri" panose="020F0502020204030204"/>
                <a:cs typeface="Calibri" panose="020F0502020204030204"/>
              </a:rPr>
              <a:t>step</a:t>
            </a:r>
            <a:r>
              <a:rPr sz="2400" b="1" spc="-35" dirty="0">
                <a:latin typeface="Calibri" panose="020F0502020204030204"/>
                <a:cs typeface="Calibri" panose="020F0502020204030204"/>
              </a:rPr>
              <a:t> </a:t>
            </a:r>
            <a:r>
              <a:rPr sz="2400" b="1" dirty="0">
                <a:latin typeface="Calibri" panose="020F0502020204030204"/>
                <a:cs typeface="Calibri" panose="020F0502020204030204"/>
              </a:rPr>
              <a:t>in</a:t>
            </a:r>
            <a:r>
              <a:rPr sz="2400" b="1" spc="-50" dirty="0">
                <a:latin typeface="Calibri" panose="020F0502020204030204"/>
                <a:cs typeface="Calibri" panose="020F0502020204030204"/>
              </a:rPr>
              <a:t> </a:t>
            </a:r>
            <a:r>
              <a:rPr sz="2400" b="1" dirty="0">
                <a:latin typeface="Calibri" panose="020F0502020204030204"/>
                <a:cs typeface="Calibri" panose="020F0502020204030204"/>
              </a:rPr>
              <a:t>most</a:t>
            </a:r>
            <a:r>
              <a:rPr sz="2400" b="1" spc="-65" dirty="0">
                <a:latin typeface="Calibri" panose="020F0502020204030204"/>
                <a:cs typeface="Calibri" panose="020F0502020204030204"/>
              </a:rPr>
              <a:t> </a:t>
            </a:r>
            <a:r>
              <a:rPr sz="2400" b="1" dirty="0">
                <a:latin typeface="Calibri" panose="020F0502020204030204"/>
                <a:cs typeface="Calibri" panose="020F0502020204030204"/>
              </a:rPr>
              <a:t>workflows</a:t>
            </a:r>
            <a:r>
              <a:rPr sz="2400" b="1" spc="-60" dirty="0">
                <a:latin typeface="Calibri" panose="020F0502020204030204"/>
                <a:cs typeface="Calibri" panose="020F0502020204030204"/>
              </a:rPr>
              <a:t> </a:t>
            </a:r>
            <a:r>
              <a:rPr sz="2400" b="1" dirty="0">
                <a:latin typeface="Calibri" panose="020F0502020204030204"/>
                <a:cs typeface="Calibri" panose="020F0502020204030204"/>
              </a:rPr>
              <a:t>is</a:t>
            </a:r>
            <a:r>
              <a:rPr sz="2400" b="1" spc="-45" dirty="0">
                <a:latin typeface="Calibri" panose="020F0502020204030204"/>
                <a:cs typeface="Calibri" panose="020F0502020204030204"/>
              </a:rPr>
              <a:t> </a:t>
            </a:r>
            <a:r>
              <a:rPr sz="2400" b="1" dirty="0">
                <a:latin typeface="Calibri" panose="020F0502020204030204"/>
                <a:cs typeface="Calibri" panose="020F0502020204030204"/>
              </a:rPr>
              <a:t>to</a:t>
            </a:r>
            <a:r>
              <a:rPr sz="2400" b="1" spc="-45" dirty="0">
                <a:latin typeface="Calibri" panose="020F0502020204030204"/>
                <a:cs typeface="Calibri" panose="020F0502020204030204"/>
              </a:rPr>
              <a:t> </a:t>
            </a:r>
            <a:r>
              <a:rPr sz="2400" b="1" dirty="0">
                <a:latin typeface="Calibri" panose="020F0502020204030204"/>
                <a:cs typeface="Calibri" panose="020F0502020204030204"/>
              </a:rPr>
              <a:t>get</a:t>
            </a:r>
            <a:r>
              <a:rPr sz="2400" b="1" spc="-65" dirty="0">
                <a:latin typeface="Calibri" panose="020F0502020204030204"/>
                <a:cs typeface="Calibri" panose="020F0502020204030204"/>
              </a:rPr>
              <a:t> </a:t>
            </a:r>
            <a:r>
              <a:rPr sz="2400" b="1" dirty="0">
                <a:latin typeface="Calibri" panose="020F0502020204030204"/>
                <a:cs typeface="Calibri" panose="020F0502020204030204"/>
              </a:rPr>
              <a:t>the</a:t>
            </a:r>
            <a:r>
              <a:rPr sz="2400" b="1" spc="-45" dirty="0">
                <a:latin typeface="Calibri" panose="020F0502020204030204"/>
                <a:cs typeface="Calibri" panose="020F0502020204030204"/>
              </a:rPr>
              <a:t> </a:t>
            </a:r>
            <a:r>
              <a:rPr sz="2400" b="1" dirty="0">
                <a:latin typeface="Calibri" panose="020F0502020204030204"/>
                <a:cs typeface="Calibri" panose="020F0502020204030204"/>
              </a:rPr>
              <a:t>data</a:t>
            </a:r>
            <a:r>
              <a:rPr sz="2400" b="1" spc="-35" dirty="0">
                <a:latin typeface="Calibri" panose="020F0502020204030204"/>
                <a:cs typeface="Calibri" panose="020F0502020204030204"/>
              </a:rPr>
              <a:t> </a:t>
            </a:r>
            <a:r>
              <a:rPr sz="2400" b="1" spc="-20" dirty="0">
                <a:latin typeface="Calibri" panose="020F0502020204030204"/>
                <a:cs typeface="Calibri" panose="020F0502020204030204"/>
              </a:rPr>
              <a:t>into key/value</a:t>
            </a:r>
            <a:r>
              <a:rPr sz="2400" b="1" spc="-55" dirty="0">
                <a:latin typeface="Calibri" panose="020F0502020204030204"/>
                <a:cs typeface="Calibri" panose="020F0502020204030204"/>
              </a:rPr>
              <a:t> </a:t>
            </a:r>
            <a:r>
              <a:rPr sz="2400" b="1" spc="-20" dirty="0">
                <a:latin typeface="Calibri" panose="020F0502020204030204"/>
                <a:cs typeface="Calibri" panose="020F0502020204030204"/>
              </a:rPr>
              <a:t>form</a:t>
            </a:r>
            <a:endParaRPr sz="2400">
              <a:latin typeface="Calibri" panose="020F0502020204030204"/>
              <a:cs typeface="Calibri" panose="020F0502020204030204"/>
            </a:endParaRPr>
          </a:p>
          <a:p>
            <a:pPr marL="12700">
              <a:lnSpc>
                <a:spcPts val="2840"/>
              </a:lnSpc>
              <a:spcBef>
                <a:spcPts val="2880"/>
              </a:spcBef>
            </a:pPr>
            <a:r>
              <a:rPr sz="2400" spc="-10" dirty="0">
                <a:latin typeface="Calibri" panose="020F0502020204030204"/>
                <a:cs typeface="Calibri" panose="020F0502020204030204"/>
              </a:rPr>
              <a:t>–</a:t>
            </a:r>
            <a:r>
              <a:rPr sz="2400" dirty="0">
                <a:latin typeface="Calibri" panose="020F0502020204030204"/>
                <a:cs typeface="Calibri" panose="020F0502020204030204"/>
              </a:rPr>
              <a:t>What</a:t>
            </a:r>
            <a:r>
              <a:rPr sz="2400" spc="-40" dirty="0">
                <a:latin typeface="Calibri" panose="020F0502020204030204"/>
                <a:cs typeface="Calibri" panose="020F0502020204030204"/>
              </a:rPr>
              <a:t> </a:t>
            </a:r>
            <a:r>
              <a:rPr sz="2400" dirty="0">
                <a:latin typeface="Calibri" panose="020F0502020204030204"/>
                <a:cs typeface="Calibri" panose="020F0502020204030204"/>
              </a:rPr>
              <a:t>should</a:t>
            </a:r>
            <a:r>
              <a:rPr sz="2400" spc="-35" dirty="0">
                <a:latin typeface="Calibri" panose="020F0502020204030204"/>
                <a:cs typeface="Calibri" panose="020F0502020204030204"/>
              </a:rPr>
              <a:t> </a:t>
            </a:r>
            <a:r>
              <a:rPr sz="2400" dirty="0">
                <a:latin typeface="Calibri" panose="020F0502020204030204"/>
                <a:cs typeface="Calibri" panose="020F0502020204030204"/>
              </a:rPr>
              <a:t>the</a:t>
            </a:r>
            <a:r>
              <a:rPr sz="2400" spc="-30" dirty="0">
                <a:latin typeface="Calibri" panose="020F0502020204030204"/>
                <a:cs typeface="Calibri" panose="020F0502020204030204"/>
              </a:rPr>
              <a:t> </a:t>
            </a:r>
            <a:r>
              <a:rPr sz="2400" dirty="0">
                <a:latin typeface="Calibri" panose="020F0502020204030204"/>
                <a:cs typeface="Calibri" panose="020F0502020204030204"/>
              </a:rPr>
              <a:t>RDD</a:t>
            </a:r>
            <a:r>
              <a:rPr sz="2400" spc="-45" dirty="0">
                <a:latin typeface="Calibri" panose="020F0502020204030204"/>
                <a:cs typeface="Calibri" panose="020F0502020204030204"/>
              </a:rPr>
              <a:t> </a:t>
            </a:r>
            <a:r>
              <a:rPr sz="2400" dirty="0">
                <a:latin typeface="Calibri" panose="020F0502020204030204"/>
                <a:cs typeface="Calibri" panose="020F0502020204030204"/>
              </a:rPr>
              <a:t>should</a:t>
            </a:r>
            <a:r>
              <a:rPr sz="2400" spc="-20" dirty="0">
                <a:latin typeface="Calibri" panose="020F0502020204030204"/>
                <a:cs typeface="Calibri" panose="020F0502020204030204"/>
              </a:rPr>
              <a:t> </a:t>
            </a:r>
            <a:r>
              <a:rPr sz="2400" dirty="0">
                <a:latin typeface="Calibri" panose="020F0502020204030204"/>
                <a:cs typeface="Calibri" panose="020F0502020204030204"/>
              </a:rPr>
              <a:t>be</a:t>
            </a:r>
            <a:r>
              <a:rPr sz="2400" spc="-30" dirty="0">
                <a:latin typeface="Calibri" panose="020F0502020204030204"/>
                <a:cs typeface="Calibri" panose="020F0502020204030204"/>
              </a:rPr>
              <a:t> </a:t>
            </a:r>
            <a:r>
              <a:rPr sz="2400" spc="-20" dirty="0">
                <a:latin typeface="Calibri" panose="020F0502020204030204"/>
                <a:cs typeface="Calibri" panose="020F0502020204030204"/>
              </a:rPr>
              <a:t>keyed</a:t>
            </a:r>
            <a:r>
              <a:rPr sz="2400" spc="-55" dirty="0">
                <a:latin typeface="Calibri" panose="020F0502020204030204"/>
                <a:cs typeface="Calibri" panose="020F0502020204030204"/>
              </a:rPr>
              <a:t> </a:t>
            </a:r>
            <a:r>
              <a:rPr sz="2400" spc="-25" dirty="0">
                <a:latin typeface="Calibri" panose="020F0502020204030204"/>
                <a:cs typeface="Calibri" panose="020F0502020204030204"/>
              </a:rPr>
              <a:t>on?</a:t>
            </a:r>
            <a:endParaRPr sz="2400">
              <a:latin typeface="Calibri" panose="020F0502020204030204"/>
              <a:cs typeface="Calibri" panose="020F0502020204030204"/>
            </a:endParaRPr>
          </a:p>
          <a:p>
            <a:pPr marL="12700">
              <a:lnSpc>
                <a:spcPts val="2840"/>
              </a:lnSpc>
            </a:pPr>
            <a:r>
              <a:rPr sz="2400" spc="-10" dirty="0">
                <a:latin typeface="Calibri" panose="020F0502020204030204"/>
                <a:cs typeface="Calibri" panose="020F0502020204030204"/>
              </a:rPr>
              <a:t>–</a:t>
            </a:r>
            <a:r>
              <a:rPr sz="2400" dirty="0">
                <a:latin typeface="Calibri" panose="020F0502020204030204"/>
                <a:cs typeface="Calibri" panose="020F0502020204030204"/>
              </a:rPr>
              <a:t>What</a:t>
            </a:r>
            <a:r>
              <a:rPr sz="2400" spc="-40" dirty="0">
                <a:latin typeface="Calibri" panose="020F0502020204030204"/>
                <a:cs typeface="Calibri" panose="020F0502020204030204"/>
              </a:rPr>
              <a:t> </a:t>
            </a:r>
            <a:r>
              <a:rPr sz="2400" dirty="0">
                <a:latin typeface="Calibri" panose="020F0502020204030204"/>
                <a:cs typeface="Calibri" panose="020F0502020204030204"/>
              </a:rPr>
              <a:t>is</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30" dirty="0">
                <a:latin typeface="Calibri" panose="020F0502020204030204"/>
                <a:cs typeface="Calibri" panose="020F0502020204030204"/>
              </a:rPr>
              <a:t> </a:t>
            </a:r>
            <a:r>
              <a:rPr sz="2400" spc="-10" dirty="0">
                <a:latin typeface="Calibri" panose="020F0502020204030204"/>
                <a:cs typeface="Calibri" panose="020F0502020204030204"/>
              </a:rPr>
              <a:t>value?</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spcBef>
                <a:spcPts val="5"/>
              </a:spcBef>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Commonly</a:t>
            </a:r>
            <a:r>
              <a:rPr sz="2400" b="1" spc="-85" dirty="0">
                <a:latin typeface="Calibri" panose="020F0502020204030204"/>
                <a:cs typeface="Calibri" panose="020F0502020204030204"/>
              </a:rPr>
              <a:t> </a:t>
            </a:r>
            <a:r>
              <a:rPr sz="2400" b="1" dirty="0">
                <a:latin typeface="Calibri" panose="020F0502020204030204"/>
                <a:cs typeface="Calibri" panose="020F0502020204030204"/>
              </a:rPr>
              <a:t>used</a:t>
            </a:r>
            <a:r>
              <a:rPr sz="2400" b="1" spc="-45" dirty="0">
                <a:latin typeface="Calibri" panose="020F0502020204030204"/>
                <a:cs typeface="Calibri" panose="020F0502020204030204"/>
              </a:rPr>
              <a:t> </a:t>
            </a:r>
            <a:r>
              <a:rPr sz="2400" b="1" dirty="0">
                <a:latin typeface="Calibri" panose="020F0502020204030204"/>
                <a:cs typeface="Calibri" panose="020F0502020204030204"/>
              </a:rPr>
              <a:t>functions</a:t>
            </a:r>
            <a:r>
              <a:rPr sz="2400" b="1" spc="-35" dirty="0">
                <a:latin typeface="Calibri" panose="020F0502020204030204"/>
                <a:cs typeface="Calibri" panose="020F0502020204030204"/>
              </a:rPr>
              <a:t> </a:t>
            </a:r>
            <a:r>
              <a:rPr sz="2400" b="1" dirty="0">
                <a:latin typeface="Calibri" panose="020F0502020204030204"/>
                <a:cs typeface="Calibri" panose="020F0502020204030204"/>
              </a:rPr>
              <a:t>to</a:t>
            </a:r>
            <a:r>
              <a:rPr sz="2400" b="1" spc="-45" dirty="0">
                <a:latin typeface="Calibri" panose="020F0502020204030204"/>
                <a:cs typeface="Calibri" panose="020F0502020204030204"/>
              </a:rPr>
              <a:t> </a:t>
            </a:r>
            <a:r>
              <a:rPr sz="2400" b="1" dirty="0">
                <a:latin typeface="Calibri" panose="020F0502020204030204"/>
                <a:cs typeface="Calibri" panose="020F0502020204030204"/>
              </a:rPr>
              <a:t>create</a:t>
            </a:r>
            <a:r>
              <a:rPr sz="2400" b="1" spc="-60" dirty="0">
                <a:latin typeface="Calibri" panose="020F0502020204030204"/>
                <a:cs typeface="Calibri" panose="020F0502020204030204"/>
              </a:rPr>
              <a:t> </a:t>
            </a:r>
            <a:r>
              <a:rPr sz="2400" b="1" dirty="0">
                <a:latin typeface="Calibri" panose="020F0502020204030204"/>
                <a:cs typeface="Calibri" panose="020F0502020204030204"/>
              </a:rPr>
              <a:t>pair</a:t>
            </a:r>
            <a:r>
              <a:rPr sz="2400" b="1" spc="-50" dirty="0">
                <a:latin typeface="Calibri" panose="020F0502020204030204"/>
                <a:cs typeface="Calibri" panose="020F0502020204030204"/>
              </a:rPr>
              <a:t> </a:t>
            </a:r>
            <a:r>
              <a:rPr sz="2400" b="1" spc="-20" dirty="0">
                <a:latin typeface="Calibri" panose="020F0502020204030204"/>
                <a:cs typeface="Calibri" panose="020F0502020204030204"/>
              </a:rPr>
              <a:t>RDDs</a:t>
            </a:r>
            <a:endParaRPr sz="2400">
              <a:latin typeface="Calibri" panose="020F0502020204030204"/>
              <a:cs typeface="Calibri" panose="020F0502020204030204"/>
            </a:endParaRPr>
          </a:p>
          <a:p>
            <a:pPr marL="12700">
              <a:lnSpc>
                <a:spcPts val="2840"/>
              </a:lnSpc>
            </a:pPr>
            <a:r>
              <a:rPr sz="2400" spc="-10" dirty="0">
                <a:latin typeface="Calibri" panose="020F0502020204030204"/>
                <a:cs typeface="Calibri" panose="020F0502020204030204"/>
              </a:rPr>
              <a:t>–</a:t>
            </a:r>
            <a:r>
              <a:rPr sz="2400" b="1" spc="-25" dirty="0">
                <a:latin typeface="Calibri" panose="020F0502020204030204"/>
                <a:cs typeface="Calibri" panose="020F0502020204030204"/>
              </a:rPr>
              <a:t>map</a:t>
            </a:r>
            <a:endParaRPr sz="2400">
              <a:latin typeface="Calibri" panose="020F0502020204030204"/>
              <a:cs typeface="Calibri" panose="020F0502020204030204"/>
            </a:endParaRPr>
          </a:p>
          <a:p>
            <a:pPr marL="12700">
              <a:lnSpc>
                <a:spcPts val="2840"/>
              </a:lnSpc>
            </a:pPr>
            <a:r>
              <a:rPr sz="2400" spc="-10" dirty="0">
                <a:latin typeface="Calibri" panose="020F0502020204030204"/>
                <a:cs typeface="Calibri" panose="020F0502020204030204"/>
              </a:rPr>
              <a:t>–</a:t>
            </a:r>
            <a:r>
              <a:rPr sz="2400" b="1" dirty="0">
                <a:latin typeface="Calibri" panose="020F0502020204030204"/>
                <a:cs typeface="Calibri" panose="020F0502020204030204"/>
              </a:rPr>
              <a:t>flatMap</a:t>
            </a:r>
            <a:r>
              <a:rPr sz="2400" b="1" spc="-65" dirty="0">
                <a:latin typeface="Calibri" panose="020F0502020204030204"/>
                <a:cs typeface="Calibri" panose="020F0502020204030204"/>
              </a:rPr>
              <a:t> </a:t>
            </a:r>
            <a:r>
              <a:rPr sz="2400" b="1" dirty="0">
                <a:latin typeface="Calibri" panose="020F0502020204030204"/>
                <a:cs typeface="Calibri" panose="020F0502020204030204"/>
              </a:rPr>
              <a:t>/</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flatMapValues</a:t>
            </a:r>
            <a:endParaRPr sz="2400">
              <a:latin typeface="Calibri" panose="020F0502020204030204"/>
              <a:cs typeface="Calibri" panose="020F0502020204030204"/>
            </a:endParaRPr>
          </a:p>
          <a:p>
            <a:pPr marL="12700">
              <a:lnSpc>
                <a:spcPct val="100000"/>
              </a:lnSpc>
              <a:spcBef>
                <a:spcPts val="85"/>
              </a:spcBef>
            </a:pPr>
            <a:r>
              <a:rPr sz="2400" spc="-10" dirty="0">
                <a:latin typeface="Calibri" panose="020F0502020204030204"/>
                <a:cs typeface="Calibri" panose="020F0502020204030204"/>
              </a:rPr>
              <a:t>–</a:t>
            </a:r>
            <a:r>
              <a:rPr sz="2400" b="1" spc="-10" dirty="0">
                <a:latin typeface="Calibri" panose="020F0502020204030204"/>
                <a:cs typeface="Calibri" panose="020F0502020204030204"/>
              </a:rPr>
              <a:t>keyBy</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58200" y="0"/>
            <a:ext cx="749808" cy="630936"/>
          </a:xfrm>
          <a:prstGeom prst="rect">
            <a:avLst/>
          </a:prstGeom>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654685">
              <a:lnSpc>
                <a:spcPct val="100000"/>
              </a:lnSpc>
              <a:spcBef>
                <a:spcPts val="105"/>
              </a:spcBef>
            </a:pPr>
            <a:r>
              <a:rPr dirty="0"/>
              <a:t>Example:</a:t>
            </a:r>
            <a:r>
              <a:rPr spc="-70" dirty="0"/>
              <a:t> </a:t>
            </a:r>
            <a:r>
              <a:rPr dirty="0"/>
              <a:t>A</a:t>
            </a:r>
            <a:r>
              <a:rPr spc="-80" dirty="0"/>
              <a:t> </a:t>
            </a:r>
            <a:r>
              <a:rPr dirty="0"/>
              <a:t>Simple</a:t>
            </a:r>
            <a:r>
              <a:rPr spc="-65" dirty="0"/>
              <a:t> </a:t>
            </a:r>
            <a:r>
              <a:rPr dirty="0"/>
              <a:t>Pair</a:t>
            </a:r>
            <a:r>
              <a:rPr spc="-65" dirty="0"/>
              <a:t> </a:t>
            </a:r>
            <a:r>
              <a:rPr spc="-25" dirty="0"/>
              <a:t>RDD</a:t>
            </a:r>
          </a:p>
        </p:txBody>
      </p:sp>
      <p:sp>
        <p:nvSpPr>
          <p:cNvPr id="3" name="object 3"/>
          <p:cNvSpPr txBox="1"/>
          <p:nvPr/>
        </p:nvSpPr>
        <p:spPr>
          <a:xfrm>
            <a:off x="764540" y="1694434"/>
            <a:ext cx="5021580"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Calibri" panose="020F0502020204030204"/>
                <a:cs typeface="Calibri" panose="020F0502020204030204"/>
              </a:rPr>
              <a:t>Example:</a:t>
            </a:r>
            <a:r>
              <a:rPr sz="1800" b="1" spc="-60" dirty="0">
                <a:latin typeface="Calibri" panose="020F0502020204030204"/>
                <a:cs typeface="Calibri" panose="020F0502020204030204"/>
              </a:rPr>
              <a:t> </a:t>
            </a:r>
            <a:r>
              <a:rPr sz="1800" b="1" dirty="0">
                <a:latin typeface="Calibri" panose="020F0502020204030204"/>
                <a:cs typeface="Calibri" panose="020F0502020204030204"/>
              </a:rPr>
              <a:t>Create</a:t>
            </a:r>
            <a:r>
              <a:rPr sz="1800" b="1" spc="-30" dirty="0">
                <a:latin typeface="Calibri" panose="020F0502020204030204"/>
                <a:cs typeface="Calibri" panose="020F0502020204030204"/>
              </a:rPr>
              <a:t> </a:t>
            </a:r>
            <a:r>
              <a:rPr sz="1800" b="1" dirty="0">
                <a:latin typeface="Calibri" panose="020F0502020204030204"/>
                <a:cs typeface="Calibri" panose="020F0502020204030204"/>
              </a:rPr>
              <a:t>a</a:t>
            </a:r>
            <a:r>
              <a:rPr sz="1800" b="1" spc="-30" dirty="0">
                <a:latin typeface="Calibri" panose="020F0502020204030204"/>
                <a:cs typeface="Calibri" panose="020F0502020204030204"/>
              </a:rPr>
              <a:t> </a:t>
            </a:r>
            <a:r>
              <a:rPr sz="1800" b="1" dirty="0">
                <a:latin typeface="Calibri" panose="020F0502020204030204"/>
                <a:cs typeface="Calibri" panose="020F0502020204030204"/>
              </a:rPr>
              <a:t>pair</a:t>
            </a:r>
            <a:r>
              <a:rPr sz="1800" b="1" spc="-45" dirty="0">
                <a:latin typeface="Calibri" panose="020F0502020204030204"/>
                <a:cs typeface="Calibri" panose="020F0502020204030204"/>
              </a:rPr>
              <a:t> </a:t>
            </a:r>
            <a:r>
              <a:rPr sz="1800" b="1" dirty="0">
                <a:latin typeface="Calibri" panose="020F0502020204030204"/>
                <a:cs typeface="Calibri" panose="020F0502020204030204"/>
              </a:rPr>
              <a:t>RDD</a:t>
            </a:r>
            <a:r>
              <a:rPr sz="1800" b="1" spc="-10" dirty="0">
                <a:latin typeface="Calibri" panose="020F0502020204030204"/>
                <a:cs typeface="Calibri" panose="020F0502020204030204"/>
              </a:rPr>
              <a:t> </a:t>
            </a:r>
            <a:r>
              <a:rPr sz="1800" b="1" dirty="0">
                <a:latin typeface="Calibri" panose="020F0502020204030204"/>
                <a:cs typeface="Calibri" panose="020F0502020204030204"/>
              </a:rPr>
              <a:t>from</a:t>
            </a:r>
            <a:r>
              <a:rPr sz="1800" b="1" spc="-30" dirty="0">
                <a:latin typeface="Calibri" panose="020F0502020204030204"/>
                <a:cs typeface="Calibri" panose="020F0502020204030204"/>
              </a:rPr>
              <a:t> </a:t>
            </a:r>
            <a:r>
              <a:rPr sz="1800" b="1" dirty="0">
                <a:latin typeface="Calibri" panose="020F0502020204030204"/>
                <a:cs typeface="Calibri" panose="020F0502020204030204"/>
              </a:rPr>
              <a:t>a</a:t>
            </a:r>
            <a:r>
              <a:rPr sz="1800" b="1" spc="-20" dirty="0">
                <a:latin typeface="Calibri" panose="020F0502020204030204"/>
                <a:cs typeface="Calibri" panose="020F0502020204030204"/>
              </a:rPr>
              <a:t> </a:t>
            </a:r>
            <a:r>
              <a:rPr sz="1800" b="1" spc="-10" dirty="0">
                <a:latin typeface="Calibri" panose="020F0502020204030204"/>
                <a:cs typeface="Calibri" panose="020F0502020204030204"/>
              </a:rPr>
              <a:t>tab-separated</a:t>
            </a:r>
            <a:r>
              <a:rPr sz="1800" b="1" spc="-55" dirty="0">
                <a:latin typeface="Calibri" panose="020F0502020204030204"/>
                <a:cs typeface="Calibri" panose="020F0502020204030204"/>
              </a:rPr>
              <a:t> </a:t>
            </a:r>
            <a:r>
              <a:rPr sz="1800" b="1" spc="-20" dirty="0">
                <a:latin typeface="Calibri" panose="020F0502020204030204"/>
                <a:cs typeface="Calibri" panose="020F0502020204030204"/>
              </a:rPr>
              <a:t>file</a:t>
            </a:r>
            <a:endParaRPr sz="18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844495" y="2449243"/>
            <a:ext cx="7937343" cy="3068664"/>
          </a:xfrm>
          <a:prstGeom prst="rect">
            <a:avLst/>
          </a:prstGeom>
        </p:spPr>
      </p:pic>
      <p:pic>
        <p:nvPicPr>
          <p:cNvPr id="5" name="Picture 4" descr="wingspan_logo.png"/>
          <p:cNvPicPr>
            <a:picLocks noChangeAspect="1"/>
          </p:cNvPicPr>
          <p:nvPr/>
        </p:nvPicPr>
        <p:blipFill>
          <a:blip r:embed="rId3"/>
          <a:stretch>
            <a:fillRect/>
          </a:stretch>
        </p:blipFill>
        <p:spPr>
          <a:xfrm>
            <a:off x="8406934" y="-10886"/>
            <a:ext cx="749808" cy="630936"/>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16864" rIns="0" bIns="0" rtlCol="0">
            <a:spAutoFit/>
          </a:bodyPr>
          <a:lstStyle/>
          <a:p>
            <a:pPr marL="181610">
              <a:lnSpc>
                <a:spcPct val="100000"/>
              </a:lnSpc>
              <a:spcBef>
                <a:spcPts val="95"/>
              </a:spcBef>
            </a:pPr>
            <a:r>
              <a:rPr sz="4000" spc="-10" dirty="0"/>
              <a:t>Example:</a:t>
            </a:r>
            <a:r>
              <a:rPr sz="4000" spc="-114" dirty="0"/>
              <a:t> </a:t>
            </a:r>
            <a:r>
              <a:rPr sz="4000" dirty="0"/>
              <a:t>Keying</a:t>
            </a:r>
            <a:r>
              <a:rPr sz="4000" spc="-125" dirty="0"/>
              <a:t> </a:t>
            </a:r>
            <a:r>
              <a:rPr sz="4000" dirty="0"/>
              <a:t>Web</a:t>
            </a:r>
            <a:r>
              <a:rPr sz="4000" spc="-105" dirty="0"/>
              <a:t> </a:t>
            </a:r>
            <a:r>
              <a:rPr sz="4000" dirty="0"/>
              <a:t>Logs</a:t>
            </a:r>
            <a:r>
              <a:rPr sz="4000" spc="-110" dirty="0"/>
              <a:t> </a:t>
            </a:r>
            <a:r>
              <a:rPr sz="4000" dirty="0"/>
              <a:t>by</a:t>
            </a:r>
            <a:r>
              <a:rPr sz="4000" spc="-105" dirty="0"/>
              <a:t> </a:t>
            </a:r>
            <a:r>
              <a:rPr sz="4000" dirty="0"/>
              <a:t>User</a:t>
            </a:r>
            <a:r>
              <a:rPr sz="4000" spc="-105" dirty="0"/>
              <a:t> </a:t>
            </a:r>
            <a:r>
              <a:rPr sz="4000" spc="-25" dirty="0"/>
              <a:t>ID</a:t>
            </a:r>
            <a:endParaRPr sz="4000"/>
          </a:p>
        </p:txBody>
      </p:sp>
      <p:pic>
        <p:nvPicPr>
          <p:cNvPr id="3" name="object 3"/>
          <p:cNvPicPr/>
          <p:nvPr/>
        </p:nvPicPr>
        <p:blipFill>
          <a:blip r:embed="rId2" cstate="print"/>
          <a:stretch>
            <a:fillRect/>
          </a:stretch>
        </p:blipFill>
        <p:spPr>
          <a:xfrm>
            <a:off x="769605" y="1728851"/>
            <a:ext cx="7691649" cy="3738044"/>
          </a:xfrm>
          <a:prstGeom prst="rect">
            <a:avLst/>
          </a:prstGeom>
        </p:spPr>
      </p:pic>
      <p:pic>
        <p:nvPicPr>
          <p:cNvPr id="4" name="Picture 3" descr="wingspan_logo.png"/>
          <p:cNvPicPr>
            <a:picLocks noChangeAspect="1"/>
          </p:cNvPicPr>
          <p:nvPr/>
        </p:nvPicPr>
        <p:blipFill>
          <a:blip r:embed="rId3"/>
          <a:stretch>
            <a:fillRect/>
          </a:stretch>
        </p:blipFill>
        <p:spPr>
          <a:xfrm>
            <a:off x="8445703" y="-64792"/>
            <a:ext cx="749808" cy="630936"/>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316864" rIns="0" bIns="0" rtlCol="0">
            <a:spAutoFit/>
          </a:bodyPr>
          <a:lstStyle/>
          <a:p>
            <a:pPr marL="89535">
              <a:lnSpc>
                <a:spcPct val="100000"/>
              </a:lnSpc>
              <a:spcBef>
                <a:spcPts val="95"/>
              </a:spcBef>
            </a:pPr>
            <a:r>
              <a:rPr sz="4000" dirty="0"/>
              <a:t>Mapping</a:t>
            </a:r>
            <a:r>
              <a:rPr sz="4000" spc="-70" dirty="0"/>
              <a:t> </a:t>
            </a:r>
            <a:r>
              <a:rPr sz="4000" dirty="0"/>
              <a:t>Single</a:t>
            </a:r>
            <a:r>
              <a:rPr sz="4000" spc="-65" dirty="0"/>
              <a:t> </a:t>
            </a:r>
            <a:r>
              <a:rPr sz="4000" dirty="0"/>
              <a:t>Rows</a:t>
            </a:r>
            <a:r>
              <a:rPr sz="4000" spc="-70" dirty="0"/>
              <a:t> </a:t>
            </a:r>
            <a:r>
              <a:rPr sz="4000" dirty="0"/>
              <a:t>to</a:t>
            </a:r>
            <a:r>
              <a:rPr sz="4000" spc="-70" dirty="0"/>
              <a:t> </a:t>
            </a:r>
            <a:r>
              <a:rPr sz="4000" dirty="0"/>
              <a:t>Multiple</a:t>
            </a:r>
            <a:r>
              <a:rPr sz="4000" spc="-80" dirty="0"/>
              <a:t> </a:t>
            </a:r>
            <a:r>
              <a:rPr sz="4000" spc="-10" dirty="0"/>
              <a:t>Pairs</a:t>
            </a:r>
            <a:endParaRPr sz="4000"/>
          </a:p>
        </p:txBody>
      </p:sp>
      <p:pic>
        <p:nvPicPr>
          <p:cNvPr id="3" name="object 3"/>
          <p:cNvPicPr/>
          <p:nvPr/>
        </p:nvPicPr>
        <p:blipFill>
          <a:blip r:embed="rId2" cstate="print"/>
          <a:stretch>
            <a:fillRect/>
          </a:stretch>
        </p:blipFill>
        <p:spPr>
          <a:xfrm>
            <a:off x="413194" y="1647825"/>
            <a:ext cx="7554046" cy="3674357"/>
          </a:xfrm>
          <a:prstGeom prst="rect">
            <a:avLst/>
          </a:prstGeom>
        </p:spPr>
      </p:pic>
      <p:pic>
        <p:nvPicPr>
          <p:cNvPr id="4" name="Picture 3" descr="wingspan_logo.png"/>
          <p:cNvPicPr>
            <a:picLocks noChangeAspect="1"/>
          </p:cNvPicPr>
          <p:nvPr/>
        </p:nvPicPr>
        <p:blipFill>
          <a:blip r:embed="rId3"/>
          <a:stretch>
            <a:fillRect/>
          </a:stretch>
        </p:blipFill>
        <p:spPr>
          <a:xfrm>
            <a:off x="8386416" y="-19533"/>
            <a:ext cx="749808" cy="630936"/>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2609850" marR="5080" indent="-2003425">
              <a:lnSpc>
                <a:spcPct val="100000"/>
              </a:lnSpc>
              <a:spcBef>
                <a:spcPts val="95"/>
              </a:spcBef>
            </a:pPr>
            <a:r>
              <a:rPr sz="4000" dirty="0"/>
              <a:t>Answer</a:t>
            </a:r>
            <a:r>
              <a:rPr sz="4000" spc="-95" dirty="0"/>
              <a:t> </a:t>
            </a:r>
            <a:r>
              <a:rPr sz="4000" dirty="0"/>
              <a:t>:</a:t>
            </a:r>
            <a:r>
              <a:rPr sz="4000" spc="-100" dirty="0"/>
              <a:t> </a:t>
            </a:r>
            <a:r>
              <a:rPr sz="4000" dirty="0"/>
              <a:t>Mapping</a:t>
            </a:r>
            <a:r>
              <a:rPr sz="4000" spc="-105" dirty="0"/>
              <a:t> </a:t>
            </a:r>
            <a:r>
              <a:rPr sz="4000" dirty="0"/>
              <a:t>Single</a:t>
            </a:r>
            <a:r>
              <a:rPr sz="4000" spc="-105" dirty="0"/>
              <a:t> </a:t>
            </a:r>
            <a:r>
              <a:rPr sz="4000" dirty="0"/>
              <a:t>Rows</a:t>
            </a:r>
            <a:r>
              <a:rPr sz="4000" spc="-105" dirty="0"/>
              <a:t> </a:t>
            </a:r>
            <a:r>
              <a:rPr sz="4000" spc="-25" dirty="0"/>
              <a:t>to </a:t>
            </a:r>
            <a:r>
              <a:rPr sz="4000" dirty="0"/>
              <a:t>Multiple</a:t>
            </a:r>
            <a:r>
              <a:rPr sz="4000" spc="-10" dirty="0"/>
              <a:t> Pairs</a:t>
            </a:r>
            <a:endParaRPr sz="4000"/>
          </a:p>
        </p:txBody>
      </p:sp>
      <p:pic>
        <p:nvPicPr>
          <p:cNvPr id="3" name="object 3"/>
          <p:cNvPicPr/>
          <p:nvPr/>
        </p:nvPicPr>
        <p:blipFill>
          <a:blip r:embed="rId2" cstate="print"/>
          <a:stretch>
            <a:fillRect/>
          </a:stretch>
        </p:blipFill>
        <p:spPr>
          <a:xfrm>
            <a:off x="781416" y="1500920"/>
            <a:ext cx="7755523" cy="4355855"/>
          </a:xfrm>
          <a:prstGeom prst="rect">
            <a:avLst/>
          </a:prstGeom>
        </p:spPr>
      </p:pic>
      <p:pic>
        <p:nvPicPr>
          <p:cNvPr id="4" name="Picture 3" descr="wingspan_logo.png"/>
          <p:cNvPicPr>
            <a:picLocks noChangeAspect="1"/>
          </p:cNvPicPr>
          <p:nvPr/>
        </p:nvPicPr>
        <p:blipFill>
          <a:blip r:embed="rId3"/>
          <a:stretch>
            <a:fillRect/>
          </a:stretch>
        </p:blipFill>
        <p:spPr>
          <a:xfrm>
            <a:off x="8394192" y="-20216"/>
            <a:ext cx="749808" cy="630936"/>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2580640">
              <a:lnSpc>
                <a:spcPct val="100000"/>
              </a:lnSpc>
              <a:spcBef>
                <a:spcPts val="105"/>
              </a:spcBef>
            </a:pPr>
            <a:r>
              <a:rPr spc="-10" dirty="0"/>
              <a:t>Map-Reduce</a:t>
            </a:r>
          </a:p>
        </p:txBody>
      </p:sp>
      <p:sp>
        <p:nvSpPr>
          <p:cNvPr id="3" name="object 3"/>
          <p:cNvSpPr txBox="1"/>
          <p:nvPr/>
        </p:nvSpPr>
        <p:spPr>
          <a:xfrm>
            <a:off x="626465" y="1461261"/>
            <a:ext cx="7757159" cy="4415790"/>
          </a:xfrm>
          <a:prstGeom prst="rect">
            <a:avLst/>
          </a:prstGeom>
        </p:spPr>
        <p:txBody>
          <a:bodyPr vert="horz" wrap="square" lIns="0" tIns="12700" rIns="0" bIns="0" rtlCol="0">
            <a:spAutoFit/>
          </a:bodyPr>
          <a:lstStyle/>
          <a:p>
            <a:pPr marL="12700">
              <a:lnSpc>
                <a:spcPts val="2840"/>
              </a:lnSpc>
              <a:spcBef>
                <a:spcPts val="100"/>
              </a:spcBef>
            </a:pPr>
            <a:r>
              <a:rPr sz="2400" dirty="0">
                <a:latin typeface="Calibri" panose="020F0502020204030204"/>
                <a:cs typeface="Calibri" panose="020F0502020204030204"/>
              </a:rPr>
              <a:t>§</a:t>
            </a:r>
            <a:r>
              <a:rPr sz="2400" spc="-20" dirty="0">
                <a:latin typeface="Calibri" panose="020F0502020204030204"/>
                <a:cs typeface="Calibri" panose="020F0502020204030204"/>
              </a:rPr>
              <a:t> </a:t>
            </a:r>
            <a:r>
              <a:rPr sz="2400" b="1" spc="-25" dirty="0">
                <a:latin typeface="Calibri" panose="020F0502020204030204"/>
                <a:cs typeface="Calibri" panose="020F0502020204030204"/>
              </a:rPr>
              <a:t>Map-</a:t>
            </a:r>
            <a:r>
              <a:rPr sz="2400" b="1" dirty="0">
                <a:latin typeface="Calibri" panose="020F0502020204030204"/>
                <a:cs typeface="Calibri" panose="020F0502020204030204"/>
              </a:rPr>
              <a:t>reduce</a:t>
            </a:r>
            <a:r>
              <a:rPr sz="2400" b="1" spc="-25" dirty="0">
                <a:latin typeface="Calibri" panose="020F0502020204030204"/>
                <a:cs typeface="Calibri" panose="020F0502020204030204"/>
              </a:rPr>
              <a:t> </a:t>
            </a:r>
            <a:r>
              <a:rPr sz="2400" b="1" dirty="0">
                <a:latin typeface="Calibri" panose="020F0502020204030204"/>
                <a:cs typeface="Calibri" panose="020F0502020204030204"/>
              </a:rPr>
              <a:t>is</a:t>
            </a:r>
            <a:r>
              <a:rPr sz="2400" b="1" spc="-20" dirty="0">
                <a:latin typeface="Calibri" panose="020F0502020204030204"/>
                <a:cs typeface="Calibri" panose="020F0502020204030204"/>
              </a:rPr>
              <a:t> </a:t>
            </a:r>
            <a:r>
              <a:rPr sz="2400" b="1" dirty="0">
                <a:latin typeface="Calibri" panose="020F0502020204030204"/>
                <a:cs typeface="Calibri" panose="020F0502020204030204"/>
              </a:rPr>
              <a:t>a</a:t>
            </a:r>
            <a:r>
              <a:rPr sz="2400" b="1" spc="-20" dirty="0">
                <a:latin typeface="Calibri" panose="020F0502020204030204"/>
                <a:cs typeface="Calibri" panose="020F0502020204030204"/>
              </a:rPr>
              <a:t> </a:t>
            </a:r>
            <a:r>
              <a:rPr sz="2400" b="1" dirty="0">
                <a:latin typeface="Calibri" panose="020F0502020204030204"/>
                <a:cs typeface="Calibri" panose="020F0502020204030204"/>
              </a:rPr>
              <a:t>common</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programming</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model</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Easily</a:t>
            </a:r>
            <a:r>
              <a:rPr sz="2400" spc="-85" dirty="0">
                <a:latin typeface="Calibri" panose="020F0502020204030204"/>
                <a:cs typeface="Calibri" panose="020F0502020204030204"/>
              </a:rPr>
              <a:t> </a:t>
            </a:r>
            <a:r>
              <a:rPr sz="2400" dirty="0">
                <a:latin typeface="Calibri" panose="020F0502020204030204"/>
                <a:cs typeface="Calibri" panose="020F0502020204030204"/>
              </a:rPr>
              <a:t>applicable</a:t>
            </a:r>
            <a:r>
              <a:rPr sz="2400" spc="-55" dirty="0">
                <a:latin typeface="Calibri" panose="020F0502020204030204"/>
                <a:cs typeface="Calibri" panose="020F0502020204030204"/>
              </a:rPr>
              <a:t> </a:t>
            </a:r>
            <a:r>
              <a:rPr sz="2400" dirty="0">
                <a:latin typeface="Calibri" panose="020F0502020204030204"/>
                <a:cs typeface="Calibri" panose="020F0502020204030204"/>
              </a:rPr>
              <a:t>to</a:t>
            </a:r>
            <a:r>
              <a:rPr sz="2400" spc="-80" dirty="0">
                <a:latin typeface="Calibri" panose="020F0502020204030204"/>
                <a:cs typeface="Calibri" panose="020F0502020204030204"/>
              </a:rPr>
              <a:t> </a:t>
            </a:r>
            <a:r>
              <a:rPr sz="2400" dirty="0">
                <a:latin typeface="Calibri" panose="020F0502020204030204"/>
                <a:cs typeface="Calibri" panose="020F0502020204030204"/>
              </a:rPr>
              <a:t>distributed</a:t>
            </a:r>
            <a:r>
              <a:rPr sz="2400" spc="-60" dirty="0">
                <a:latin typeface="Calibri" panose="020F0502020204030204"/>
                <a:cs typeface="Calibri" panose="020F0502020204030204"/>
              </a:rPr>
              <a:t> </a:t>
            </a:r>
            <a:r>
              <a:rPr sz="2400" dirty="0">
                <a:latin typeface="Calibri" panose="020F0502020204030204"/>
                <a:cs typeface="Calibri" panose="020F0502020204030204"/>
              </a:rPr>
              <a:t>processing</a:t>
            </a:r>
            <a:r>
              <a:rPr sz="2400" spc="-75" dirty="0">
                <a:latin typeface="Calibri" panose="020F0502020204030204"/>
                <a:cs typeface="Calibri" panose="020F0502020204030204"/>
              </a:rPr>
              <a:t> </a:t>
            </a:r>
            <a:r>
              <a:rPr sz="2400" dirty="0">
                <a:latin typeface="Calibri" panose="020F0502020204030204"/>
                <a:cs typeface="Calibri" panose="020F0502020204030204"/>
              </a:rPr>
              <a:t>of</a:t>
            </a:r>
            <a:r>
              <a:rPr sz="2400" spc="-65" dirty="0">
                <a:latin typeface="Calibri" panose="020F0502020204030204"/>
                <a:cs typeface="Calibri" panose="020F0502020204030204"/>
              </a:rPr>
              <a:t> </a:t>
            </a:r>
            <a:r>
              <a:rPr sz="2400" dirty="0">
                <a:latin typeface="Calibri" panose="020F0502020204030204"/>
                <a:cs typeface="Calibri" panose="020F0502020204030204"/>
              </a:rPr>
              <a:t>large</a:t>
            </a:r>
            <a:r>
              <a:rPr sz="2400" spc="-55" dirty="0">
                <a:latin typeface="Calibri" panose="020F0502020204030204"/>
                <a:cs typeface="Calibri" panose="020F0502020204030204"/>
              </a:rPr>
              <a:t> </a:t>
            </a:r>
            <a:r>
              <a:rPr sz="2400" dirty="0">
                <a:latin typeface="Calibri" panose="020F0502020204030204"/>
                <a:cs typeface="Calibri" panose="020F0502020204030204"/>
              </a:rPr>
              <a:t>data</a:t>
            </a:r>
            <a:r>
              <a:rPr sz="2400" spc="-80" dirty="0">
                <a:latin typeface="Calibri" panose="020F0502020204030204"/>
                <a:cs typeface="Calibri" panose="020F0502020204030204"/>
              </a:rPr>
              <a:t> </a:t>
            </a:r>
            <a:r>
              <a:rPr sz="2400" spc="-20" dirty="0">
                <a:latin typeface="Calibri" panose="020F0502020204030204"/>
                <a:cs typeface="Calibri" panose="020F0502020204030204"/>
              </a:rPr>
              <a:t>sets</a:t>
            </a:r>
            <a:endParaRPr sz="2400">
              <a:latin typeface="Calibri" panose="020F0502020204030204"/>
              <a:cs typeface="Calibri" panose="020F0502020204030204"/>
            </a:endParaRPr>
          </a:p>
          <a:p>
            <a:pPr>
              <a:lnSpc>
                <a:spcPct val="100000"/>
              </a:lnSpc>
              <a:spcBef>
                <a:spcPts val="30"/>
              </a:spcBef>
              <a:buFont typeface="Calibri" panose="020F0502020204030204"/>
              <a:buChar char="–"/>
            </a:pPr>
            <a:endParaRPr sz="2400">
              <a:latin typeface="Calibri" panose="020F0502020204030204"/>
              <a:cs typeface="Calibri" panose="020F0502020204030204"/>
            </a:endParaRPr>
          </a:p>
          <a:p>
            <a:pPr marL="12700">
              <a:lnSpc>
                <a:spcPct val="100000"/>
              </a:lnSpc>
              <a:spcBef>
                <a:spcPts val="5"/>
              </a:spcBef>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Hadoop</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MapReduce</a:t>
            </a:r>
            <a:r>
              <a:rPr sz="2400" b="1" spc="-30" dirty="0">
                <a:latin typeface="Calibri" panose="020F0502020204030204"/>
                <a:cs typeface="Calibri" panose="020F0502020204030204"/>
              </a:rPr>
              <a:t> </a:t>
            </a:r>
            <a:r>
              <a:rPr sz="2400" b="1" dirty="0">
                <a:latin typeface="Calibri" panose="020F0502020204030204"/>
                <a:cs typeface="Calibri" panose="020F0502020204030204"/>
              </a:rPr>
              <a:t>is</a:t>
            </a:r>
            <a:r>
              <a:rPr sz="2400" b="1" spc="-30" dirty="0">
                <a:latin typeface="Calibri" panose="020F0502020204030204"/>
                <a:cs typeface="Calibri" panose="020F0502020204030204"/>
              </a:rPr>
              <a:t> </a:t>
            </a:r>
            <a:r>
              <a:rPr sz="2400" b="1" dirty="0">
                <a:latin typeface="Calibri" panose="020F0502020204030204"/>
                <a:cs typeface="Calibri" panose="020F0502020204030204"/>
              </a:rPr>
              <a:t>the</a:t>
            </a:r>
            <a:r>
              <a:rPr sz="2400" b="1" spc="-15" dirty="0">
                <a:latin typeface="Calibri" panose="020F0502020204030204"/>
                <a:cs typeface="Calibri" panose="020F0502020204030204"/>
              </a:rPr>
              <a:t> </a:t>
            </a:r>
            <a:r>
              <a:rPr sz="2400" b="1" dirty="0">
                <a:latin typeface="Calibri" panose="020F0502020204030204"/>
                <a:cs typeface="Calibri" panose="020F0502020204030204"/>
              </a:rPr>
              <a:t>major</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implementation</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Somewhat</a:t>
            </a:r>
            <a:r>
              <a:rPr sz="2400" spc="-60" dirty="0">
                <a:latin typeface="Calibri" panose="020F0502020204030204"/>
                <a:cs typeface="Calibri" panose="020F0502020204030204"/>
              </a:rPr>
              <a:t> </a:t>
            </a:r>
            <a:r>
              <a:rPr sz="2400" spc="-10" dirty="0">
                <a:latin typeface="Calibri" panose="020F0502020204030204"/>
                <a:cs typeface="Calibri" panose="020F0502020204030204"/>
              </a:rPr>
              <a:t>limited</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Each</a:t>
            </a:r>
            <a:r>
              <a:rPr sz="2400" spc="-60" dirty="0">
                <a:latin typeface="Calibri" panose="020F0502020204030204"/>
                <a:cs typeface="Calibri" panose="020F0502020204030204"/>
              </a:rPr>
              <a:t> </a:t>
            </a:r>
            <a:r>
              <a:rPr sz="2400" dirty="0">
                <a:latin typeface="Calibri" panose="020F0502020204030204"/>
                <a:cs typeface="Calibri" panose="020F0502020204030204"/>
              </a:rPr>
              <a:t>job</a:t>
            </a:r>
            <a:r>
              <a:rPr sz="2400" spc="-55" dirty="0">
                <a:latin typeface="Calibri" panose="020F0502020204030204"/>
                <a:cs typeface="Calibri" panose="020F0502020204030204"/>
              </a:rPr>
              <a:t> </a:t>
            </a:r>
            <a:r>
              <a:rPr sz="2400" dirty="0">
                <a:latin typeface="Calibri" panose="020F0502020204030204"/>
                <a:cs typeface="Calibri" panose="020F0502020204030204"/>
              </a:rPr>
              <a:t>has</a:t>
            </a:r>
            <a:r>
              <a:rPr sz="2400" spc="-40" dirty="0">
                <a:latin typeface="Calibri" panose="020F0502020204030204"/>
                <a:cs typeface="Calibri" panose="020F0502020204030204"/>
              </a:rPr>
              <a:t> </a:t>
            </a:r>
            <a:r>
              <a:rPr sz="2400" dirty="0">
                <a:latin typeface="Calibri" panose="020F0502020204030204"/>
                <a:cs typeface="Calibri" panose="020F0502020204030204"/>
              </a:rPr>
              <a:t>one</a:t>
            </a:r>
            <a:r>
              <a:rPr sz="2400" spc="-40" dirty="0">
                <a:latin typeface="Calibri" panose="020F0502020204030204"/>
                <a:cs typeface="Calibri" panose="020F0502020204030204"/>
              </a:rPr>
              <a:t> </a:t>
            </a:r>
            <a:r>
              <a:rPr sz="2400" dirty="0">
                <a:latin typeface="Calibri" panose="020F0502020204030204"/>
                <a:cs typeface="Calibri" panose="020F0502020204030204"/>
              </a:rPr>
              <a:t>map</a:t>
            </a:r>
            <a:r>
              <a:rPr sz="2400" spc="-55" dirty="0">
                <a:latin typeface="Calibri" panose="020F0502020204030204"/>
                <a:cs typeface="Calibri" panose="020F0502020204030204"/>
              </a:rPr>
              <a:t> </a:t>
            </a:r>
            <a:r>
              <a:rPr sz="2400" dirty="0">
                <a:latin typeface="Calibri" panose="020F0502020204030204"/>
                <a:cs typeface="Calibri" panose="020F0502020204030204"/>
              </a:rPr>
              <a:t>phase,</a:t>
            </a:r>
            <a:r>
              <a:rPr sz="2400" spc="-45" dirty="0">
                <a:latin typeface="Calibri" panose="020F0502020204030204"/>
                <a:cs typeface="Calibri" panose="020F0502020204030204"/>
              </a:rPr>
              <a:t> </a:t>
            </a:r>
            <a:r>
              <a:rPr sz="2400" dirty="0">
                <a:latin typeface="Calibri" panose="020F0502020204030204"/>
                <a:cs typeface="Calibri" panose="020F0502020204030204"/>
              </a:rPr>
              <a:t>one</a:t>
            </a:r>
            <a:r>
              <a:rPr sz="2400" spc="-40" dirty="0">
                <a:latin typeface="Calibri" panose="020F0502020204030204"/>
                <a:cs typeface="Calibri" panose="020F0502020204030204"/>
              </a:rPr>
              <a:t> </a:t>
            </a:r>
            <a:r>
              <a:rPr sz="2400" dirty="0">
                <a:latin typeface="Calibri" panose="020F0502020204030204"/>
                <a:cs typeface="Calibri" panose="020F0502020204030204"/>
              </a:rPr>
              <a:t>reduce</a:t>
            </a:r>
            <a:r>
              <a:rPr sz="2400" spc="-35" dirty="0">
                <a:latin typeface="Calibri" panose="020F0502020204030204"/>
                <a:cs typeface="Calibri" panose="020F0502020204030204"/>
              </a:rPr>
              <a:t> </a:t>
            </a:r>
            <a:r>
              <a:rPr sz="2400" spc="-10" dirty="0">
                <a:latin typeface="Calibri" panose="020F0502020204030204"/>
                <a:cs typeface="Calibri" panose="020F0502020204030204"/>
              </a:rPr>
              <a:t>phase</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Job</a:t>
            </a:r>
            <a:r>
              <a:rPr sz="2400" spc="-40" dirty="0">
                <a:latin typeface="Calibri" panose="020F0502020204030204"/>
                <a:cs typeface="Calibri" panose="020F0502020204030204"/>
              </a:rPr>
              <a:t> </a:t>
            </a:r>
            <a:r>
              <a:rPr sz="2400" dirty="0">
                <a:latin typeface="Calibri" panose="020F0502020204030204"/>
                <a:cs typeface="Calibri" panose="020F0502020204030204"/>
              </a:rPr>
              <a:t>output</a:t>
            </a:r>
            <a:r>
              <a:rPr sz="2400" spc="-40" dirty="0">
                <a:latin typeface="Calibri" panose="020F0502020204030204"/>
                <a:cs typeface="Calibri" panose="020F0502020204030204"/>
              </a:rPr>
              <a:t> </a:t>
            </a:r>
            <a:r>
              <a:rPr sz="2400" dirty="0">
                <a:latin typeface="Calibri" panose="020F0502020204030204"/>
                <a:cs typeface="Calibri" panose="020F0502020204030204"/>
              </a:rPr>
              <a:t>is</a:t>
            </a:r>
            <a:r>
              <a:rPr sz="2400" spc="-50" dirty="0">
                <a:latin typeface="Calibri" panose="020F0502020204030204"/>
                <a:cs typeface="Calibri" panose="020F0502020204030204"/>
              </a:rPr>
              <a:t> </a:t>
            </a:r>
            <a:r>
              <a:rPr sz="2400" dirty="0">
                <a:latin typeface="Calibri" panose="020F0502020204030204"/>
                <a:cs typeface="Calibri" panose="020F0502020204030204"/>
              </a:rPr>
              <a:t>saved</a:t>
            </a:r>
            <a:r>
              <a:rPr sz="2400" spc="-25" dirty="0">
                <a:latin typeface="Calibri" panose="020F0502020204030204"/>
                <a:cs typeface="Calibri" panose="020F0502020204030204"/>
              </a:rPr>
              <a:t> </a:t>
            </a:r>
            <a:r>
              <a:rPr sz="2400" dirty="0">
                <a:latin typeface="Calibri" panose="020F0502020204030204"/>
                <a:cs typeface="Calibri" panose="020F0502020204030204"/>
              </a:rPr>
              <a:t>to</a:t>
            </a:r>
            <a:r>
              <a:rPr sz="2400" spc="-50" dirty="0">
                <a:latin typeface="Calibri" panose="020F0502020204030204"/>
                <a:cs typeface="Calibri" panose="020F0502020204030204"/>
              </a:rPr>
              <a:t> </a:t>
            </a:r>
            <a:r>
              <a:rPr sz="2400" spc="-10" dirty="0">
                <a:latin typeface="Calibri" panose="020F0502020204030204"/>
                <a:cs typeface="Calibri" panose="020F0502020204030204"/>
              </a:rPr>
              <a:t>files</a:t>
            </a:r>
            <a:endParaRPr sz="2400">
              <a:latin typeface="Calibri" panose="020F0502020204030204"/>
              <a:cs typeface="Calibri" panose="020F0502020204030204"/>
            </a:endParaRPr>
          </a:p>
          <a:p>
            <a:pPr>
              <a:lnSpc>
                <a:spcPct val="100000"/>
              </a:lnSpc>
              <a:spcBef>
                <a:spcPts val="35"/>
              </a:spcBef>
              <a:buFont typeface="Calibri" panose="020F0502020204030204"/>
              <a:buChar char="–"/>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60" dirty="0">
                <a:latin typeface="Calibri" panose="020F0502020204030204"/>
                <a:cs typeface="Calibri" panose="020F0502020204030204"/>
              </a:rPr>
              <a:t> </a:t>
            </a:r>
            <a:r>
              <a:rPr sz="2400" b="1" dirty="0">
                <a:latin typeface="Calibri" panose="020F0502020204030204"/>
                <a:cs typeface="Calibri" panose="020F0502020204030204"/>
              </a:rPr>
              <a:t>implements</a:t>
            </a:r>
            <a:r>
              <a:rPr sz="2400" b="1" spc="-40" dirty="0">
                <a:latin typeface="Calibri" panose="020F0502020204030204"/>
                <a:cs typeface="Calibri" panose="020F0502020204030204"/>
              </a:rPr>
              <a:t> </a:t>
            </a:r>
            <a:r>
              <a:rPr sz="2400" b="1" dirty="0">
                <a:latin typeface="Calibri" panose="020F0502020204030204"/>
                <a:cs typeface="Calibri" panose="020F0502020204030204"/>
              </a:rPr>
              <a:t>map-reduce</a:t>
            </a:r>
            <a:r>
              <a:rPr sz="2400" b="1" spc="-60" dirty="0">
                <a:latin typeface="Calibri" panose="020F0502020204030204"/>
                <a:cs typeface="Calibri" panose="020F0502020204030204"/>
              </a:rPr>
              <a:t> </a:t>
            </a:r>
            <a:r>
              <a:rPr sz="2400" b="1" dirty="0">
                <a:latin typeface="Calibri" panose="020F0502020204030204"/>
                <a:cs typeface="Calibri" panose="020F0502020204030204"/>
              </a:rPr>
              <a:t>with</a:t>
            </a:r>
            <a:r>
              <a:rPr sz="2400" b="1" spc="-40" dirty="0">
                <a:latin typeface="Calibri" panose="020F0502020204030204"/>
                <a:cs typeface="Calibri" panose="020F0502020204030204"/>
              </a:rPr>
              <a:t> </a:t>
            </a:r>
            <a:r>
              <a:rPr sz="2400" b="1" dirty="0">
                <a:latin typeface="Calibri" panose="020F0502020204030204"/>
                <a:cs typeface="Calibri" panose="020F0502020204030204"/>
              </a:rPr>
              <a:t>much</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greater</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flexibility</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dirty="0">
                <a:latin typeface="Calibri" panose="020F0502020204030204"/>
                <a:cs typeface="Calibri" panose="020F0502020204030204"/>
              </a:rPr>
              <a:t>Map</a:t>
            </a:r>
            <a:r>
              <a:rPr sz="2400" spc="-40" dirty="0">
                <a:latin typeface="Calibri" panose="020F0502020204030204"/>
                <a:cs typeface="Calibri" panose="020F0502020204030204"/>
              </a:rPr>
              <a:t> </a:t>
            </a:r>
            <a:r>
              <a:rPr sz="2400" dirty="0">
                <a:latin typeface="Calibri" panose="020F0502020204030204"/>
                <a:cs typeface="Calibri" panose="020F0502020204030204"/>
              </a:rPr>
              <a:t>and</a:t>
            </a:r>
            <a:r>
              <a:rPr sz="2400" spc="-45" dirty="0">
                <a:latin typeface="Calibri" panose="020F0502020204030204"/>
                <a:cs typeface="Calibri" panose="020F0502020204030204"/>
              </a:rPr>
              <a:t> </a:t>
            </a:r>
            <a:r>
              <a:rPr sz="2400" dirty="0">
                <a:latin typeface="Calibri" panose="020F0502020204030204"/>
                <a:cs typeface="Calibri" panose="020F0502020204030204"/>
              </a:rPr>
              <a:t>reduce</a:t>
            </a:r>
            <a:r>
              <a:rPr sz="2400" spc="-45" dirty="0">
                <a:latin typeface="Calibri" panose="020F0502020204030204"/>
                <a:cs typeface="Calibri" panose="020F0502020204030204"/>
              </a:rPr>
              <a:t> </a:t>
            </a:r>
            <a:r>
              <a:rPr sz="2400" dirty="0">
                <a:latin typeface="Calibri" panose="020F0502020204030204"/>
                <a:cs typeface="Calibri" panose="020F0502020204030204"/>
              </a:rPr>
              <a:t>functions</a:t>
            </a:r>
            <a:r>
              <a:rPr sz="2400" spc="-35" dirty="0">
                <a:latin typeface="Calibri" panose="020F0502020204030204"/>
                <a:cs typeface="Calibri" panose="020F0502020204030204"/>
              </a:rPr>
              <a:t> </a:t>
            </a:r>
            <a:r>
              <a:rPr sz="2400" dirty="0">
                <a:latin typeface="Calibri" panose="020F0502020204030204"/>
                <a:cs typeface="Calibri" panose="020F0502020204030204"/>
              </a:rPr>
              <a:t>can</a:t>
            </a:r>
            <a:r>
              <a:rPr sz="2400" spc="-45" dirty="0">
                <a:latin typeface="Calibri" panose="020F0502020204030204"/>
                <a:cs typeface="Calibri" panose="020F0502020204030204"/>
              </a:rPr>
              <a:t> </a:t>
            </a:r>
            <a:r>
              <a:rPr sz="2400" dirty="0">
                <a:latin typeface="Calibri" panose="020F0502020204030204"/>
                <a:cs typeface="Calibri" panose="020F0502020204030204"/>
              </a:rPr>
              <a:t>be</a:t>
            </a:r>
            <a:r>
              <a:rPr sz="2400" spc="-35" dirty="0">
                <a:latin typeface="Calibri" panose="020F0502020204030204"/>
                <a:cs typeface="Calibri" panose="020F0502020204030204"/>
              </a:rPr>
              <a:t> </a:t>
            </a:r>
            <a:r>
              <a:rPr sz="2400" spc="-10" dirty="0">
                <a:latin typeface="Calibri" panose="020F0502020204030204"/>
                <a:cs typeface="Calibri" panose="020F0502020204030204"/>
              </a:rPr>
              <a:t>interspersed</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Results</a:t>
            </a:r>
            <a:r>
              <a:rPr sz="2400" spc="-90" dirty="0">
                <a:latin typeface="Calibri" panose="020F0502020204030204"/>
                <a:cs typeface="Calibri" panose="020F0502020204030204"/>
              </a:rPr>
              <a:t> </a:t>
            </a:r>
            <a:r>
              <a:rPr sz="2400" dirty="0">
                <a:latin typeface="Calibri" panose="020F0502020204030204"/>
                <a:cs typeface="Calibri" panose="020F0502020204030204"/>
              </a:rPr>
              <a:t>can</a:t>
            </a:r>
            <a:r>
              <a:rPr sz="2400" spc="-60" dirty="0">
                <a:latin typeface="Calibri" panose="020F0502020204030204"/>
                <a:cs typeface="Calibri" panose="020F0502020204030204"/>
              </a:rPr>
              <a:t> </a:t>
            </a:r>
            <a:r>
              <a:rPr sz="2400" dirty="0">
                <a:latin typeface="Calibri" panose="020F0502020204030204"/>
                <a:cs typeface="Calibri" panose="020F0502020204030204"/>
              </a:rPr>
              <a:t>be</a:t>
            </a:r>
            <a:r>
              <a:rPr sz="2400" spc="-50" dirty="0">
                <a:latin typeface="Calibri" panose="020F0502020204030204"/>
                <a:cs typeface="Calibri" panose="020F0502020204030204"/>
              </a:rPr>
              <a:t> </a:t>
            </a:r>
            <a:r>
              <a:rPr sz="2400" dirty="0">
                <a:latin typeface="Calibri" panose="020F0502020204030204"/>
                <a:cs typeface="Calibri" panose="020F0502020204030204"/>
              </a:rPr>
              <a:t>stored</a:t>
            </a:r>
            <a:r>
              <a:rPr sz="2400" spc="-60" dirty="0">
                <a:latin typeface="Calibri" panose="020F0502020204030204"/>
                <a:cs typeface="Calibri" panose="020F0502020204030204"/>
              </a:rPr>
              <a:t> </a:t>
            </a:r>
            <a:r>
              <a:rPr sz="2400" dirty="0">
                <a:latin typeface="Calibri" panose="020F0502020204030204"/>
                <a:cs typeface="Calibri" panose="020F0502020204030204"/>
              </a:rPr>
              <a:t>in</a:t>
            </a:r>
            <a:r>
              <a:rPr sz="2400" spc="-55" dirty="0">
                <a:latin typeface="Calibri" panose="020F0502020204030204"/>
                <a:cs typeface="Calibri" panose="020F0502020204030204"/>
              </a:rPr>
              <a:t> </a:t>
            </a:r>
            <a:r>
              <a:rPr sz="2400" spc="-10" dirty="0">
                <a:latin typeface="Calibri" panose="020F0502020204030204"/>
                <a:cs typeface="Calibri" panose="020F0502020204030204"/>
              </a:rPr>
              <a:t>memory</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Operations</a:t>
            </a:r>
            <a:r>
              <a:rPr sz="2400" spc="-55" dirty="0">
                <a:latin typeface="Calibri" panose="020F0502020204030204"/>
                <a:cs typeface="Calibri" panose="020F0502020204030204"/>
              </a:rPr>
              <a:t> </a:t>
            </a:r>
            <a:r>
              <a:rPr sz="2400" dirty="0">
                <a:latin typeface="Calibri" panose="020F0502020204030204"/>
                <a:cs typeface="Calibri" panose="020F0502020204030204"/>
              </a:rPr>
              <a:t>can</a:t>
            </a:r>
            <a:r>
              <a:rPr sz="2400" spc="-50" dirty="0">
                <a:latin typeface="Calibri" panose="020F0502020204030204"/>
                <a:cs typeface="Calibri" panose="020F0502020204030204"/>
              </a:rPr>
              <a:t> </a:t>
            </a:r>
            <a:r>
              <a:rPr sz="2400" dirty="0">
                <a:latin typeface="Calibri" panose="020F0502020204030204"/>
                <a:cs typeface="Calibri" panose="020F0502020204030204"/>
              </a:rPr>
              <a:t>easily</a:t>
            </a:r>
            <a:r>
              <a:rPr sz="2400" spc="-50" dirty="0">
                <a:latin typeface="Calibri" panose="020F0502020204030204"/>
                <a:cs typeface="Calibri" panose="020F0502020204030204"/>
              </a:rPr>
              <a:t> </a:t>
            </a:r>
            <a:r>
              <a:rPr sz="2400" dirty="0">
                <a:latin typeface="Calibri" panose="020F0502020204030204"/>
                <a:cs typeface="Calibri" panose="020F0502020204030204"/>
              </a:rPr>
              <a:t>be</a:t>
            </a:r>
            <a:r>
              <a:rPr sz="2400" spc="-40" dirty="0">
                <a:latin typeface="Calibri" panose="020F0502020204030204"/>
                <a:cs typeface="Calibri" panose="020F0502020204030204"/>
              </a:rPr>
              <a:t> </a:t>
            </a:r>
            <a:r>
              <a:rPr sz="2400" spc="-10" dirty="0">
                <a:latin typeface="Calibri" panose="020F0502020204030204"/>
                <a:cs typeface="Calibri" panose="020F0502020204030204"/>
              </a:rPr>
              <a:t>chained</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06633" y="-10886"/>
            <a:ext cx="749808" cy="630936"/>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609725">
              <a:lnSpc>
                <a:spcPct val="100000"/>
              </a:lnSpc>
              <a:spcBef>
                <a:spcPts val="105"/>
              </a:spcBef>
            </a:pPr>
            <a:r>
              <a:rPr spc="-10" dirty="0"/>
              <a:t>Map-</a:t>
            </a:r>
            <a:r>
              <a:rPr dirty="0"/>
              <a:t>Reduce</a:t>
            </a:r>
            <a:r>
              <a:rPr spc="-50" dirty="0"/>
              <a:t> </a:t>
            </a:r>
            <a:r>
              <a:rPr dirty="0"/>
              <a:t>in</a:t>
            </a:r>
            <a:r>
              <a:rPr spc="-35" dirty="0"/>
              <a:t> </a:t>
            </a:r>
            <a:r>
              <a:rPr spc="-10" dirty="0"/>
              <a:t>Spark</a:t>
            </a:r>
          </a:p>
        </p:txBody>
      </p:sp>
      <p:sp>
        <p:nvSpPr>
          <p:cNvPr id="3" name="object 3"/>
          <p:cNvSpPr txBox="1"/>
          <p:nvPr/>
        </p:nvSpPr>
        <p:spPr>
          <a:xfrm>
            <a:off x="612140" y="2000758"/>
            <a:ext cx="6216650" cy="406082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2400" b="1" spc="-25" dirty="0">
                <a:latin typeface="Calibri" panose="020F0502020204030204"/>
                <a:cs typeface="Calibri" panose="020F0502020204030204"/>
              </a:rPr>
              <a:t>Map-</a:t>
            </a:r>
            <a:r>
              <a:rPr sz="2400" b="1" dirty="0">
                <a:latin typeface="Calibri" panose="020F0502020204030204"/>
                <a:cs typeface="Calibri" panose="020F0502020204030204"/>
              </a:rPr>
              <a:t>reduce</a:t>
            </a:r>
            <a:r>
              <a:rPr sz="2400" b="1" spc="-30" dirty="0">
                <a:latin typeface="Calibri" panose="020F0502020204030204"/>
                <a:cs typeface="Calibri" panose="020F0502020204030204"/>
              </a:rPr>
              <a:t> </a:t>
            </a:r>
            <a:r>
              <a:rPr sz="2400" b="1" dirty="0">
                <a:latin typeface="Calibri" panose="020F0502020204030204"/>
                <a:cs typeface="Calibri" panose="020F0502020204030204"/>
              </a:rPr>
              <a:t>in</a:t>
            </a:r>
            <a:r>
              <a:rPr sz="2400" b="1" spc="-2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0" dirty="0">
                <a:latin typeface="Calibri" panose="020F0502020204030204"/>
                <a:cs typeface="Calibri" panose="020F0502020204030204"/>
              </a:rPr>
              <a:t> </a:t>
            </a:r>
            <a:r>
              <a:rPr sz="2400" b="1" dirty="0">
                <a:latin typeface="Calibri" panose="020F0502020204030204"/>
                <a:cs typeface="Calibri" panose="020F0502020204030204"/>
              </a:rPr>
              <a:t>works</a:t>
            </a:r>
            <a:r>
              <a:rPr sz="2400" b="1" spc="-25" dirty="0">
                <a:latin typeface="Calibri" panose="020F0502020204030204"/>
                <a:cs typeface="Calibri" panose="020F0502020204030204"/>
              </a:rPr>
              <a:t> </a:t>
            </a:r>
            <a:r>
              <a:rPr sz="2400" b="1" dirty="0">
                <a:latin typeface="Calibri" panose="020F0502020204030204"/>
                <a:cs typeface="Calibri" panose="020F0502020204030204"/>
              </a:rPr>
              <a:t>on</a:t>
            </a:r>
            <a:r>
              <a:rPr sz="2400" b="1" spc="-35" dirty="0">
                <a:latin typeface="Calibri" panose="020F0502020204030204"/>
                <a:cs typeface="Calibri" panose="020F0502020204030204"/>
              </a:rPr>
              <a:t> </a:t>
            </a:r>
            <a:r>
              <a:rPr sz="2400" b="1" dirty="0">
                <a:latin typeface="Calibri" panose="020F0502020204030204"/>
                <a:cs typeface="Calibri" panose="020F0502020204030204"/>
              </a:rPr>
              <a:t>pair</a:t>
            </a:r>
            <a:r>
              <a:rPr sz="2400" b="1" spc="-20" dirty="0">
                <a:latin typeface="Calibri" panose="020F0502020204030204"/>
                <a:cs typeface="Calibri" panose="020F0502020204030204"/>
              </a:rPr>
              <a:t> RDDs</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Map</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phase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spc="-10" dirty="0">
                <a:latin typeface="Calibri" panose="020F0502020204030204"/>
                <a:cs typeface="Calibri" panose="020F0502020204030204"/>
              </a:rPr>
              <a:t>Operates</a:t>
            </a:r>
            <a:r>
              <a:rPr sz="2400" spc="-50" dirty="0">
                <a:latin typeface="Calibri" panose="020F0502020204030204"/>
                <a:cs typeface="Calibri" panose="020F0502020204030204"/>
              </a:rPr>
              <a:t> </a:t>
            </a:r>
            <a:r>
              <a:rPr sz="2400" dirty="0">
                <a:latin typeface="Calibri" panose="020F0502020204030204"/>
                <a:cs typeface="Calibri" panose="020F0502020204030204"/>
              </a:rPr>
              <a:t>on</a:t>
            </a:r>
            <a:r>
              <a:rPr sz="2400" spc="-55" dirty="0">
                <a:latin typeface="Calibri" panose="020F0502020204030204"/>
                <a:cs typeface="Calibri" panose="020F0502020204030204"/>
              </a:rPr>
              <a:t> </a:t>
            </a:r>
            <a:r>
              <a:rPr sz="2400" dirty="0">
                <a:latin typeface="Calibri" panose="020F0502020204030204"/>
                <a:cs typeface="Calibri" panose="020F0502020204030204"/>
              </a:rPr>
              <a:t>one</a:t>
            </a:r>
            <a:r>
              <a:rPr sz="2400" spc="-45" dirty="0">
                <a:latin typeface="Calibri" panose="020F0502020204030204"/>
                <a:cs typeface="Calibri" panose="020F0502020204030204"/>
              </a:rPr>
              <a:t> </a:t>
            </a:r>
            <a:r>
              <a:rPr sz="2400" spc="-10" dirty="0">
                <a:latin typeface="Calibri" panose="020F0502020204030204"/>
                <a:cs typeface="Calibri" panose="020F0502020204030204"/>
              </a:rPr>
              <a:t>record</a:t>
            </a:r>
            <a:r>
              <a:rPr sz="2400" spc="-50" dirty="0">
                <a:latin typeface="Calibri" panose="020F0502020204030204"/>
                <a:cs typeface="Calibri" panose="020F0502020204030204"/>
              </a:rPr>
              <a:t> </a:t>
            </a:r>
            <a:r>
              <a:rPr sz="2400" dirty="0">
                <a:latin typeface="Calibri" panose="020F0502020204030204"/>
                <a:cs typeface="Calibri" panose="020F0502020204030204"/>
              </a:rPr>
              <a:t>at</a:t>
            </a:r>
            <a:r>
              <a:rPr sz="2400" spc="-45" dirty="0">
                <a:latin typeface="Calibri" panose="020F0502020204030204"/>
                <a:cs typeface="Calibri" panose="020F0502020204030204"/>
              </a:rPr>
              <a:t> </a:t>
            </a:r>
            <a:r>
              <a:rPr sz="2400" dirty="0">
                <a:latin typeface="Calibri" panose="020F0502020204030204"/>
                <a:cs typeface="Calibri" panose="020F0502020204030204"/>
              </a:rPr>
              <a:t>a</a:t>
            </a:r>
            <a:r>
              <a:rPr sz="2400" spc="-60" dirty="0">
                <a:latin typeface="Calibri" panose="020F0502020204030204"/>
                <a:cs typeface="Calibri" panose="020F0502020204030204"/>
              </a:rPr>
              <a:t> </a:t>
            </a:r>
            <a:r>
              <a:rPr sz="2400" spc="-20" dirty="0">
                <a:latin typeface="Calibri" panose="020F0502020204030204"/>
                <a:cs typeface="Calibri" panose="020F0502020204030204"/>
              </a:rPr>
              <a:t>time</a:t>
            </a:r>
            <a:endParaRPr sz="2400">
              <a:latin typeface="Calibri" panose="020F0502020204030204"/>
              <a:cs typeface="Calibri" panose="020F0502020204030204"/>
            </a:endParaRPr>
          </a:p>
          <a:p>
            <a:pPr marL="12700">
              <a:lnSpc>
                <a:spcPts val="2840"/>
              </a:lnSpc>
            </a:pPr>
            <a:r>
              <a:rPr sz="2400" spc="-20" dirty="0">
                <a:latin typeface="Calibri" panose="020F0502020204030204"/>
                <a:cs typeface="Calibri" panose="020F0502020204030204"/>
              </a:rPr>
              <a:t>–</a:t>
            </a:r>
            <a:r>
              <a:rPr sz="2400" dirty="0">
                <a:latin typeface="Calibri" panose="020F0502020204030204"/>
                <a:cs typeface="Calibri" panose="020F0502020204030204"/>
              </a:rPr>
              <a:t>“Maps”</a:t>
            </a:r>
            <a:r>
              <a:rPr sz="2400" spc="-70" dirty="0">
                <a:latin typeface="Calibri" panose="020F0502020204030204"/>
                <a:cs typeface="Calibri" panose="020F0502020204030204"/>
              </a:rPr>
              <a:t> </a:t>
            </a:r>
            <a:r>
              <a:rPr sz="2400" dirty="0">
                <a:latin typeface="Calibri" panose="020F0502020204030204"/>
                <a:cs typeface="Calibri" panose="020F0502020204030204"/>
              </a:rPr>
              <a:t>each</a:t>
            </a:r>
            <a:r>
              <a:rPr sz="2400" spc="-45" dirty="0">
                <a:latin typeface="Calibri" panose="020F0502020204030204"/>
                <a:cs typeface="Calibri" panose="020F0502020204030204"/>
              </a:rPr>
              <a:t> </a:t>
            </a:r>
            <a:r>
              <a:rPr sz="2400" spc="-10" dirty="0">
                <a:latin typeface="Calibri" panose="020F0502020204030204"/>
                <a:cs typeface="Calibri" panose="020F0502020204030204"/>
              </a:rPr>
              <a:t>record</a:t>
            </a:r>
            <a:r>
              <a:rPr sz="2400" spc="-50" dirty="0">
                <a:latin typeface="Calibri" panose="020F0502020204030204"/>
                <a:cs typeface="Calibri" panose="020F0502020204030204"/>
              </a:rPr>
              <a:t> </a:t>
            </a:r>
            <a:r>
              <a:rPr sz="2400" dirty="0">
                <a:latin typeface="Calibri" panose="020F0502020204030204"/>
                <a:cs typeface="Calibri" panose="020F0502020204030204"/>
              </a:rPr>
              <a:t>to</a:t>
            </a:r>
            <a:r>
              <a:rPr sz="2400" spc="-45" dirty="0">
                <a:latin typeface="Calibri" panose="020F0502020204030204"/>
                <a:cs typeface="Calibri" panose="020F0502020204030204"/>
              </a:rPr>
              <a:t> </a:t>
            </a:r>
            <a:r>
              <a:rPr sz="2400" spc="-10" dirty="0">
                <a:latin typeface="Calibri" panose="020F0502020204030204"/>
                <a:cs typeface="Calibri" panose="020F0502020204030204"/>
              </a:rPr>
              <a:t>zero</a:t>
            </a:r>
            <a:r>
              <a:rPr sz="2400" spc="-65" dirty="0">
                <a:latin typeface="Calibri" panose="020F0502020204030204"/>
                <a:cs typeface="Calibri" panose="020F0502020204030204"/>
              </a:rPr>
              <a:t> </a:t>
            </a:r>
            <a:r>
              <a:rPr sz="2400" dirty="0">
                <a:latin typeface="Calibri" panose="020F0502020204030204"/>
                <a:cs typeface="Calibri" panose="020F0502020204030204"/>
              </a:rPr>
              <a:t>or</a:t>
            </a:r>
            <a:r>
              <a:rPr sz="2400" spc="-40" dirty="0">
                <a:latin typeface="Calibri" panose="020F0502020204030204"/>
                <a:cs typeface="Calibri" panose="020F0502020204030204"/>
              </a:rPr>
              <a:t> </a:t>
            </a:r>
            <a:r>
              <a:rPr sz="2400" dirty="0">
                <a:latin typeface="Calibri" panose="020F0502020204030204"/>
                <a:cs typeface="Calibri" panose="020F0502020204030204"/>
              </a:rPr>
              <a:t>more</a:t>
            </a:r>
            <a:r>
              <a:rPr sz="2400" spc="-50" dirty="0">
                <a:latin typeface="Calibri" panose="020F0502020204030204"/>
                <a:cs typeface="Calibri" panose="020F0502020204030204"/>
              </a:rPr>
              <a:t> </a:t>
            </a:r>
            <a:r>
              <a:rPr sz="2400" dirty="0">
                <a:latin typeface="Calibri" panose="020F0502020204030204"/>
                <a:cs typeface="Calibri" panose="020F0502020204030204"/>
              </a:rPr>
              <a:t>new</a:t>
            </a:r>
            <a:r>
              <a:rPr sz="2400" spc="-40" dirty="0">
                <a:latin typeface="Calibri" panose="020F0502020204030204"/>
                <a:cs typeface="Calibri" panose="020F0502020204030204"/>
              </a:rPr>
              <a:t> </a:t>
            </a:r>
            <a:r>
              <a:rPr sz="2400" spc="-10" dirty="0">
                <a:latin typeface="Calibri" panose="020F0502020204030204"/>
                <a:cs typeface="Calibri" panose="020F0502020204030204"/>
              </a:rPr>
              <a:t>records</a:t>
            </a:r>
            <a:endParaRPr sz="2400">
              <a:latin typeface="Calibri" panose="020F0502020204030204"/>
              <a:cs typeface="Calibri" panose="020F0502020204030204"/>
            </a:endParaRPr>
          </a:p>
          <a:p>
            <a:pPr marL="232410" indent="-219710">
              <a:lnSpc>
                <a:spcPts val="2840"/>
              </a:lnSpc>
              <a:buChar char="–"/>
              <a:tabLst>
                <a:tab pos="232410" algn="l"/>
              </a:tabLst>
            </a:pPr>
            <a:r>
              <a:rPr sz="2400" spc="-10" dirty="0">
                <a:latin typeface="Calibri" panose="020F0502020204030204"/>
                <a:cs typeface="Calibri" panose="020F0502020204030204"/>
              </a:rPr>
              <a:t>Examples:</a:t>
            </a:r>
            <a:r>
              <a:rPr sz="2400" spc="-105" dirty="0">
                <a:latin typeface="Calibri" panose="020F0502020204030204"/>
                <a:cs typeface="Calibri" panose="020F0502020204030204"/>
              </a:rPr>
              <a:t> </a:t>
            </a:r>
            <a:r>
              <a:rPr sz="2400" b="1" dirty="0">
                <a:latin typeface="Calibri" panose="020F0502020204030204"/>
                <a:cs typeface="Calibri" panose="020F0502020204030204"/>
              </a:rPr>
              <a:t>map,</a:t>
            </a:r>
            <a:r>
              <a:rPr sz="2400" b="1" spc="-85" dirty="0">
                <a:latin typeface="Calibri" panose="020F0502020204030204"/>
                <a:cs typeface="Calibri" panose="020F0502020204030204"/>
              </a:rPr>
              <a:t> </a:t>
            </a:r>
            <a:r>
              <a:rPr sz="2400" b="1" dirty="0">
                <a:latin typeface="Calibri" panose="020F0502020204030204"/>
                <a:cs typeface="Calibri" panose="020F0502020204030204"/>
              </a:rPr>
              <a:t>flatMap,</a:t>
            </a:r>
            <a:r>
              <a:rPr sz="2400" b="1" spc="-60" dirty="0">
                <a:latin typeface="Calibri" panose="020F0502020204030204"/>
                <a:cs typeface="Calibri" panose="020F0502020204030204"/>
              </a:rPr>
              <a:t> </a:t>
            </a:r>
            <a:r>
              <a:rPr sz="2400" b="1" spc="-20" dirty="0">
                <a:latin typeface="Calibri" panose="020F0502020204030204"/>
                <a:cs typeface="Calibri" panose="020F0502020204030204"/>
              </a:rPr>
              <a:t>filter,</a:t>
            </a:r>
            <a:r>
              <a:rPr sz="2400" b="1" spc="-70" dirty="0">
                <a:latin typeface="Calibri" panose="020F0502020204030204"/>
                <a:cs typeface="Calibri" panose="020F0502020204030204"/>
              </a:rPr>
              <a:t> </a:t>
            </a:r>
            <a:r>
              <a:rPr sz="2400" b="1" spc="-10" dirty="0">
                <a:latin typeface="Calibri" panose="020F0502020204030204"/>
                <a:cs typeface="Calibri" panose="020F0502020204030204"/>
              </a:rPr>
              <a:t>keyBy</a:t>
            </a:r>
            <a:endParaRPr sz="2400">
              <a:latin typeface="Calibri" panose="020F0502020204030204"/>
              <a:cs typeface="Calibri" panose="020F0502020204030204"/>
            </a:endParaRPr>
          </a:p>
          <a:p>
            <a:pPr>
              <a:lnSpc>
                <a:spcPct val="100000"/>
              </a:lnSpc>
              <a:spcBef>
                <a:spcPts val="35"/>
              </a:spcBef>
              <a:buFont typeface="Calibri" panose="020F0502020204030204"/>
              <a:buChar char="–"/>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65" dirty="0">
                <a:latin typeface="Calibri" panose="020F0502020204030204"/>
                <a:cs typeface="Calibri" panose="020F0502020204030204"/>
              </a:rPr>
              <a:t> </a:t>
            </a:r>
            <a:r>
              <a:rPr sz="2400" b="1" dirty="0">
                <a:latin typeface="Calibri" panose="020F0502020204030204"/>
                <a:cs typeface="Calibri" panose="020F0502020204030204"/>
              </a:rPr>
              <a:t>Reduce</a:t>
            </a:r>
            <a:r>
              <a:rPr sz="2400" b="1" spc="-80" dirty="0">
                <a:latin typeface="Calibri" panose="020F0502020204030204"/>
                <a:cs typeface="Calibri" panose="020F0502020204030204"/>
              </a:rPr>
              <a:t> </a:t>
            </a:r>
            <a:r>
              <a:rPr sz="2400" b="1" spc="-10" dirty="0">
                <a:latin typeface="Calibri" panose="020F0502020204030204"/>
                <a:cs typeface="Calibri" panose="020F0502020204030204"/>
              </a:rPr>
              <a:t>phase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spc="-10" dirty="0">
                <a:latin typeface="Calibri" panose="020F0502020204030204"/>
                <a:cs typeface="Calibri" panose="020F0502020204030204"/>
              </a:rPr>
              <a:t>Works</a:t>
            </a:r>
            <a:r>
              <a:rPr sz="2400" spc="-65" dirty="0">
                <a:latin typeface="Calibri" panose="020F0502020204030204"/>
                <a:cs typeface="Calibri" panose="020F0502020204030204"/>
              </a:rPr>
              <a:t> </a:t>
            </a:r>
            <a:r>
              <a:rPr sz="2400" dirty="0">
                <a:latin typeface="Calibri" panose="020F0502020204030204"/>
                <a:cs typeface="Calibri" panose="020F0502020204030204"/>
              </a:rPr>
              <a:t>on</a:t>
            </a:r>
            <a:r>
              <a:rPr sz="2400" spc="-45" dirty="0">
                <a:latin typeface="Calibri" panose="020F0502020204030204"/>
                <a:cs typeface="Calibri" panose="020F0502020204030204"/>
              </a:rPr>
              <a:t> </a:t>
            </a:r>
            <a:r>
              <a:rPr sz="2400" dirty="0">
                <a:latin typeface="Calibri" panose="020F0502020204030204"/>
                <a:cs typeface="Calibri" panose="020F0502020204030204"/>
              </a:rPr>
              <a:t>map</a:t>
            </a:r>
            <a:r>
              <a:rPr sz="2400" spc="-55" dirty="0">
                <a:latin typeface="Calibri" panose="020F0502020204030204"/>
                <a:cs typeface="Calibri" panose="020F0502020204030204"/>
              </a:rPr>
              <a:t> </a:t>
            </a:r>
            <a:r>
              <a:rPr sz="2400" spc="-10" dirty="0">
                <a:latin typeface="Calibri" panose="020F0502020204030204"/>
                <a:cs typeface="Calibri" panose="020F0502020204030204"/>
              </a:rPr>
              <a:t>output</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Consolidates</a:t>
            </a:r>
            <a:r>
              <a:rPr sz="2400" spc="-30" dirty="0">
                <a:latin typeface="Calibri" panose="020F0502020204030204"/>
                <a:cs typeface="Calibri" panose="020F0502020204030204"/>
              </a:rPr>
              <a:t> </a:t>
            </a:r>
            <a:r>
              <a:rPr sz="2400" dirty="0">
                <a:latin typeface="Calibri" panose="020F0502020204030204"/>
                <a:cs typeface="Calibri" panose="020F0502020204030204"/>
              </a:rPr>
              <a:t>multiple</a:t>
            </a:r>
            <a:r>
              <a:rPr sz="2400" spc="-20" dirty="0">
                <a:latin typeface="Calibri" panose="020F0502020204030204"/>
                <a:cs typeface="Calibri" panose="020F0502020204030204"/>
              </a:rPr>
              <a:t> </a:t>
            </a:r>
            <a:r>
              <a:rPr sz="2400" spc="-10" dirty="0">
                <a:latin typeface="Calibri" panose="020F0502020204030204"/>
                <a:cs typeface="Calibri" panose="020F0502020204030204"/>
              </a:rPr>
              <a:t>records</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spc="-10" dirty="0">
                <a:latin typeface="Calibri" panose="020F0502020204030204"/>
                <a:cs typeface="Calibri" panose="020F0502020204030204"/>
              </a:rPr>
              <a:t>Examples:</a:t>
            </a:r>
            <a:r>
              <a:rPr sz="2400" spc="-70" dirty="0">
                <a:latin typeface="Calibri" panose="020F0502020204030204"/>
                <a:cs typeface="Calibri" panose="020F0502020204030204"/>
              </a:rPr>
              <a:t> </a:t>
            </a:r>
            <a:r>
              <a:rPr sz="2400" b="1" spc="-30" dirty="0">
                <a:latin typeface="Calibri" panose="020F0502020204030204"/>
                <a:cs typeface="Calibri" panose="020F0502020204030204"/>
              </a:rPr>
              <a:t>reduceByKey,</a:t>
            </a:r>
            <a:r>
              <a:rPr sz="2400" b="1" spc="-50" dirty="0">
                <a:latin typeface="Calibri" panose="020F0502020204030204"/>
                <a:cs typeface="Calibri" panose="020F0502020204030204"/>
              </a:rPr>
              <a:t> </a:t>
            </a:r>
            <a:r>
              <a:rPr sz="2400" b="1" spc="-30" dirty="0">
                <a:latin typeface="Calibri" panose="020F0502020204030204"/>
                <a:cs typeface="Calibri" panose="020F0502020204030204"/>
              </a:rPr>
              <a:t>sortByKey,</a:t>
            </a:r>
            <a:r>
              <a:rPr sz="2400" b="1" spc="-35" dirty="0">
                <a:latin typeface="Calibri" panose="020F0502020204030204"/>
                <a:cs typeface="Calibri" panose="020F0502020204030204"/>
              </a:rPr>
              <a:t> </a:t>
            </a:r>
            <a:r>
              <a:rPr sz="2400" b="1" spc="-20" dirty="0">
                <a:latin typeface="Calibri" panose="020F0502020204030204"/>
                <a:cs typeface="Calibri" panose="020F0502020204030204"/>
              </a:rPr>
              <a:t>mean</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554480">
              <a:lnSpc>
                <a:spcPct val="100000"/>
              </a:lnSpc>
              <a:spcBef>
                <a:spcPts val="105"/>
              </a:spcBef>
            </a:pPr>
            <a:r>
              <a:rPr dirty="0"/>
              <a:t>Example:</a:t>
            </a:r>
            <a:r>
              <a:rPr spc="-185" dirty="0"/>
              <a:t> </a:t>
            </a:r>
            <a:r>
              <a:rPr spc="-10" dirty="0"/>
              <a:t>Word</a:t>
            </a:r>
            <a:r>
              <a:rPr spc="-170" dirty="0"/>
              <a:t> </a:t>
            </a:r>
            <a:r>
              <a:rPr spc="-10" dirty="0"/>
              <a:t>Count</a:t>
            </a:r>
          </a:p>
        </p:txBody>
      </p:sp>
      <p:pic>
        <p:nvPicPr>
          <p:cNvPr id="3" name="object 3"/>
          <p:cNvPicPr/>
          <p:nvPr/>
        </p:nvPicPr>
        <p:blipFill>
          <a:blip r:embed="rId2" cstate="print"/>
          <a:stretch>
            <a:fillRect/>
          </a:stretch>
        </p:blipFill>
        <p:spPr>
          <a:xfrm>
            <a:off x="1100137" y="2152650"/>
            <a:ext cx="7038975" cy="3238997"/>
          </a:xfrm>
          <a:prstGeom prst="rect">
            <a:avLst/>
          </a:prstGeom>
        </p:spPr>
      </p:pic>
      <p:sp>
        <p:nvSpPr>
          <p:cNvPr id="5" name="Text Box 4"/>
          <p:cNvSpPr txBox="1"/>
          <p:nvPr/>
        </p:nvSpPr>
        <p:spPr>
          <a:xfrm>
            <a:off x="8884285" y="94615"/>
            <a:ext cx="3048000" cy="368300"/>
          </a:xfrm>
          <a:prstGeom prst="rect">
            <a:avLst/>
          </a:prstGeom>
          <a:noFill/>
        </p:spPr>
        <p:txBody>
          <a:bodyPr wrap="square" rtlCol="0">
            <a:spAutoFit/>
          </a:bodyPr>
          <a:lstStyle/>
          <a:p>
            <a:endParaRPr lang="en-US"/>
          </a:p>
        </p:txBody>
      </p:sp>
      <p:pic>
        <p:nvPicPr>
          <p:cNvPr id="6" name="Picture 5" descr="wingspan_logo.png"/>
          <p:cNvPicPr>
            <a:picLocks noChangeAspect="1"/>
          </p:cNvPicPr>
          <p:nvPr/>
        </p:nvPicPr>
        <p:blipFill>
          <a:blip r:embed="rId3"/>
          <a:stretch>
            <a:fillRect/>
          </a:stretch>
        </p:blipFill>
        <p:spPr>
          <a:xfrm>
            <a:off x="8394192" y="-36703"/>
            <a:ext cx="749808" cy="630936"/>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2522855">
              <a:lnSpc>
                <a:spcPct val="100000"/>
              </a:lnSpc>
              <a:spcBef>
                <a:spcPts val="105"/>
              </a:spcBef>
            </a:pPr>
            <a:r>
              <a:rPr b="1" spc="-20" dirty="0">
                <a:latin typeface="Calibri" panose="020F0502020204030204"/>
                <a:cs typeface="Calibri" panose="020F0502020204030204"/>
              </a:rPr>
              <a:t>reduceByKey</a:t>
            </a:r>
          </a:p>
        </p:txBody>
      </p:sp>
      <p:sp>
        <p:nvSpPr>
          <p:cNvPr id="3" name="object 3"/>
          <p:cNvSpPr txBox="1"/>
          <p:nvPr/>
        </p:nvSpPr>
        <p:spPr>
          <a:xfrm>
            <a:off x="688340" y="1450594"/>
            <a:ext cx="6846570" cy="1134110"/>
          </a:xfrm>
          <a:prstGeom prst="rect">
            <a:avLst/>
          </a:prstGeom>
        </p:spPr>
        <p:txBody>
          <a:bodyPr vert="horz" wrap="square" lIns="0" tIns="1270" rIns="0" bIns="0" rtlCol="0">
            <a:spAutoFit/>
          </a:bodyPr>
          <a:lstStyle/>
          <a:p>
            <a:pPr marL="12700" marR="5080">
              <a:lnSpc>
                <a:spcPct val="103000"/>
              </a:lnSpc>
              <a:spcBef>
                <a:spcPts val="10"/>
              </a:spcBef>
              <a:tabLst>
                <a:tab pos="3041015" algn="l"/>
              </a:tabLst>
            </a:pPr>
            <a:r>
              <a:rPr sz="2400" b="1" dirty="0">
                <a:latin typeface="Calibri" panose="020F0502020204030204"/>
                <a:cs typeface="Calibri" panose="020F0502020204030204"/>
              </a:rPr>
              <a:t>The</a:t>
            </a:r>
            <a:r>
              <a:rPr sz="2400" b="1" spc="-60" dirty="0">
                <a:latin typeface="Calibri" panose="020F0502020204030204"/>
                <a:cs typeface="Calibri" panose="020F0502020204030204"/>
              </a:rPr>
              <a:t> </a:t>
            </a:r>
            <a:r>
              <a:rPr sz="2400" b="1" dirty="0">
                <a:latin typeface="Calibri" panose="020F0502020204030204"/>
                <a:cs typeface="Calibri" panose="020F0502020204030204"/>
              </a:rPr>
              <a:t>function</a:t>
            </a:r>
            <a:r>
              <a:rPr sz="2400" b="1" spc="-50" dirty="0">
                <a:latin typeface="Calibri" panose="020F0502020204030204"/>
                <a:cs typeface="Calibri" panose="020F0502020204030204"/>
              </a:rPr>
              <a:t> </a:t>
            </a:r>
            <a:r>
              <a:rPr sz="2400" b="1" dirty="0">
                <a:latin typeface="Calibri" panose="020F0502020204030204"/>
                <a:cs typeface="Calibri" panose="020F0502020204030204"/>
              </a:rPr>
              <a:t>passed</a:t>
            </a:r>
            <a:r>
              <a:rPr sz="2400" b="1" spc="-50" dirty="0">
                <a:latin typeface="Calibri" panose="020F0502020204030204"/>
                <a:cs typeface="Calibri" panose="020F0502020204030204"/>
              </a:rPr>
              <a:t> </a:t>
            </a:r>
            <a:r>
              <a:rPr sz="2400" b="1" spc="-25" dirty="0">
                <a:latin typeface="Calibri" panose="020F0502020204030204"/>
                <a:cs typeface="Calibri" panose="020F0502020204030204"/>
              </a:rPr>
              <a:t>to</a:t>
            </a:r>
            <a:r>
              <a:rPr sz="2400" b="1" dirty="0">
                <a:latin typeface="Calibri" panose="020F0502020204030204"/>
                <a:cs typeface="Calibri" panose="020F0502020204030204"/>
              </a:rPr>
              <a:t>	</a:t>
            </a:r>
            <a:r>
              <a:rPr sz="2400" b="1" spc="-20" dirty="0">
                <a:latin typeface="Calibri" panose="020F0502020204030204"/>
                <a:cs typeface="Calibri" panose="020F0502020204030204"/>
              </a:rPr>
              <a:t>reduceByKey</a:t>
            </a:r>
            <a:r>
              <a:rPr sz="2400" b="1" spc="-50" dirty="0">
                <a:latin typeface="Calibri" panose="020F0502020204030204"/>
                <a:cs typeface="Calibri" panose="020F0502020204030204"/>
              </a:rPr>
              <a:t> </a:t>
            </a:r>
            <a:r>
              <a:rPr sz="2400" b="1" dirty="0">
                <a:latin typeface="Calibri" panose="020F0502020204030204"/>
                <a:cs typeface="Calibri" panose="020F0502020204030204"/>
              </a:rPr>
              <a:t>combines</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values </a:t>
            </a:r>
            <a:r>
              <a:rPr sz="2400" b="1" dirty="0">
                <a:latin typeface="Calibri" panose="020F0502020204030204"/>
                <a:cs typeface="Calibri" panose="020F0502020204030204"/>
              </a:rPr>
              <a:t>from</a:t>
            </a:r>
            <a:r>
              <a:rPr sz="2400" b="1" spc="-75" dirty="0">
                <a:latin typeface="Calibri" panose="020F0502020204030204"/>
                <a:cs typeface="Calibri" panose="020F0502020204030204"/>
              </a:rPr>
              <a:t> </a:t>
            </a:r>
            <a:r>
              <a:rPr sz="2400" b="1" dirty="0">
                <a:latin typeface="Calibri" panose="020F0502020204030204"/>
                <a:cs typeface="Calibri" panose="020F0502020204030204"/>
              </a:rPr>
              <a:t>two</a:t>
            </a:r>
            <a:r>
              <a:rPr sz="2400" b="1" spc="-45" dirty="0">
                <a:latin typeface="Calibri" panose="020F0502020204030204"/>
                <a:cs typeface="Calibri" panose="020F0502020204030204"/>
              </a:rPr>
              <a:t> </a:t>
            </a:r>
            <a:r>
              <a:rPr sz="2400" b="1" spc="-20" dirty="0">
                <a:latin typeface="Calibri" panose="020F0502020204030204"/>
                <a:cs typeface="Calibri" panose="020F0502020204030204"/>
              </a:rPr>
              <a:t>keys</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dirty="0">
                <a:latin typeface="Calibri" panose="020F0502020204030204"/>
                <a:cs typeface="Calibri" panose="020F0502020204030204"/>
              </a:rPr>
              <a:t>Function</a:t>
            </a:r>
            <a:r>
              <a:rPr sz="2400" spc="-45" dirty="0">
                <a:latin typeface="Calibri" panose="020F0502020204030204"/>
                <a:cs typeface="Calibri" panose="020F0502020204030204"/>
              </a:rPr>
              <a:t> </a:t>
            </a:r>
            <a:r>
              <a:rPr sz="2400" dirty="0">
                <a:latin typeface="Calibri" panose="020F0502020204030204"/>
                <a:cs typeface="Calibri" panose="020F0502020204030204"/>
              </a:rPr>
              <a:t>must</a:t>
            </a:r>
            <a:r>
              <a:rPr sz="2400" spc="-35" dirty="0">
                <a:latin typeface="Calibri" panose="020F0502020204030204"/>
                <a:cs typeface="Calibri" panose="020F0502020204030204"/>
              </a:rPr>
              <a:t> </a:t>
            </a:r>
            <a:r>
              <a:rPr sz="2400" dirty="0">
                <a:latin typeface="Calibri" panose="020F0502020204030204"/>
                <a:cs typeface="Calibri" panose="020F0502020204030204"/>
              </a:rPr>
              <a:t>be</a:t>
            </a:r>
            <a:r>
              <a:rPr sz="2400" spc="-20" dirty="0">
                <a:latin typeface="Calibri" panose="020F0502020204030204"/>
                <a:cs typeface="Calibri" panose="020F0502020204030204"/>
              </a:rPr>
              <a:t> </a:t>
            </a:r>
            <a:r>
              <a:rPr sz="2400" spc="-10" dirty="0">
                <a:latin typeface="Calibri" panose="020F0502020204030204"/>
                <a:cs typeface="Calibri" panose="020F0502020204030204"/>
              </a:rPr>
              <a:t>binary</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728723" y="3381375"/>
            <a:ext cx="5419725" cy="2562225"/>
          </a:xfrm>
          <a:prstGeom prst="rect">
            <a:avLst/>
          </a:prstGeom>
        </p:spPr>
      </p:pic>
      <p:pic>
        <p:nvPicPr>
          <p:cNvPr id="5" name="Picture 4"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793486" y="1775425"/>
            <a:ext cx="6231873" cy="3961491"/>
          </a:xfrm>
          <a:prstGeom prst="rect">
            <a:avLst/>
          </a:prstGeom>
        </p:spPr>
      </p:pic>
      <p:pic>
        <p:nvPicPr>
          <p:cNvPr id="3" name="Picture 2" descr="wingspan_logo.png"/>
          <p:cNvPicPr>
            <a:picLocks noChangeAspect="1"/>
          </p:cNvPicPr>
          <p:nvPr/>
        </p:nvPicPr>
        <p:blipFill>
          <a:blip r:embed="rId3"/>
          <a:stretch>
            <a:fillRect/>
          </a:stretch>
        </p:blipFill>
        <p:spPr>
          <a:xfrm>
            <a:off x="8394192" y="-10886"/>
            <a:ext cx="749808" cy="630936"/>
          </a:xfrm>
          <a:prstGeom prst="rect">
            <a:avLst/>
          </a:prstGeom>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708785">
              <a:lnSpc>
                <a:spcPct val="100000"/>
              </a:lnSpc>
              <a:spcBef>
                <a:spcPts val="105"/>
              </a:spcBef>
            </a:pPr>
            <a:r>
              <a:rPr dirty="0"/>
              <a:t>Pair</a:t>
            </a:r>
            <a:r>
              <a:rPr spc="-80" dirty="0"/>
              <a:t> </a:t>
            </a:r>
            <a:r>
              <a:rPr dirty="0"/>
              <a:t>RDD</a:t>
            </a:r>
            <a:r>
              <a:rPr spc="-70" dirty="0"/>
              <a:t> </a:t>
            </a:r>
            <a:r>
              <a:rPr spc="-10" dirty="0"/>
              <a:t>Operations</a:t>
            </a:r>
          </a:p>
        </p:txBody>
      </p:sp>
      <p:sp>
        <p:nvSpPr>
          <p:cNvPr id="3" name="object 3"/>
          <p:cNvSpPr txBox="1"/>
          <p:nvPr/>
        </p:nvSpPr>
        <p:spPr>
          <a:xfrm>
            <a:off x="688340" y="1734439"/>
            <a:ext cx="7233284" cy="3684270"/>
          </a:xfrm>
          <a:prstGeom prst="rect">
            <a:avLst/>
          </a:prstGeom>
        </p:spPr>
        <p:txBody>
          <a:bodyPr vert="horz" wrap="square" lIns="0" tIns="33020" rIns="0" bIns="0" rtlCol="0">
            <a:spAutoFit/>
          </a:bodyPr>
          <a:lstStyle/>
          <a:p>
            <a:pPr marL="12700" marR="167005">
              <a:lnSpc>
                <a:spcPts val="2800"/>
              </a:lnSpc>
              <a:spcBef>
                <a:spcPts val="260"/>
              </a:spcBef>
              <a:tabLst>
                <a:tab pos="1567180" algn="l"/>
              </a:tabLst>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dirty="0">
                <a:latin typeface="Calibri" panose="020F0502020204030204"/>
                <a:cs typeface="Calibri" panose="020F0502020204030204"/>
              </a:rPr>
              <a:t>In</a:t>
            </a:r>
            <a:r>
              <a:rPr sz="2400" b="1" spc="-40" dirty="0">
                <a:latin typeface="Calibri" panose="020F0502020204030204"/>
                <a:cs typeface="Calibri" panose="020F0502020204030204"/>
              </a:rPr>
              <a:t> </a:t>
            </a:r>
            <a:r>
              <a:rPr sz="2400" b="1" dirty="0">
                <a:latin typeface="Calibri" panose="020F0502020204030204"/>
                <a:cs typeface="Calibri" panose="020F0502020204030204"/>
              </a:rPr>
              <a:t>addition</a:t>
            </a:r>
            <a:r>
              <a:rPr sz="2400" b="1" spc="-35" dirty="0">
                <a:latin typeface="Calibri" panose="020F0502020204030204"/>
                <a:cs typeface="Calibri" panose="020F0502020204030204"/>
              </a:rPr>
              <a:t> </a:t>
            </a:r>
            <a:r>
              <a:rPr sz="2400" b="1" dirty="0">
                <a:latin typeface="Calibri" panose="020F0502020204030204"/>
                <a:cs typeface="Calibri" panose="020F0502020204030204"/>
              </a:rPr>
              <a:t>to</a:t>
            </a:r>
            <a:r>
              <a:rPr sz="2400" b="1" spc="-35" dirty="0">
                <a:latin typeface="Calibri" panose="020F0502020204030204"/>
                <a:cs typeface="Calibri" panose="020F0502020204030204"/>
              </a:rPr>
              <a:t> </a:t>
            </a:r>
            <a:r>
              <a:rPr sz="2400" b="1" dirty="0">
                <a:latin typeface="Calibri" panose="020F0502020204030204"/>
                <a:cs typeface="Calibri" panose="020F0502020204030204"/>
              </a:rPr>
              <a:t>map</a:t>
            </a:r>
            <a:r>
              <a:rPr sz="2400" b="1" spc="-35" dirty="0">
                <a:latin typeface="Calibri" panose="020F0502020204030204"/>
                <a:cs typeface="Calibri" panose="020F0502020204030204"/>
              </a:rPr>
              <a:t> </a:t>
            </a:r>
            <a:r>
              <a:rPr sz="2400" b="1" dirty="0">
                <a:latin typeface="Calibri" panose="020F0502020204030204"/>
                <a:cs typeface="Calibri" panose="020F0502020204030204"/>
              </a:rPr>
              <a:t>and</a:t>
            </a:r>
            <a:r>
              <a:rPr sz="2400" b="1" spc="-45" dirty="0">
                <a:latin typeface="Calibri" panose="020F0502020204030204"/>
                <a:cs typeface="Calibri" panose="020F0502020204030204"/>
              </a:rPr>
              <a:t> </a:t>
            </a:r>
            <a:r>
              <a:rPr sz="2400" b="1" spc="-20" dirty="0">
                <a:latin typeface="Calibri" panose="020F0502020204030204"/>
                <a:cs typeface="Calibri" panose="020F0502020204030204"/>
              </a:rPr>
              <a:t>reduceByKey</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Spark </a:t>
            </a:r>
            <a:r>
              <a:rPr sz="2400" b="1" dirty="0">
                <a:latin typeface="Calibri" panose="020F0502020204030204"/>
                <a:cs typeface="Calibri" panose="020F0502020204030204"/>
              </a:rPr>
              <a:t>has</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several</a:t>
            </a:r>
            <a:r>
              <a:rPr sz="2400" b="1"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50" dirty="0">
                <a:latin typeface="Calibri" panose="020F0502020204030204"/>
                <a:cs typeface="Calibri" panose="020F0502020204030204"/>
              </a:rPr>
              <a:t> </a:t>
            </a:r>
            <a:r>
              <a:rPr sz="2400" b="1" dirty="0">
                <a:latin typeface="Calibri" panose="020F0502020204030204"/>
                <a:cs typeface="Calibri" panose="020F0502020204030204"/>
              </a:rPr>
              <a:t>specific</a:t>
            </a:r>
            <a:r>
              <a:rPr sz="2400" b="1" spc="-50" dirty="0">
                <a:latin typeface="Calibri" panose="020F0502020204030204"/>
                <a:cs typeface="Calibri" panose="020F0502020204030204"/>
              </a:rPr>
              <a:t> </a:t>
            </a:r>
            <a:r>
              <a:rPr sz="2400" b="1" dirty="0">
                <a:latin typeface="Calibri" panose="020F0502020204030204"/>
                <a:cs typeface="Calibri" panose="020F0502020204030204"/>
              </a:rPr>
              <a:t>to</a:t>
            </a:r>
            <a:r>
              <a:rPr sz="2400" b="1" spc="-45" dirty="0">
                <a:latin typeface="Calibri" panose="020F0502020204030204"/>
                <a:cs typeface="Calibri" panose="020F0502020204030204"/>
              </a:rPr>
              <a:t> </a:t>
            </a:r>
            <a:r>
              <a:rPr sz="2400" b="1" dirty="0">
                <a:latin typeface="Calibri" panose="020F0502020204030204"/>
                <a:cs typeface="Calibri" panose="020F0502020204030204"/>
              </a:rPr>
              <a:t>pair</a:t>
            </a:r>
            <a:r>
              <a:rPr sz="2400" b="1" spc="-40" dirty="0">
                <a:latin typeface="Calibri" panose="020F0502020204030204"/>
                <a:cs typeface="Calibri" panose="020F0502020204030204"/>
              </a:rPr>
              <a:t> </a:t>
            </a:r>
            <a:r>
              <a:rPr sz="2400" b="1" spc="-20" dirty="0">
                <a:latin typeface="Calibri" panose="020F0502020204030204"/>
                <a:cs typeface="Calibri" panose="020F0502020204030204"/>
              </a:rPr>
              <a:t>RDDs</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15" dirty="0">
                <a:latin typeface="Calibri" panose="020F0502020204030204"/>
                <a:cs typeface="Calibri" panose="020F0502020204030204"/>
              </a:rPr>
              <a:t> </a:t>
            </a:r>
            <a:r>
              <a:rPr sz="2400" b="1" spc="-10" dirty="0">
                <a:latin typeface="Calibri" panose="020F0502020204030204"/>
                <a:cs typeface="Calibri" panose="020F0502020204030204"/>
              </a:rPr>
              <a:t>Examples</a:t>
            </a:r>
            <a:endParaRPr sz="2400">
              <a:latin typeface="Calibri" panose="020F0502020204030204"/>
              <a:cs typeface="Calibri" panose="020F0502020204030204"/>
            </a:endParaRPr>
          </a:p>
          <a:p>
            <a:pPr marL="12700" marR="508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countByKey</a:t>
            </a:r>
            <a:r>
              <a:rPr sz="2400" b="1" spc="-30"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45"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map</a:t>
            </a:r>
            <a:r>
              <a:rPr sz="2400" spc="-55" dirty="0">
                <a:latin typeface="Calibri" panose="020F0502020204030204"/>
                <a:cs typeface="Calibri" panose="020F0502020204030204"/>
              </a:rPr>
              <a:t> </a:t>
            </a:r>
            <a:r>
              <a:rPr sz="2400" dirty="0">
                <a:latin typeface="Calibri" panose="020F0502020204030204"/>
                <a:cs typeface="Calibri" panose="020F0502020204030204"/>
              </a:rPr>
              <a:t>with</a:t>
            </a:r>
            <a:r>
              <a:rPr sz="2400" spc="-60"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dirty="0">
                <a:latin typeface="Calibri" panose="020F0502020204030204"/>
                <a:cs typeface="Calibri" panose="020F0502020204030204"/>
              </a:rPr>
              <a:t>count</a:t>
            </a:r>
            <a:r>
              <a:rPr sz="2400" spc="-45" dirty="0">
                <a:latin typeface="Calibri" panose="020F0502020204030204"/>
                <a:cs typeface="Calibri" panose="020F0502020204030204"/>
              </a:rPr>
              <a:t> </a:t>
            </a:r>
            <a:r>
              <a:rPr sz="2400" dirty="0">
                <a:latin typeface="Calibri" panose="020F0502020204030204"/>
                <a:cs typeface="Calibri" panose="020F0502020204030204"/>
              </a:rPr>
              <a:t>of</a:t>
            </a:r>
            <a:r>
              <a:rPr sz="2400" spc="-45" dirty="0">
                <a:latin typeface="Calibri" panose="020F0502020204030204"/>
                <a:cs typeface="Calibri" panose="020F0502020204030204"/>
              </a:rPr>
              <a:t> </a:t>
            </a:r>
            <a:r>
              <a:rPr sz="2400" spc="-10" dirty="0">
                <a:latin typeface="Calibri" panose="020F0502020204030204"/>
                <a:cs typeface="Calibri" panose="020F0502020204030204"/>
              </a:rPr>
              <a:t>occurrences </a:t>
            </a:r>
            <a:r>
              <a:rPr sz="2400" dirty="0">
                <a:latin typeface="Calibri" panose="020F0502020204030204"/>
                <a:cs typeface="Calibri" panose="020F0502020204030204"/>
              </a:rPr>
              <a:t>of</a:t>
            </a:r>
            <a:r>
              <a:rPr sz="2400" spc="-35" dirty="0">
                <a:latin typeface="Calibri" panose="020F0502020204030204"/>
                <a:cs typeface="Calibri" panose="020F0502020204030204"/>
              </a:rPr>
              <a:t> </a:t>
            </a:r>
            <a:r>
              <a:rPr sz="2400" dirty="0">
                <a:latin typeface="Calibri" panose="020F0502020204030204"/>
                <a:cs typeface="Calibri" panose="020F0502020204030204"/>
              </a:rPr>
              <a:t>each</a:t>
            </a:r>
            <a:r>
              <a:rPr sz="2400" spc="-30" dirty="0">
                <a:latin typeface="Calibri" panose="020F0502020204030204"/>
                <a:cs typeface="Calibri" panose="020F0502020204030204"/>
              </a:rPr>
              <a:t> </a:t>
            </a:r>
            <a:r>
              <a:rPr sz="2400" spc="-25" dirty="0">
                <a:latin typeface="Calibri" panose="020F0502020204030204"/>
                <a:cs typeface="Calibri" panose="020F0502020204030204"/>
              </a:rPr>
              <a:t>key</a:t>
            </a:r>
            <a:endParaRPr sz="2400">
              <a:latin typeface="Calibri" panose="020F0502020204030204"/>
              <a:cs typeface="Calibri" panose="020F0502020204030204"/>
            </a:endParaRPr>
          </a:p>
          <a:p>
            <a:pPr marL="12700">
              <a:lnSpc>
                <a:spcPct val="100000"/>
              </a:lnSpc>
              <a:spcBef>
                <a:spcPts val="5"/>
              </a:spcBef>
            </a:pPr>
            <a:r>
              <a:rPr sz="2400" spc="-20" dirty="0">
                <a:latin typeface="Calibri" panose="020F0502020204030204"/>
                <a:cs typeface="Calibri" panose="020F0502020204030204"/>
              </a:rPr>
              <a:t>–</a:t>
            </a:r>
            <a:r>
              <a:rPr sz="2400" b="1" spc="-20" dirty="0">
                <a:latin typeface="Calibri" panose="020F0502020204030204"/>
                <a:cs typeface="Calibri" panose="020F0502020204030204"/>
              </a:rPr>
              <a:t>groupByKey</a:t>
            </a:r>
            <a:r>
              <a:rPr sz="2400" b="1" spc="-55" dirty="0">
                <a:latin typeface="Calibri" panose="020F0502020204030204"/>
                <a:cs typeface="Calibri" panose="020F0502020204030204"/>
              </a:rPr>
              <a:t> </a:t>
            </a:r>
            <a:r>
              <a:rPr sz="2400" dirty="0">
                <a:latin typeface="Calibri" panose="020F0502020204030204"/>
                <a:cs typeface="Calibri" panose="020F0502020204030204"/>
              </a:rPr>
              <a:t>groups</a:t>
            </a:r>
            <a:r>
              <a:rPr sz="2400" spc="-55" dirty="0">
                <a:latin typeface="Calibri" panose="020F0502020204030204"/>
                <a:cs typeface="Calibri" panose="020F0502020204030204"/>
              </a:rPr>
              <a:t> </a:t>
            </a:r>
            <a:r>
              <a:rPr sz="2400" dirty="0">
                <a:latin typeface="Calibri" panose="020F0502020204030204"/>
                <a:cs typeface="Calibri" panose="020F0502020204030204"/>
              </a:rPr>
              <a:t>all</a:t>
            </a:r>
            <a:r>
              <a:rPr sz="2400" spc="-65"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dirty="0">
                <a:latin typeface="Calibri" panose="020F0502020204030204"/>
                <a:cs typeface="Calibri" panose="020F0502020204030204"/>
              </a:rPr>
              <a:t>values</a:t>
            </a:r>
            <a:r>
              <a:rPr sz="2400" spc="-55" dirty="0">
                <a:latin typeface="Calibri" panose="020F0502020204030204"/>
                <a:cs typeface="Calibri" panose="020F0502020204030204"/>
              </a:rPr>
              <a:t> </a:t>
            </a:r>
            <a:r>
              <a:rPr sz="2400" dirty="0">
                <a:latin typeface="Calibri" panose="020F0502020204030204"/>
                <a:cs typeface="Calibri" panose="020F0502020204030204"/>
              </a:rPr>
              <a:t>for</a:t>
            </a:r>
            <a:r>
              <a:rPr sz="2400" spc="-50" dirty="0">
                <a:latin typeface="Calibri" panose="020F0502020204030204"/>
                <a:cs typeface="Calibri" panose="020F0502020204030204"/>
              </a:rPr>
              <a:t> </a:t>
            </a:r>
            <a:r>
              <a:rPr sz="2400" dirty="0">
                <a:latin typeface="Calibri" panose="020F0502020204030204"/>
                <a:cs typeface="Calibri" panose="020F0502020204030204"/>
              </a:rPr>
              <a:t>each</a:t>
            </a:r>
            <a:r>
              <a:rPr sz="2400" spc="-50" dirty="0">
                <a:latin typeface="Calibri" panose="020F0502020204030204"/>
                <a:cs typeface="Calibri" panose="020F0502020204030204"/>
              </a:rPr>
              <a:t> </a:t>
            </a:r>
            <a:r>
              <a:rPr sz="2400" dirty="0">
                <a:latin typeface="Calibri" panose="020F0502020204030204"/>
                <a:cs typeface="Calibri" panose="020F0502020204030204"/>
              </a:rPr>
              <a:t>key</a:t>
            </a:r>
            <a:r>
              <a:rPr sz="2400" spc="-80" dirty="0">
                <a:latin typeface="Calibri" panose="020F0502020204030204"/>
                <a:cs typeface="Calibri" panose="020F0502020204030204"/>
              </a:rPr>
              <a:t> </a:t>
            </a:r>
            <a:r>
              <a:rPr sz="2400" dirty="0">
                <a:latin typeface="Calibri" panose="020F0502020204030204"/>
                <a:cs typeface="Calibri" panose="020F0502020204030204"/>
              </a:rPr>
              <a:t>in</a:t>
            </a:r>
            <a:r>
              <a:rPr sz="2400" spc="-55" dirty="0">
                <a:latin typeface="Calibri" panose="020F0502020204030204"/>
                <a:cs typeface="Calibri" panose="020F0502020204030204"/>
              </a:rPr>
              <a:t> </a:t>
            </a:r>
            <a:r>
              <a:rPr sz="2400" dirty="0">
                <a:latin typeface="Calibri" panose="020F0502020204030204"/>
                <a:cs typeface="Calibri" panose="020F0502020204030204"/>
              </a:rPr>
              <a:t>an</a:t>
            </a:r>
            <a:r>
              <a:rPr sz="2400" spc="-55" dirty="0">
                <a:latin typeface="Calibri" panose="020F0502020204030204"/>
                <a:cs typeface="Calibri" panose="020F0502020204030204"/>
              </a:rPr>
              <a:t> </a:t>
            </a:r>
            <a:r>
              <a:rPr sz="2400" spc="-25" dirty="0">
                <a:latin typeface="Calibri" panose="020F0502020204030204"/>
                <a:cs typeface="Calibri" panose="020F0502020204030204"/>
              </a:rPr>
              <a:t>RDD</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sortByKey</a:t>
            </a:r>
            <a:r>
              <a:rPr sz="2400" b="1" spc="-50" dirty="0">
                <a:latin typeface="Calibri" panose="020F0502020204030204"/>
                <a:cs typeface="Calibri" panose="020F0502020204030204"/>
              </a:rPr>
              <a:t> </a:t>
            </a:r>
            <a:r>
              <a:rPr sz="2400" dirty="0">
                <a:latin typeface="Calibri" panose="020F0502020204030204"/>
                <a:cs typeface="Calibri" panose="020F0502020204030204"/>
              </a:rPr>
              <a:t>sorts</a:t>
            </a:r>
            <a:r>
              <a:rPr sz="2400" spc="-70" dirty="0">
                <a:latin typeface="Calibri" panose="020F0502020204030204"/>
                <a:cs typeface="Calibri" panose="020F0502020204030204"/>
              </a:rPr>
              <a:t> </a:t>
            </a:r>
            <a:r>
              <a:rPr sz="2400" dirty="0">
                <a:latin typeface="Calibri" panose="020F0502020204030204"/>
                <a:cs typeface="Calibri" panose="020F0502020204030204"/>
              </a:rPr>
              <a:t>in</a:t>
            </a:r>
            <a:r>
              <a:rPr sz="2400" spc="-65" dirty="0">
                <a:latin typeface="Calibri" panose="020F0502020204030204"/>
                <a:cs typeface="Calibri" panose="020F0502020204030204"/>
              </a:rPr>
              <a:t> </a:t>
            </a:r>
            <a:r>
              <a:rPr sz="2400" dirty="0">
                <a:latin typeface="Calibri" panose="020F0502020204030204"/>
                <a:cs typeface="Calibri" panose="020F0502020204030204"/>
              </a:rPr>
              <a:t>ascending</a:t>
            </a:r>
            <a:r>
              <a:rPr sz="2400" spc="-70" dirty="0">
                <a:latin typeface="Calibri" panose="020F0502020204030204"/>
                <a:cs typeface="Calibri" panose="020F0502020204030204"/>
              </a:rPr>
              <a:t> </a:t>
            </a:r>
            <a:r>
              <a:rPr sz="2400" dirty="0">
                <a:latin typeface="Calibri" panose="020F0502020204030204"/>
                <a:cs typeface="Calibri" panose="020F0502020204030204"/>
              </a:rPr>
              <a:t>or</a:t>
            </a:r>
            <a:r>
              <a:rPr sz="2400" spc="-60" dirty="0">
                <a:latin typeface="Calibri" panose="020F0502020204030204"/>
                <a:cs typeface="Calibri" panose="020F0502020204030204"/>
              </a:rPr>
              <a:t> </a:t>
            </a:r>
            <a:r>
              <a:rPr sz="2400" dirty="0">
                <a:latin typeface="Calibri" panose="020F0502020204030204"/>
                <a:cs typeface="Calibri" panose="020F0502020204030204"/>
              </a:rPr>
              <a:t>descending</a:t>
            </a:r>
            <a:r>
              <a:rPr sz="2400" spc="-75" dirty="0">
                <a:latin typeface="Calibri" panose="020F0502020204030204"/>
                <a:cs typeface="Calibri" panose="020F0502020204030204"/>
              </a:rPr>
              <a:t> </a:t>
            </a:r>
            <a:r>
              <a:rPr sz="2400" spc="-10" dirty="0">
                <a:latin typeface="Calibri" panose="020F0502020204030204"/>
                <a:cs typeface="Calibri" panose="020F0502020204030204"/>
              </a:rPr>
              <a:t>order</a:t>
            </a:r>
            <a:endParaRPr sz="2400">
              <a:latin typeface="Calibri" panose="020F0502020204030204"/>
              <a:cs typeface="Calibri" panose="020F0502020204030204"/>
            </a:endParaRPr>
          </a:p>
          <a:p>
            <a:pPr marL="12700" marR="414655">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join</a:t>
            </a:r>
            <a:r>
              <a:rPr sz="2400" b="1" spc="-55"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40" dirty="0">
                <a:latin typeface="Calibri" panose="020F0502020204030204"/>
                <a:cs typeface="Calibri" panose="020F0502020204030204"/>
              </a:rPr>
              <a:t> </a:t>
            </a:r>
            <a:r>
              <a:rPr sz="2400" dirty="0">
                <a:latin typeface="Calibri" panose="020F0502020204030204"/>
                <a:cs typeface="Calibri" panose="020F0502020204030204"/>
              </a:rPr>
              <a:t>an</a:t>
            </a:r>
            <a:r>
              <a:rPr sz="2400" spc="-35" dirty="0">
                <a:latin typeface="Calibri" panose="020F0502020204030204"/>
                <a:cs typeface="Calibri" panose="020F0502020204030204"/>
              </a:rPr>
              <a:t> </a:t>
            </a:r>
            <a:r>
              <a:rPr sz="2400" dirty="0">
                <a:latin typeface="Calibri" panose="020F0502020204030204"/>
                <a:cs typeface="Calibri" panose="020F0502020204030204"/>
              </a:rPr>
              <a:t>RDD</a:t>
            </a:r>
            <a:r>
              <a:rPr sz="2400" spc="-50" dirty="0">
                <a:latin typeface="Calibri" panose="020F0502020204030204"/>
                <a:cs typeface="Calibri" panose="020F0502020204030204"/>
              </a:rPr>
              <a:t> </a:t>
            </a:r>
            <a:r>
              <a:rPr sz="2400" dirty="0">
                <a:latin typeface="Calibri" panose="020F0502020204030204"/>
                <a:cs typeface="Calibri" panose="020F0502020204030204"/>
              </a:rPr>
              <a:t>containing</a:t>
            </a:r>
            <a:r>
              <a:rPr sz="2400" spc="-45" dirty="0">
                <a:latin typeface="Calibri" panose="020F0502020204030204"/>
                <a:cs typeface="Calibri" panose="020F0502020204030204"/>
              </a:rPr>
              <a:t> </a:t>
            </a:r>
            <a:r>
              <a:rPr sz="2400" dirty="0">
                <a:latin typeface="Calibri" panose="020F0502020204030204"/>
                <a:cs typeface="Calibri" panose="020F0502020204030204"/>
              </a:rPr>
              <a:t>all</a:t>
            </a:r>
            <a:r>
              <a:rPr sz="2400" spc="-50" dirty="0">
                <a:latin typeface="Calibri" panose="020F0502020204030204"/>
                <a:cs typeface="Calibri" panose="020F0502020204030204"/>
              </a:rPr>
              <a:t> </a:t>
            </a:r>
            <a:r>
              <a:rPr sz="2400" dirty="0">
                <a:latin typeface="Calibri" panose="020F0502020204030204"/>
                <a:cs typeface="Calibri" panose="020F0502020204030204"/>
              </a:rPr>
              <a:t>pairs</a:t>
            </a:r>
            <a:r>
              <a:rPr sz="2400" spc="-50" dirty="0">
                <a:latin typeface="Calibri" panose="020F0502020204030204"/>
                <a:cs typeface="Calibri" panose="020F0502020204030204"/>
              </a:rPr>
              <a:t> </a:t>
            </a:r>
            <a:r>
              <a:rPr sz="2400" dirty="0">
                <a:latin typeface="Calibri" panose="020F0502020204030204"/>
                <a:cs typeface="Calibri" panose="020F0502020204030204"/>
              </a:rPr>
              <a:t>with</a:t>
            </a:r>
            <a:r>
              <a:rPr sz="2400" spc="-40" dirty="0">
                <a:latin typeface="Calibri" panose="020F0502020204030204"/>
                <a:cs typeface="Calibri" panose="020F0502020204030204"/>
              </a:rPr>
              <a:t> </a:t>
            </a:r>
            <a:r>
              <a:rPr sz="2400" spc="-10" dirty="0">
                <a:latin typeface="Calibri" panose="020F0502020204030204"/>
                <a:cs typeface="Calibri" panose="020F0502020204030204"/>
              </a:rPr>
              <a:t>matching keys</a:t>
            </a:r>
            <a:r>
              <a:rPr sz="2400" spc="-80" dirty="0">
                <a:latin typeface="Calibri" panose="020F0502020204030204"/>
                <a:cs typeface="Calibri" panose="020F0502020204030204"/>
              </a:rPr>
              <a:t> </a:t>
            </a:r>
            <a:r>
              <a:rPr sz="2400" dirty="0">
                <a:latin typeface="Calibri" panose="020F0502020204030204"/>
                <a:cs typeface="Calibri" panose="020F0502020204030204"/>
              </a:rPr>
              <a:t>from</a:t>
            </a:r>
            <a:r>
              <a:rPr sz="2400" spc="-80" dirty="0">
                <a:latin typeface="Calibri" panose="020F0502020204030204"/>
                <a:cs typeface="Calibri" panose="020F0502020204030204"/>
              </a:rPr>
              <a:t> </a:t>
            </a:r>
            <a:r>
              <a:rPr sz="2400" dirty="0">
                <a:latin typeface="Calibri" panose="020F0502020204030204"/>
                <a:cs typeface="Calibri" panose="020F0502020204030204"/>
              </a:rPr>
              <a:t>two</a:t>
            </a:r>
            <a:r>
              <a:rPr sz="2400" spc="-70" dirty="0">
                <a:latin typeface="Calibri" panose="020F0502020204030204"/>
                <a:cs typeface="Calibri" panose="020F0502020204030204"/>
              </a:rPr>
              <a:t> </a:t>
            </a:r>
            <a:r>
              <a:rPr sz="2400" spc="-25" dirty="0">
                <a:latin typeface="Calibri" panose="020F0502020204030204"/>
                <a:cs typeface="Calibri" panose="020F0502020204030204"/>
              </a:rPr>
              <a:t>RDD</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89527" y="-12441"/>
            <a:ext cx="749808" cy="630936"/>
          </a:xfrm>
          <a:prstGeom prst="rect">
            <a:avLst/>
          </a:prstGeom>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611505">
              <a:lnSpc>
                <a:spcPct val="100000"/>
              </a:lnSpc>
              <a:spcBef>
                <a:spcPts val="105"/>
              </a:spcBef>
            </a:pPr>
            <a:r>
              <a:rPr dirty="0"/>
              <a:t>Example:</a:t>
            </a:r>
            <a:r>
              <a:rPr spc="-85" dirty="0"/>
              <a:t> </a:t>
            </a:r>
            <a:r>
              <a:rPr dirty="0"/>
              <a:t>Pair</a:t>
            </a:r>
            <a:r>
              <a:rPr spc="-80" dirty="0"/>
              <a:t> </a:t>
            </a:r>
            <a:r>
              <a:rPr dirty="0"/>
              <a:t>RDD</a:t>
            </a:r>
            <a:r>
              <a:rPr spc="-75" dirty="0"/>
              <a:t> </a:t>
            </a:r>
            <a:r>
              <a:rPr spc="-10" dirty="0"/>
              <a:t>Operations</a:t>
            </a:r>
          </a:p>
        </p:txBody>
      </p:sp>
      <p:pic>
        <p:nvPicPr>
          <p:cNvPr id="3" name="object 3"/>
          <p:cNvPicPr/>
          <p:nvPr/>
        </p:nvPicPr>
        <p:blipFill>
          <a:blip r:embed="rId2" cstate="print"/>
          <a:stretch>
            <a:fillRect/>
          </a:stretch>
        </p:blipFill>
        <p:spPr>
          <a:xfrm>
            <a:off x="1195387" y="2057400"/>
            <a:ext cx="6886575" cy="3619500"/>
          </a:xfrm>
          <a:prstGeom prst="rect">
            <a:avLst/>
          </a:prstGeom>
        </p:spPr>
      </p:pic>
      <p:pic>
        <p:nvPicPr>
          <p:cNvPr id="4" name="Picture 3" descr="wingspan_logo.png"/>
          <p:cNvPicPr>
            <a:picLocks noChangeAspect="1"/>
          </p:cNvPicPr>
          <p:nvPr/>
        </p:nvPicPr>
        <p:blipFill>
          <a:blip r:embed="rId3"/>
          <a:stretch>
            <a:fillRect/>
          </a:stretch>
        </p:blipFill>
        <p:spPr>
          <a:xfrm>
            <a:off x="8394192" y="-29547"/>
            <a:ext cx="749808" cy="630936"/>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332230">
              <a:lnSpc>
                <a:spcPct val="100000"/>
              </a:lnSpc>
              <a:spcBef>
                <a:spcPts val="105"/>
              </a:spcBef>
            </a:pPr>
            <a:r>
              <a:rPr dirty="0"/>
              <a:t>Example:</a:t>
            </a:r>
            <a:r>
              <a:rPr spc="-60" dirty="0"/>
              <a:t> </a:t>
            </a:r>
            <a:r>
              <a:rPr dirty="0"/>
              <a:t>Joining</a:t>
            </a:r>
            <a:r>
              <a:rPr spc="-40" dirty="0"/>
              <a:t> </a:t>
            </a:r>
            <a:r>
              <a:rPr dirty="0"/>
              <a:t>by</a:t>
            </a:r>
            <a:r>
              <a:rPr spc="-40" dirty="0"/>
              <a:t> </a:t>
            </a:r>
            <a:r>
              <a:rPr spc="-25" dirty="0"/>
              <a:t>Key</a:t>
            </a:r>
          </a:p>
        </p:txBody>
      </p:sp>
      <p:pic>
        <p:nvPicPr>
          <p:cNvPr id="3" name="object 3"/>
          <p:cNvPicPr/>
          <p:nvPr/>
        </p:nvPicPr>
        <p:blipFill>
          <a:blip r:embed="rId2" cstate="print"/>
          <a:stretch>
            <a:fillRect/>
          </a:stretch>
        </p:blipFill>
        <p:spPr>
          <a:xfrm>
            <a:off x="1676150" y="1610406"/>
            <a:ext cx="5984587" cy="4341298"/>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542415">
              <a:lnSpc>
                <a:spcPct val="100000"/>
              </a:lnSpc>
              <a:spcBef>
                <a:spcPts val="105"/>
              </a:spcBef>
            </a:pPr>
            <a:r>
              <a:rPr dirty="0"/>
              <a:t>Other</a:t>
            </a:r>
            <a:r>
              <a:rPr spc="-80" dirty="0"/>
              <a:t> </a:t>
            </a:r>
            <a:r>
              <a:rPr dirty="0"/>
              <a:t>Pair</a:t>
            </a:r>
            <a:r>
              <a:rPr spc="-75" dirty="0"/>
              <a:t> </a:t>
            </a:r>
            <a:r>
              <a:rPr spc="-10" dirty="0"/>
              <a:t>Operations</a:t>
            </a:r>
          </a:p>
        </p:txBody>
      </p:sp>
      <p:sp>
        <p:nvSpPr>
          <p:cNvPr id="3" name="object 3"/>
          <p:cNvSpPr txBox="1"/>
          <p:nvPr/>
        </p:nvSpPr>
        <p:spPr>
          <a:xfrm>
            <a:off x="840739" y="1585340"/>
            <a:ext cx="7316470" cy="406019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Some</a:t>
            </a:r>
            <a:r>
              <a:rPr sz="2400" b="1" spc="-50" dirty="0">
                <a:latin typeface="Calibri" panose="020F0502020204030204"/>
                <a:cs typeface="Calibri" panose="020F0502020204030204"/>
              </a:rPr>
              <a:t> </a:t>
            </a:r>
            <a:r>
              <a:rPr sz="2400" b="1" dirty="0">
                <a:latin typeface="Calibri" panose="020F0502020204030204"/>
                <a:cs typeface="Calibri" panose="020F0502020204030204"/>
              </a:rPr>
              <a:t>other</a:t>
            </a:r>
            <a:r>
              <a:rPr sz="2400" b="1" spc="-40" dirty="0">
                <a:latin typeface="Calibri" panose="020F0502020204030204"/>
                <a:cs typeface="Calibri" panose="020F0502020204030204"/>
              </a:rPr>
              <a:t> </a:t>
            </a:r>
            <a:r>
              <a:rPr sz="2400" b="1" dirty="0">
                <a:latin typeface="Calibri" panose="020F0502020204030204"/>
                <a:cs typeface="Calibri" panose="020F0502020204030204"/>
              </a:rPr>
              <a:t>pair</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operations</a:t>
            </a:r>
            <a:endParaRPr sz="2400">
              <a:latin typeface="Calibri" panose="020F0502020204030204"/>
              <a:cs typeface="Calibri" panose="020F0502020204030204"/>
            </a:endParaRPr>
          </a:p>
          <a:p>
            <a:pPr>
              <a:lnSpc>
                <a:spcPct val="100000"/>
              </a:lnSpc>
              <a:spcBef>
                <a:spcPts val="30"/>
              </a:spcBef>
            </a:pPr>
            <a:endParaRPr sz="2400">
              <a:latin typeface="Calibri" panose="020F0502020204030204"/>
              <a:cs typeface="Calibri" panose="020F0502020204030204"/>
            </a:endParaRPr>
          </a:p>
          <a:p>
            <a:pPr marL="12700">
              <a:lnSpc>
                <a:spcPct val="100000"/>
              </a:lnSpc>
              <a:spcBef>
                <a:spcPts val="5"/>
              </a:spcBef>
            </a:pPr>
            <a:r>
              <a:rPr sz="2400" spc="-10" dirty="0">
                <a:latin typeface="Calibri" panose="020F0502020204030204"/>
                <a:cs typeface="Calibri" panose="020F0502020204030204"/>
              </a:rPr>
              <a:t>–</a:t>
            </a:r>
            <a:r>
              <a:rPr sz="2400" b="1" spc="-10" dirty="0">
                <a:latin typeface="Calibri" panose="020F0502020204030204"/>
                <a:cs typeface="Calibri" panose="020F0502020204030204"/>
              </a:rPr>
              <a:t>keys</a:t>
            </a:r>
            <a:r>
              <a:rPr sz="2400" b="1" spc="-65"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50" dirty="0">
                <a:latin typeface="Calibri" panose="020F0502020204030204"/>
                <a:cs typeface="Calibri" panose="020F0502020204030204"/>
              </a:rPr>
              <a:t> </a:t>
            </a:r>
            <a:r>
              <a:rPr sz="2400" dirty="0">
                <a:latin typeface="Calibri" panose="020F0502020204030204"/>
                <a:cs typeface="Calibri" panose="020F0502020204030204"/>
              </a:rPr>
              <a:t>an</a:t>
            </a:r>
            <a:r>
              <a:rPr sz="2400" spc="-50" dirty="0">
                <a:latin typeface="Calibri" panose="020F0502020204030204"/>
                <a:cs typeface="Calibri" panose="020F0502020204030204"/>
              </a:rPr>
              <a:t> </a:t>
            </a:r>
            <a:r>
              <a:rPr sz="2400" dirty="0">
                <a:latin typeface="Calibri" panose="020F0502020204030204"/>
                <a:cs typeface="Calibri" panose="020F0502020204030204"/>
              </a:rPr>
              <a:t>RDD</a:t>
            </a:r>
            <a:r>
              <a:rPr sz="2400" spc="-60" dirty="0">
                <a:latin typeface="Calibri" panose="020F0502020204030204"/>
                <a:cs typeface="Calibri" panose="020F0502020204030204"/>
              </a:rPr>
              <a:t> </a:t>
            </a:r>
            <a:r>
              <a:rPr sz="2400" dirty="0">
                <a:latin typeface="Calibri" panose="020F0502020204030204"/>
                <a:cs typeface="Calibri" panose="020F0502020204030204"/>
              </a:rPr>
              <a:t>of</a:t>
            </a:r>
            <a:r>
              <a:rPr sz="2400" spc="-50" dirty="0">
                <a:latin typeface="Calibri" panose="020F0502020204030204"/>
                <a:cs typeface="Calibri" panose="020F0502020204030204"/>
              </a:rPr>
              <a:t> </a:t>
            </a:r>
            <a:r>
              <a:rPr sz="2400" dirty="0">
                <a:latin typeface="Calibri" panose="020F0502020204030204"/>
                <a:cs typeface="Calibri" panose="020F0502020204030204"/>
              </a:rPr>
              <a:t>just</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dirty="0">
                <a:latin typeface="Calibri" panose="020F0502020204030204"/>
                <a:cs typeface="Calibri" panose="020F0502020204030204"/>
              </a:rPr>
              <a:t>keys,</a:t>
            </a:r>
            <a:r>
              <a:rPr sz="2400" spc="-60" dirty="0">
                <a:latin typeface="Calibri" panose="020F0502020204030204"/>
                <a:cs typeface="Calibri" panose="020F0502020204030204"/>
              </a:rPr>
              <a:t> </a:t>
            </a:r>
            <a:r>
              <a:rPr sz="2400" dirty="0">
                <a:latin typeface="Calibri" panose="020F0502020204030204"/>
                <a:cs typeface="Calibri" panose="020F0502020204030204"/>
              </a:rPr>
              <a:t>without</a:t>
            </a:r>
            <a:r>
              <a:rPr sz="2400" spc="-55"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spc="-10" dirty="0">
                <a:latin typeface="Calibri" panose="020F0502020204030204"/>
                <a:cs typeface="Calibri" panose="020F0502020204030204"/>
              </a:rPr>
              <a:t>values</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dirty="0">
                <a:latin typeface="Calibri" panose="020F0502020204030204"/>
                <a:cs typeface="Calibri" panose="020F0502020204030204"/>
              </a:rPr>
              <a:t>values</a:t>
            </a:r>
            <a:r>
              <a:rPr sz="2400" b="1" spc="-45" dirty="0">
                <a:latin typeface="Calibri" panose="020F0502020204030204"/>
                <a:cs typeface="Calibri" panose="020F0502020204030204"/>
              </a:rPr>
              <a:t> </a:t>
            </a:r>
            <a:r>
              <a:rPr sz="2400" dirty="0">
                <a:latin typeface="Calibri" panose="020F0502020204030204"/>
                <a:cs typeface="Calibri" panose="020F0502020204030204"/>
              </a:rPr>
              <a:t>returns</a:t>
            </a:r>
            <a:r>
              <a:rPr sz="2400" spc="-35" dirty="0">
                <a:latin typeface="Calibri" panose="020F0502020204030204"/>
                <a:cs typeface="Calibri" panose="020F0502020204030204"/>
              </a:rPr>
              <a:t> </a:t>
            </a:r>
            <a:r>
              <a:rPr sz="2400" dirty="0">
                <a:latin typeface="Calibri" panose="020F0502020204030204"/>
                <a:cs typeface="Calibri" panose="020F0502020204030204"/>
              </a:rPr>
              <a:t>an</a:t>
            </a:r>
            <a:r>
              <a:rPr sz="2400" spc="-35" dirty="0">
                <a:latin typeface="Calibri" panose="020F0502020204030204"/>
                <a:cs typeface="Calibri" panose="020F0502020204030204"/>
              </a:rPr>
              <a:t> </a:t>
            </a:r>
            <a:r>
              <a:rPr sz="2400" dirty="0">
                <a:latin typeface="Calibri" panose="020F0502020204030204"/>
                <a:cs typeface="Calibri" panose="020F0502020204030204"/>
              </a:rPr>
              <a:t>RDD</a:t>
            </a:r>
            <a:r>
              <a:rPr sz="2400" spc="-50" dirty="0">
                <a:latin typeface="Calibri" panose="020F0502020204030204"/>
                <a:cs typeface="Calibri" panose="020F0502020204030204"/>
              </a:rPr>
              <a:t> </a:t>
            </a:r>
            <a:r>
              <a:rPr sz="2400" dirty="0">
                <a:latin typeface="Calibri" panose="020F0502020204030204"/>
                <a:cs typeface="Calibri" panose="020F0502020204030204"/>
              </a:rPr>
              <a:t>of</a:t>
            </a:r>
            <a:r>
              <a:rPr sz="2400" spc="-40" dirty="0">
                <a:latin typeface="Calibri" panose="020F0502020204030204"/>
                <a:cs typeface="Calibri" panose="020F0502020204030204"/>
              </a:rPr>
              <a:t> </a:t>
            </a:r>
            <a:r>
              <a:rPr sz="2400" dirty="0">
                <a:latin typeface="Calibri" panose="020F0502020204030204"/>
                <a:cs typeface="Calibri" panose="020F0502020204030204"/>
              </a:rPr>
              <a:t>just</a:t>
            </a:r>
            <a:r>
              <a:rPr sz="2400" spc="-35"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dirty="0">
                <a:latin typeface="Calibri" panose="020F0502020204030204"/>
                <a:cs typeface="Calibri" panose="020F0502020204030204"/>
              </a:rPr>
              <a:t>values,</a:t>
            </a:r>
            <a:r>
              <a:rPr sz="2400" spc="-30" dirty="0">
                <a:latin typeface="Calibri" panose="020F0502020204030204"/>
                <a:cs typeface="Calibri" panose="020F0502020204030204"/>
              </a:rPr>
              <a:t> </a:t>
            </a:r>
            <a:r>
              <a:rPr sz="2400" dirty="0">
                <a:latin typeface="Calibri" panose="020F0502020204030204"/>
                <a:cs typeface="Calibri" panose="020F0502020204030204"/>
              </a:rPr>
              <a:t>without</a:t>
            </a:r>
            <a:r>
              <a:rPr sz="2400" spc="-50" dirty="0">
                <a:latin typeface="Calibri" panose="020F0502020204030204"/>
                <a:cs typeface="Calibri" panose="020F0502020204030204"/>
              </a:rPr>
              <a:t> </a:t>
            </a:r>
            <a:r>
              <a:rPr sz="2400" spc="-20" dirty="0">
                <a:latin typeface="Calibri" panose="020F0502020204030204"/>
                <a:cs typeface="Calibri" panose="020F0502020204030204"/>
              </a:rPr>
              <a:t>keys</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lookup(</a:t>
            </a:r>
            <a:r>
              <a:rPr sz="2400" b="1" i="1" spc="-10" dirty="0">
                <a:latin typeface="Calibri" panose="020F0502020204030204"/>
                <a:cs typeface="Calibri" panose="020F0502020204030204"/>
              </a:rPr>
              <a:t>key</a:t>
            </a:r>
            <a:r>
              <a:rPr sz="2400" b="1" spc="-10" dirty="0">
                <a:latin typeface="Calibri" panose="020F0502020204030204"/>
                <a:cs typeface="Calibri" panose="020F0502020204030204"/>
              </a:rPr>
              <a:t>)</a:t>
            </a:r>
            <a:r>
              <a:rPr sz="2400" b="1" spc="-80"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60"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dirty="0">
                <a:latin typeface="Calibri" panose="020F0502020204030204"/>
                <a:cs typeface="Calibri" panose="020F0502020204030204"/>
              </a:rPr>
              <a:t>value(s)</a:t>
            </a:r>
            <a:r>
              <a:rPr sz="2400" spc="-70" dirty="0">
                <a:latin typeface="Calibri" panose="020F0502020204030204"/>
                <a:cs typeface="Calibri" panose="020F0502020204030204"/>
              </a:rPr>
              <a:t> </a:t>
            </a:r>
            <a:r>
              <a:rPr sz="2400" dirty="0">
                <a:latin typeface="Calibri" panose="020F0502020204030204"/>
                <a:cs typeface="Calibri" panose="020F0502020204030204"/>
              </a:rPr>
              <a:t>for</a:t>
            </a:r>
            <a:r>
              <a:rPr sz="2400" spc="-60" dirty="0">
                <a:latin typeface="Calibri" panose="020F0502020204030204"/>
                <a:cs typeface="Calibri" panose="020F0502020204030204"/>
              </a:rPr>
              <a:t> </a:t>
            </a:r>
            <a:r>
              <a:rPr sz="2400" dirty="0">
                <a:latin typeface="Calibri" panose="020F0502020204030204"/>
                <a:cs typeface="Calibri" panose="020F0502020204030204"/>
              </a:rPr>
              <a:t>a</a:t>
            </a:r>
            <a:r>
              <a:rPr sz="2400" spc="-65" dirty="0">
                <a:latin typeface="Calibri" panose="020F0502020204030204"/>
                <a:cs typeface="Calibri" panose="020F0502020204030204"/>
              </a:rPr>
              <a:t> </a:t>
            </a:r>
            <a:r>
              <a:rPr sz="2400" spc="-25" dirty="0">
                <a:latin typeface="Calibri" panose="020F0502020204030204"/>
                <a:cs typeface="Calibri" panose="020F0502020204030204"/>
              </a:rPr>
              <a:t>key</a:t>
            </a:r>
            <a:endParaRPr sz="2400">
              <a:latin typeface="Calibri" panose="020F0502020204030204"/>
              <a:cs typeface="Calibri" panose="020F0502020204030204"/>
            </a:endParaRPr>
          </a:p>
          <a:p>
            <a:pPr marL="12700" marR="508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leftOuterJoin</a:t>
            </a:r>
            <a:r>
              <a:rPr sz="2400" spc="-10" dirty="0">
                <a:latin typeface="Calibri" panose="020F0502020204030204"/>
                <a:cs typeface="Calibri" panose="020F0502020204030204"/>
              </a:rPr>
              <a:t>,</a:t>
            </a:r>
            <a:r>
              <a:rPr sz="2400" spc="5" dirty="0">
                <a:latin typeface="Calibri" panose="020F0502020204030204"/>
                <a:cs typeface="Calibri" panose="020F0502020204030204"/>
              </a:rPr>
              <a:t> </a:t>
            </a:r>
            <a:r>
              <a:rPr sz="2400" b="1" spc="-10" dirty="0">
                <a:latin typeface="Calibri" panose="020F0502020204030204"/>
                <a:cs typeface="Calibri" panose="020F0502020204030204"/>
              </a:rPr>
              <a:t>rightOuterJoin</a:t>
            </a:r>
            <a:r>
              <a:rPr sz="2400" b="1" spc="-25" dirty="0">
                <a:latin typeface="Calibri" panose="020F0502020204030204"/>
                <a:cs typeface="Calibri" panose="020F0502020204030204"/>
              </a:rPr>
              <a:t> </a:t>
            </a: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spc="-10" dirty="0">
                <a:latin typeface="Calibri" panose="020F0502020204030204"/>
                <a:cs typeface="Calibri" panose="020F0502020204030204"/>
              </a:rPr>
              <a:t>fullOuterJoin</a:t>
            </a:r>
            <a:r>
              <a:rPr sz="2400" b="1" spc="-20" dirty="0">
                <a:latin typeface="Calibri" panose="020F0502020204030204"/>
                <a:cs typeface="Calibri" panose="020F0502020204030204"/>
              </a:rPr>
              <a:t> </a:t>
            </a:r>
            <a:r>
              <a:rPr sz="2400" dirty="0">
                <a:latin typeface="Calibri" panose="020F0502020204030204"/>
                <a:cs typeface="Calibri" panose="020F0502020204030204"/>
              </a:rPr>
              <a:t>join</a:t>
            </a:r>
            <a:r>
              <a:rPr sz="2400" spc="-25" dirty="0">
                <a:latin typeface="Calibri" panose="020F0502020204030204"/>
                <a:cs typeface="Calibri" panose="020F0502020204030204"/>
              </a:rPr>
              <a:t> two </a:t>
            </a:r>
            <a:r>
              <a:rPr sz="2400" dirty="0">
                <a:latin typeface="Calibri" panose="020F0502020204030204"/>
                <a:cs typeface="Calibri" panose="020F0502020204030204"/>
              </a:rPr>
              <a:t>RDDs,</a:t>
            </a:r>
            <a:r>
              <a:rPr sz="2400" spc="-60" dirty="0">
                <a:latin typeface="Calibri" panose="020F0502020204030204"/>
                <a:cs typeface="Calibri" panose="020F0502020204030204"/>
              </a:rPr>
              <a:t> </a:t>
            </a:r>
            <a:r>
              <a:rPr sz="2400" dirty="0">
                <a:latin typeface="Calibri" panose="020F0502020204030204"/>
                <a:cs typeface="Calibri" panose="020F0502020204030204"/>
              </a:rPr>
              <a:t>including</a:t>
            </a:r>
            <a:r>
              <a:rPr sz="2400" spc="-60" dirty="0">
                <a:latin typeface="Calibri" panose="020F0502020204030204"/>
                <a:cs typeface="Calibri" panose="020F0502020204030204"/>
              </a:rPr>
              <a:t> </a:t>
            </a:r>
            <a:r>
              <a:rPr sz="2400" dirty="0">
                <a:latin typeface="Calibri" panose="020F0502020204030204"/>
                <a:cs typeface="Calibri" panose="020F0502020204030204"/>
              </a:rPr>
              <a:t>keys</a:t>
            </a:r>
            <a:r>
              <a:rPr sz="2400" spc="-60" dirty="0">
                <a:latin typeface="Calibri" panose="020F0502020204030204"/>
                <a:cs typeface="Calibri" panose="020F0502020204030204"/>
              </a:rPr>
              <a:t> </a:t>
            </a:r>
            <a:r>
              <a:rPr sz="2400" dirty="0">
                <a:latin typeface="Calibri" panose="020F0502020204030204"/>
                <a:cs typeface="Calibri" panose="020F0502020204030204"/>
              </a:rPr>
              <a:t>defined</a:t>
            </a:r>
            <a:r>
              <a:rPr sz="2400" spc="-45" dirty="0">
                <a:latin typeface="Calibri" panose="020F0502020204030204"/>
                <a:cs typeface="Calibri" panose="020F0502020204030204"/>
              </a:rPr>
              <a:t> </a:t>
            </a:r>
            <a:r>
              <a:rPr sz="2400" dirty="0">
                <a:latin typeface="Calibri" panose="020F0502020204030204"/>
                <a:cs typeface="Calibri" panose="020F0502020204030204"/>
              </a:rPr>
              <a:t>in</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60" dirty="0">
                <a:latin typeface="Calibri" panose="020F0502020204030204"/>
                <a:cs typeface="Calibri" panose="020F0502020204030204"/>
              </a:rPr>
              <a:t> </a:t>
            </a:r>
            <a:r>
              <a:rPr sz="2400" dirty="0">
                <a:latin typeface="Calibri" panose="020F0502020204030204"/>
                <a:cs typeface="Calibri" panose="020F0502020204030204"/>
              </a:rPr>
              <a:t>left,</a:t>
            </a:r>
            <a:r>
              <a:rPr sz="2400" spc="-45" dirty="0">
                <a:latin typeface="Calibri" panose="020F0502020204030204"/>
                <a:cs typeface="Calibri" panose="020F0502020204030204"/>
              </a:rPr>
              <a:t> </a:t>
            </a:r>
            <a:r>
              <a:rPr sz="2400" dirty="0">
                <a:latin typeface="Calibri" panose="020F0502020204030204"/>
                <a:cs typeface="Calibri" panose="020F0502020204030204"/>
              </a:rPr>
              <a:t>right</a:t>
            </a:r>
            <a:r>
              <a:rPr sz="2400" spc="-55" dirty="0">
                <a:latin typeface="Calibri" panose="020F0502020204030204"/>
                <a:cs typeface="Calibri" panose="020F0502020204030204"/>
              </a:rPr>
              <a:t> </a:t>
            </a:r>
            <a:r>
              <a:rPr sz="2400" dirty="0">
                <a:latin typeface="Calibri" panose="020F0502020204030204"/>
                <a:cs typeface="Calibri" panose="020F0502020204030204"/>
              </a:rPr>
              <a:t>or</a:t>
            </a:r>
            <a:r>
              <a:rPr sz="2400" spc="-65" dirty="0">
                <a:latin typeface="Calibri" panose="020F0502020204030204"/>
                <a:cs typeface="Calibri" panose="020F0502020204030204"/>
              </a:rPr>
              <a:t> </a:t>
            </a:r>
            <a:r>
              <a:rPr sz="2400" dirty="0">
                <a:latin typeface="Calibri" panose="020F0502020204030204"/>
                <a:cs typeface="Calibri" panose="020F0502020204030204"/>
              </a:rPr>
              <a:t>either</a:t>
            </a:r>
            <a:r>
              <a:rPr sz="2400" spc="-45" dirty="0">
                <a:latin typeface="Calibri" panose="020F0502020204030204"/>
                <a:cs typeface="Calibri" panose="020F0502020204030204"/>
              </a:rPr>
              <a:t> </a:t>
            </a:r>
            <a:r>
              <a:rPr sz="2400" spc="-25" dirty="0">
                <a:latin typeface="Calibri" panose="020F0502020204030204"/>
                <a:cs typeface="Calibri" panose="020F0502020204030204"/>
              </a:rPr>
              <a:t>RDD </a:t>
            </a:r>
            <a:r>
              <a:rPr sz="2400" spc="-10" dirty="0">
                <a:latin typeface="Calibri" panose="020F0502020204030204"/>
                <a:cs typeface="Calibri" panose="020F0502020204030204"/>
              </a:rPr>
              <a:t>respectively</a:t>
            </a:r>
            <a:endParaRPr sz="2400">
              <a:latin typeface="Calibri" panose="020F0502020204030204"/>
              <a:cs typeface="Calibri" panose="020F0502020204030204"/>
            </a:endParaRPr>
          </a:p>
          <a:p>
            <a:pPr marL="12700" marR="26670">
              <a:lnSpc>
                <a:spcPct val="100000"/>
              </a:lnSpc>
              <a:spcBef>
                <a:spcPts val="5"/>
              </a:spcBef>
            </a:pPr>
            <a:r>
              <a:rPr sz="2400" spc="-10" dirty="0">
                <a:latin typeface="Calibri" panose="020F0502020204030204"/>
                <a:cs typeface="Calibri" panose="020F0502020204030204"/>
              </a:rPr>
              <a:t>–</a:t>
            </a:r>
            <a:r>
              <a:rPr sz="2400" b="1" spc="-20" dirty="0">
                <a:latin typeface="Calibri" panose="020F0502020204030204"/>
                <a:cs typeface="Calibri" panose="020F0502020204030204"/>
              </a:rPr>
              <a:t>mapValues</a:t>
            </a:r>
            <a:r>
              <a:rPr sz="2400" spc="-20" dirty="0">
                <a:latin typeface="Calibri" panose="020F0502020204030204"/>
                <a:cs typeface="Calibri" panose="020F0502020204030204"/>
              </a:rPr>
              <a:t>,</a:t>
            </a:r>
            <a:r>
              <a:rPr sz="2400" spc="-45" dirty="0">
                <a:latin typeface="Calibri" panose="020F0502020204030204"/>
                <a:cs typeface="Calibri" panose="020F0502020204030204"/>
              </a:rPr>
              <a:t> </a:t>
            </a:r>
            <a:r>
              <a:rPr sz="2400" b="1" spc="-20" dirty="0">
                <a:latin typeface="Calibri" panose="020F0502020204030204"/>
                <a:cs typeface="Calibri" panose="020F0502020204030204"/>
              </a:rPr>
              <a:t>flatMapValues</a:t>
            </a:r>
            <a:r>
              <a:rPr sz="2400" b="1" spc="-35" dirty="0">
                <a:latin typeface="Calibri" panose="020F0502020204030204"/>
                <a:cs typeface="Calibri" panose="020F0502020204030204"/>
              </a:rPr>
              <a:t> </a:t>
            </a:r>
            <a:r>
              <a:rPr sz="2400" spc="-10" dirty="0">
                <a:latin typeface="Calibri" panose="020F0502020204030204"/>
                <a:cs typeface="Calibri" panose="020F0502020204030204"/>
              </a:rPr>
              <a:t>execute</a:t>
            </a:r>
            <a:r>
              <a:rPr sz="2400" spc="-70" dirty="0">
                <a:latin typeface="Calibri" panose="020F0502020204030204"/>
                <a:cs typeface="Calibri" panose="020F0502020204030204"/>
              </a:rPr>
              <a:t> </a:t>
            </a:r>
            <a:r>
              <a:rPr sz="2400" dirty="0">
                <a:latin typeface="Calibri" panose="020F0502020204030204"/>
                <a:cs typeface="Calibri" panose="020F0502020204030204"/>
              </a:rPr>
              <a:t>a</a:t>
            </a:r>
            <a:r>
              <a:rPr sz="2400" spc="-55" dirty="0">
                <a:latin typeface="Calibri" panose="020F0502020204030204"/>
                <a:cs typeface="Calibri" panose="020F0502020204030204"/>
              </a:rPr>
              <a:t> </a:t>
            </a:r>
            <a:r>
              <a:rPr sz="2400" dirty="0">
                <a:latin typeface="Calibri" panose="020F0502020204030204"/>
                <a:cs typeface="Calibri" panose="020F0502020204030204"/>
              </a:rPr>
              <a:t>function</a:t>
            </a:r>
            <a:r>
              <a:rPr sz="2400" spc="-50" dirty="0">
                <a:latin typeface="Calibri" panose="020F0502020204030204"/>
                <a:cs typeface="Calibri" panose="020F0502020204030204"/>
              </a:rPr>
              <a:t> </a:t>
            </a:r>
            <a:r>
              <a:rPr sz="2400" dirty="0">
                <a:latin typeface="Calibri" panose="020F0502020204030204"/>
                <a:cs typeface="Calibri" panose="020F0502020204030204"/>
              </a:rPr>
              <a:t>on</a:t>
            </a:r>
            <a:r>
              <a:rPr sz="2400" spc="-55" dirty="0">
                <a:latin typeface="Calibri" panose="020F0502020204030204"/>
                <a:cs typeface="Calibri" panose="020F0502020204030204"/>
              </a:rPr>
              <a:t> </a:t>
            </a:r>
            <a:r>
              <a:rPr sz="2400" dirty="0">
                <a:latin typeface="Calibri" panose="020F0502020204030204"/>
                <a:cs typeface="Calibri" panose="020F0502020204030204"/>
              </a:rPr>
              <a:t>just</a:t>
            </a:r>
            <a:r>
              <a:rPr sz="2400" spc="-60" dirty="0">
                <a:latin typeface="Calibri" panose="020F0502020204030204"/>
                <a:cs typeface="Calibri" panose="020F0502020204030204"/>
              </a:rPr>
              <a:t> </a:t>
            </a:r>
            <a:r>
              <a:rPr sz="2400" spc="-25" dirty="0">
                <a:latin typeface="Calibri" panose="020F0502020204030204"/>
                <a:cs typeface="Calibri" panose="020F0502020204030204"/>
              </a:rPr>
              <a:t>the </a:t>
            </a:r>
            <a:r>
              <a:rPr sz="2400" spc="-10" dirty="0">
                <a:latin typeface="Calibri" panose="020F0502020204030204"/>
                <a:cs typeface="Calibri" panose="020F0502020204030204"/>
              </a:rPr>
              <a:t>values,</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keeping</a:t>
            </a:r>
            <a:r>
              <a:rPr sz="2400" spc="-75"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dirty="0">
                <a:latin typeface="Calibri" panose="020F0502020204030204"/>
                <a:cs typeface="Calibri" panose="020F0502020204030204"/>
              </a:rPr>
              <a:t>key</a:t>
            </a:r>
            <a:r>
              <a:rPr sz="2400" spc="-85" dirty="0">
                <a:latin typeface="Calibri" panose="020F0502020204030204"/>
                <a:cs typeface="Calibri" panose="020F0502020204030204"/>
              </a:rPr>
              <a:t> </a:t>
            </a:r>
            <a:r>
              <a:rPr sz="2400" dirty="0">
                <a:latin typeface="Calibri" panose="020F0502020204030204"/>
                <a:cs typeface="Calibri" panose="020F0502020204030204"/>
              </a:rPr>
              <a:t>the</a:t>
            </a:r>
            <a:r>
              <a:rPr sz="2400" spc="-60" dirty="0">
                <a:latin typeface="Calibri" panose="020F0502020204030204"/>
                <a:cs typeface="Calibri" panose="020F0502020204030204"/>
              </a:rPr>
              <a:t> </a:t>
            </a:r>
            <a:r>
              <a:rPr sz="2400" spc="-20" dirty="0">
                <a:latin typeface="Calibri" panose="020F0502020204030204"/>
                <a:cs typeface="Calibri" panose="020F0502020204030204"/>
              </a:rPr>
              <a:t>same</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03523" y="0"/>
            <a:ext cx="749808" cy="630936"/>
          </a:xfrm>
          <a:prstGeom prst="rect">
            <a:avLst/>
          </a:prstGeom>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57200" y="2667380"/>
            <a:ext cx="8229600" cy="1142365"/>
          </a:xfrm>
          <a:custGeom>
            <a:avLst/>
            <a:gdLst/>
            <a:ahLst/>
            <a:cxnLst/>
            <a:rect l="l" t="t" r="r" b="b"/>
            <a:pathLst>
              <a:path w="8229600" h="1142364">
                <a:moveTo>
                  <a:pt x="8039227" y="0"/>
                </a:moveTo>
                <a:lnTo>
                  <a:pt x="190360" y="0"/>
                </a:lnTo>
                <a:lnTo>
                  <a:pt x="146713" y="5033"/>
                </a:lnTo>
                <a:lnTo>
                  <a:pt x="106645" y="19369"/>
                </a:lnTo>
                <a:lnTo>
                  <a:pt x="71300" y="41857"/>
                </a:lnTo>
                <a:lnTo>
                  <a:pt x="41820" y="71351"/>
                </a:lnTo>
                <a:lnTo>
                  <a:pt x="19348" y="106700"/>
                </a:lnTo>
                <a:lnTo>
                  <a:pt x="5027" y="146757"/>
                </a:lnTo>
                <a:lnTo>
                  <a:pt x="0" y="190373"/>
                </a:lnTo>
                <a:lnTo>
                  <a:pt x="0" y="951865"/>
                </a:lnTo>
                <a:lnTo>
                  <a:pt x="5027" y="995480"/>
                </a:lnTo>
                <a:lnTo>
                  <a:pt x="19348" y="1035537"/>
                </a:lnTo>
                <a:lnTo>
                  <a:pt x="41820" y="1070886"/>
                </a:lnTo>
                <a:lnTo>
                  <a:pt x="71300" y="1100380"/>
                </a:lnTo>
                <a:lnTo>
                  <a:pt x="106645" y="1122868"/>
                </a:lnTo>
                <a:lnTo>
                  <a:pt x="146713" y="1137204"/>
                </a:lnTo>
                <a:lnTo>
                  <a:pt x="190360" y="1142238"/>
                </a:lnTo>
                <a:lnTo>
                  <a:pt x="8039227" y="1142238"/>
                </a:lnTo>
                <a:lnTo>
                  <a:pt x="8082882" y="1137204"/>
                </a:lnTo>
                <a:lnTo>
                  <a:pt x="8122955" y="1122868"/>
                </a:lnTo>
                <a:lnTo>
                  <a:pt x="8158302" y="1100380"/>
                </a:lnTo>
                <a:lnTo>
                  <a:pt x="8187782" y="1070886"/>
                </a:lnTo>
                <a:lnTo>
                  <a:pt x="8210253" y="1035537"/>
                </a:lnTo>
                <a:lnTo>
                  <a:pt x="8224572" y="995480"/>
                </a:lnTo>
                <a:lnTo>
                  <a:pt x="8229600" y="951865"/>
                </a:lnTo>
                <a:lnTo>
                  <a:pt x="8229600" y="190373"/>
                </a:lnTo>
                <a:lnTo>
                  <a:pt x="8224572" y="146757"/>
                </a:lnTo>
                <a:lnTo>
                  <a:pt x="8210253" y="106700"/>
                </a:lnTo>
                <a:lnTo>
                  <a:pt x="8187782" y="71351"/>
                </a:lnTo>
                <a:lnTo>
                  <a:pt x="8158302" y="41857"/>
                </a:lnTo>
                <a:lnTo>
                  <a:pt x="8122955" y="19369"/>
                </a:lnTo>
                <a:lnTo>
                  <a:pt x="8082882" y="5033"/>
                </a:lnTo>
                <a:lnTo>
                  <a:pt x="8039227" y="0"/>
                </a:lnTo>
                <a:close/>
              </a:path>
            </a:pathLst>
          </a:custGeom>
          <a:solidFill>
            <a:srgbClr val="4F81BC"/>
          </a:solidFill>
        </p:spPr>
        <p:txBody>
          <a:bodyPr wrap="square" lIns="0" tIns="0" rIns="0" bIns="0" rtlCol="0"/>
          <a:lstStyle/>
          <a:p>
            <a:endParaRPr/>
          </a:p>
        </p:txBody>
      </p:sp>
      <p:sp>
        <p:nvSpPr>
          <p:cNvPr id="3" name="object 3" descr="$PPTXTitle"/>
          <p:cNvSpPr txBox="1">
            <a:spLocks noGrp="1"/>
          </p:cNvSpPr>
          <p:nvPr>
            <p:ph type="title"/>
          </p:nvPr>
        </p:nvSpPr>
        <p:spPr>
          <a:xfrm>
            <a:off x="985215" y="2582925"/>
            <a:ext cx="7174230" cy="1192530"/>
          </a:xfrm>
          <a:prstGeom prst="rect">
            <a:avLst/>
          </a:prstGeom>
        </p:spPr>
        <p:txBody>
          <a:bodyPr vert="horz" wrap="square" lIns="0" tIns="73660" rIns="0" bIns="0" rtlCol="0">
            <a:spAutoFit/>
          </a:bodyPr>
          <a:lstStyle/>
          <a:p>
            <a:pPr marL="2322830" marR="5080" indent="-2310765">
              <a:lnSpc>
                <a:spcPts val="4390"/>
              </a:lnSpc>
              <a:spcBef>
                <a:spcPts val="580"/>
              </a:spcBef>
            </a:pPr>
            <a:r>
              <a:rPr sz="4000" dirty="0">
                <a:solidFill>
                  <a:srgbClr val="FFFFFF"/>
                </a:solidFill>
              </a:rPr>
              <a:t>Writing</a:t>
            </a:r>
            <a:r>
              <a:rPr sz="4000" spc="-75" dirty="0">
                <a:solidFill>
                  <a:srgbClr val="FFFFFF"/>
                </a:solidFill>
              </a:rPr>
              <a:t> </a:t>
            </a:r>
            <a:r>
              <a:rPr sz="4000" dirty="0">
                <a:solidFill>
                  <a:srgbClr val="FFFFFF"/>
                </a:solidFill>
              </a:rPr>
              <a:t>and</a:t>
            </a:r>
            <a:r>
              <a:rPr sz="4000" spc="-85" dirty="0">
                <a:solidFill>
                  <a:srgbClr val="FFFFFF"/>
                </a:solidFill>
              </a:rPr>
              <a:t> </a:t>
            </a:r>
            <a:r>
              <a:rPr sz="4000" dirty="0">
                <a:solidFill>
                  <a:srgbClr val="FFFFFF"/>
                </a:solidFill>
              </a:rPr>
              <a:t>Running</a:t>
            </a:r>
            <a:r>
              <a:rPr sz="4000" spc="-65" dirty="0">
                <a:solidFill>
                  <a:srgbClr val="FFFFFF"/>
                </a:solidFill>
              </a:rPr>
              <a:t> </a:t>
            </a:r>
            <a:r>
              <a:rPr sz="4000" dirty="0">
                <a:solidFill>
                  <a:srgbClr val="FFFFFF"/>
                </a:solidFill>
              </a:rPr>
              <a:t>Apache</a:t>
            </a:r>
            <a:r>
              <a:rPr sz="4000" spc="-80" dirty="0">
                <a:solidFill>
                  <a:srgbClr val="FFFFFF"/>
                </a:solidFill>
              </a:rPr>
              <a:t> </a:t>
            </a:r>
            <a:r>
              <a:rPr sz="4000" spc="-10" dirty="0">
                <a:solidFill>
                  <a:srgbClr val="FFFFFF"/>
                </a:solidFill>
              </a:rPr>
              <a:t>Spark Applications</a:t>
            </a:r>
            <a:endParaRPr sz="4000"/>
          </a:p>
        </p:txBody>
      </p:sp>
      <p:pic>
        <p:nvPicPr>
          <p:cNvPr id="4" name="object 4"/>
          <p:cNvPicPr/>
          <p:nvPr/>
        </p:nvPicPr>
        <p:blipFill>
          <a:blip r:embed="rId2" cstate="print"/>
          <a:stretch>
            <a:fillRect/>
          </a:stretch>
        </p:blipFill>
        <p:spPr>
          <a:xfrm>
            <a:off x="7315200" y="1828800"/>
            <a:ext cx="771525" cy="771525"/>
          </a:xfrm>
          <a:prstGeom prst="rect">
            <a:avLst/>
          </a:prstGeom>
        </p:spPr>
      </p:pic>
      <p:pic>
        <p:nvPicPr>
          <p:cNvPr id="5" name="Picture 4" descr="wingspan_logo.png"/>
          <p:cNvPicPr>
            <a:picLocks noChangeAspect="1"/>
          </p:cNvPicPr>
          <p:nvPr/>
        </p:nvPicPr>
        <p:blipFill>
          <a:blip r:embed="rId3"/>
          <a:stretch>
            <a:fillRect/>
          </a:stretch>
        </p:blipFill>
        <p:spPr>
          <a:xfrm>
            <a:off x="8394192" y="-1555"/>
            <a:ext cx="749808" cy="630936"/>
          </a:xfrm>
          <a:prstGeom prst="rect">
            <a:avLst/>
          </a:prstGeom>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259080">
              <a:lnSpc>
                <a:spcPct val="100000"/>
              </a:lnSpc>
              <a:spcBef>
                <a:spcPts val="105"/>
              </a:spcBef>
            </a:pPr>
            <a:r>
              <a:rPr dirty="0"/>
              <a:t>Spark</a:t>
            </a:r>
            <a:r>
              <a:rPr spc="-20" dirty="0"/>
              <a:t> </a:t>
            </a:r>
            <a:r>
              <a:rPr dirty="0"/>
              <a:t>Shell</a:t>
            </a:r>
            <a:r>
              <a:rPr spc="-35" dirty="0"/>
              <a:t> </a:t>
            </a:r>
            <a:r>
              <a:rPr dirty="0"/>
              <a:t>vs.</a:t>
            </a:r>
            <a:r>
              <a:rPr spc="-20" dirty="0"/>
              <a:t> </a:t>
            </a:r>
            <a:r>
              <a:rPr dirty="0"/>
              <a:t>Spark</a:t>
            </a:r>
            <a:r>
              <a:rPr spc="-15" dirty="0"/>
              <a:t> </a:t>
            </a:r>
            <a:r>
              <a:rPr spc="-10" dirty="0"/>
              <a:t>Applications</a:t>
            </a:r>
          </a:p>
        </p:txBody>
      </p:sp>
      <p:sp>
        <p:nvSpPr>
          <p:cNvPr id="3" name="object 3"/>
          <p:cNvSpPr txBox="1"/>
          <p:nvPr/>
        </p:nvSpPr>
        <p:spPr>
          <a:xfrm>
            <a:off x="917244" y="1766061"/>
            <a:ext cx="6808470" cy="3317875"/>
          </a:xfrm>
          <a:prstGeom prst="rect">
            <a:avLst/>
          </a:prstGeom>
        </p:spPr>
        <p:txBody>
          <a:bodyPr vert="horz" wrap="square" lIns="0" tIns="33020" rIns="0" bIns="0" rtlCol="0">
            <a:spAutoFit/>
          </a:bodyPr>
          <a:lstStyle/>
          <a:p>
            <a:pPr marL="12700" marR="306070">
              <a:lnSpc>
                <a:spcPts val="2800"/>
              </a:lnSpc>
              <a:spcBef>
                <a:spcPts val="260"/>
              </a:spcBef>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The</a:t>
            </a:r>
            <a:r>
              <a:rPr sz="2400" b="1" spc="-5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65" dirty="0">
                <a:latin typeface="Calibri" panose="020F0502020204030204"/>
                <a:cs typeface="Calibri" panose="020F0502020204030204"/>
              </a:rPr>
              <a:t> </a:t>
            </a:r>
            <a:r>
              <a:rPr sz="2400" b="1" dirty="0">
                <a:latin typeface="Calibri" panose="020F0502020204030204"/>
                <a:cs typeface="Calibri" panose="020F0502020204030204"/>
              </a:rPr>
              <a:t>shell</a:t>
            </a:r>
            <a:r>
              <a:rPr sz="2400" b="1" spc="-45" dirty="0">
                <a:latin typeface="Calibri" panose="020F0502020204030204"/>
                <a:cs typeface="Calibri" panose="020F0502020204030204"/>
              </a:rPr>
              <a:t> </a:t>
            </a:r>
            <a:r>
              <a:rPr sz="2400" b="1" dirty="0">
                <a:latin typeface="Calibri" panose="020F0502020204030204"/>
                <a:cs typeface="Calibri" panose="020F0502020204030204"/>
              </a:rPr>
              <a:t>allows</a:t>
            </a:r>
            <a:r>
              <a:rPr sz="2400" b="1" spc="-70" dirty="0">
                <a:latin typeface="Calibri" panose="020F0502020204030204"/>
                <a:cs typeface="Calibri" panose="020F0502020204030204"/>
              </a:rPr>
              <a:t> </a:t>
            </a:r>
            <a:r>
              <a:rPr sz="2400" b="1" spc="-10" dirty="0">
                <a:latin typeface="Calibri" panose="020F0502020204030204"/>
                <a:cs typeface="Calibri" panose="020F0502020204030204"/>
              </a:rPr>
              <a:t>interactive</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exploration</a:t>
            </a:r>
            <a:r>
              <a:rPr sz="2400" b="1" spc="-75" dirty="0">
                <a:latin typeface="Calibri" panose="020F0502020204030204"/>
                <a:cs typeface="Calibri" panose="020F0502020204030204"/>
              </a:rPr>
              <a:t> </a:t>
            </a:r>
            <a:r>
              <a:rPr sz="2400" b="1" spc="-25" dirty="0">
                <a:latin typeface="Calibri" panose="020F0502020204030204"/>
                <a:cs typeface="Calibri" panose="020F0502020204030204"/>
              </a:rPr>
              <a:t>and </a:t>
            </a:r>
            <a:r>
              <a:rPr sz="2400" b="1" dirty="0">
                <a:latin typeface="Calibri" panose="020F0502020204030204"/>
                <a:cs typeface="Calibri" panose="020F0502020204030204"/>
              </a:rPr>
              <a:t>manipulation</a:t>
            </a:r>
            <a:r>
              <a:rPr sz="2400" b="1" spc="-70" dirty="0">
                <a:latin typeface="Calibri" panose="020F0502020204030204"/>
                <a:cs typeface="Calibri" panose="020F0502020204030204"/>
              </a:rPr>
              <a:t> </a:t>
            </a:r>
            <a:r>
              <a:rPr sz="2400" b="1" dirty="0">
                <a:latin typeface="Calibri" panose="020F0502020204030204"/>
                <a:cs typeface="Calibri" panose="020F0502020204030204"/>
              </a:rPr>
              <a:t>of</a:t>
            </a:r>
            <a:r>
              <a:rPr sz="2400" b="1" spc="-65" dirty="0">
                <a:latin typeface="Calibri" panose="020F0502020204030204"/>
                <a:cs typeface="Calibri" panose="020F0502020204030204"/>
              </a:rPr>
              <a:t> </a:t>
            </a:r>
            <a:r>
              <a:rPr sz="2400" b="1" spc="-20" dirty="0">
                <a:latin typeface="Calibri" panose="020F0502020204030204"/>
                <a:cs typeface="Calibri" panose="020F0502020204030204"/>
              </a:rPr>
              <a:t>data</a:t>
            </a:r>
            <a:endParaRPr sz="2400">
              <a:latin typeface="Calibri" panose="020F0502020204030204"/>
              <a:cs typeface="Calibri" panose="020F0502020204030204"/>
            </a:endParaRPr>
          </a:p>
          <a:p>
            <a:pPr marL="232410" indent="-219710">
              <a:lnSpc>
                <a:spcPct val="100000"/>
              </a:lnSpc>
              <a:spcBef>
                <a:spcPts val="2795"/>
              </a:spcBef>
              <a:buChar char="–"/>
              <a:tabLst>
                <a:tab pos="232410" algn="l"/>
              </a:tabLst>
            </a:pPr>
            <a:r>
              <a:rPr sz="2400" dirty="0">
                <a:latin typeface="Calibri" panose="020F0502020204030204"/>
                <a:cs typeface="Calibri" panose="020F0502020204030204"/>
              </a:rPr>
              <a:t>REPL</a:t>
            </a:r>
            <a:r>
              <a:rPr sz="2400" spc="-35" dirty="0">
                <a:latin typeface="Calibri" panose="020F0502020204030204"/>
                <a:cs typeface="Calibri" panose="020F0502020204030204"/>
              </a:rPr>
              <a:t> </a:t>
            </a:r>
            <a:r>
              <a:rPr sz="2400" dirty="0">
                <a:latin typeface="Calibri" panose="020F0502020204030204"/>
                <a:cs typeface="Calibri" panose="020F0502020204030204"/>
              </a:rPr>
              <a:t>using</a:t>
            </a:r>
            <a:r>
              <a:rPr sz="2400" spc="-15" dirty="0">
                <a:latin typeface="Calibri" panose="020F0502020204030204"/>
                <a:cs typeface="Calibri" panose="020F0502020204030204"/>
              </a:rPr>
              <a:t> </a:t>
            </a:r>
            <a:r>
              <a:rPr sz="2400" dirty="0">
                <a:latin typeface="Calibri" panose="020F0502020204030204"/>
                <a:cs typeface="Calibri" panose="020F0502020204030204"/>
              </a:rPr>
              <a:t>Python</a:t>
            </a:r>
            <a:r>
              <a:rPr sz="2400" spc="-15" dirty="0">
                <a:latin typeface="Calibri" panose="020F0502020204030204"/>
                <a:cs typeface="Calibri" panose="020F0502020204030204"/>
              </a:rPr>
              <a:t> </a:t>
            </a:r>
            <a:r>
              <a:rPr sz="2400" dirty="0">
                <a:latin typeface="Calibri" panose="020F0502020204030204"/>
                <a:cs typeface="Calibri" panose="020F0502020204030204"/>
              </a:rPr>
              <a:t>or</a:t>
            </a:r>
            <a:r>
              <a:rPr sz="2400" spc="-5" dirty="0">
                <a:latin typeface="Calibri" panose="020F0502020204030204"/>
                <a:cs typeface="Calibri" panose="020F0502020204030204"/>
              </a:rPr>
              <a:t> </a:t>
            </a:r>
            <a:r>
              <a:rPr sz="2400" spc="-10" dirty="0">
                <a:latin typeface="Calibri" panose="020F0502020204030204"/>
                <a:cs typeface="Calibri" panose="020F0502020204030204"/>
              </a:rPr>
              <a:t>Scala</a:t>
            </a:r>
            <a:endParaRPr sz="2400">
              <a:latin typeface="Calibri" panose="020F0502020204030204"/>
              <a:cs typeface="Calibri" panose="020F0502020204030204"/>
            </a:endParaRPr>
          </a:p>
          <a:p>
            <a:pPr marL="12700">
              <a:lnSpc>
                <a:spcPct val="100000"/>
              </a:lnSpc>
              <a:spcBef>
                <a:spcPts val="2885"/>
              </a:spcBef>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applications</a:t>
            </a:r>
            <a:r>
              <a:rPr sz="2400" b="1" spc="-35" dirty="0">
                <a:latin typeface="Calibri" panose="020F0502020204030204"/>
                <a:cs typeface="Calibri" panose="020F0502020204030204"/>
              </a:rPr>
              <a:t> </a:t>
            </a:r>
            <a:r>
              <a:rPr sz="2400" b="1" dirty="0">
                <a:latin typeface="Calibri" panose="020F0502020204030204"/>
                <a:cs typeface="Calibri" panose="020F0502020204030204"/>
              </a:rPr>
              <a:t>run</a:t>
            </a:r>
            <a:r>
              <a:rPr sz="2400" b="1" spc="-40" dirty="0">
                <a:latin typeface="Calibri" panose="020F0502020204030204"/>
                <a:cs typeface="Calibri" panose="020F0502020204030204"/>
              </a:rPr>
              <a:t> </a:t>
            </a:r>
            <a:r>
              <a:rPr sz="2400" b="1" dirty="0">
                <a:latin typeface="Calibri" panose="020F0502020204030204"/>
                <a:cs typeface="Calibri" panose="020F0502020204030204"/>
              </a:rPr>
              <a:t>as</a:t>
            </a:r>
            <a:r>
              <a:rPr sz="2400" b="1" spc="-40" dirty="0">
                <a:latin typeface="Calibri" panose="020F0502020204030204"/>
                <a:cs typeface="Calibri" panose="020F0502020204030204"/>
              </a:rPr>
              <a:t> </a:t>
            </a:r>
            <a:r>
              <a:rPr sz="2400" b="1" dirty="0">
                <a:latin typeface="Calibri" panose="020F0502020204030204"/>
                <a:cs typeface="Calibri" panose="020F0502020204030204"/>
              </a:rPr>
              <a:t>independent</a:t>
            </a:r>
            <a:r>
              <a:rPr sz="2400" b="1" spc="-15" dirty="0">
                <a:latin typeface="Calibri" panose="020F0502020204030204"/>
                <a:cs typeface="Calibri" panose="020F0502020204030204"/>
              </a:rPr>
              <a:t> </a:t>
            </a:r>
            <a:r>
              <a:rPr sz="2400" b="1" spc="-10" dirty="0">
                <a:latin typeface="Calibri" panose="020F0502020204030204"/>
                <a:cs typeface="Calibri" panose="020F0502020204030204"/>
              </a:rPr>
              <a:t>programs</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Python,</a:t>
            </a:r>
            <a:r>
              <a:rPr sz="2400" spc="-20" dirty="0">
                <a:latin typeface="Calibri" panose="020F0502020204030204"/>
                <a:cs typeface="Calibri" panose="020F0502020204030204"/>
              </a:rPr>
              <a:t> </a:t>
            </a:r>
            <a:r>
              <a:rPr sz="2400" dirty="0">
                <a:latin typeface="Calibri" panose="020F0502020204030204"/>
                <a:cs typeface="Calibri" panose="020F0502020204030204"/>
              </a:rPr>
              <a:t>Scala,</a:t>
            </a:r>
            <a:r>
              <a:rPr sz="2400" spc="-30" dirty="0">
                <a:latin typeface="Calibri" panose="020F0502020204030204"/>
                <a:cs typeface="Calibri" panose="020F0502020204030204"/>
              </a:rPr>
              <a:t> </a:t>
            </a:r>
            <a:r>
              <a:rPr sz="2400" dirty="0">
                <a:latin typeface="Calibri" panose="020F0502020204030204"/>
                <a:cs typeface="Calibri" panose="020F0502020204030204"/>
              </a:rPr>
              <a:t>or </a:t>
            </a:r>
            <a:r>
              <a:rPr sz="2400" spc="-20" dirty="0">
                <a:latin typeface="Calibri" panose="020F0502020204030204"/>
                <a:cs typeface="Calibri" panose="020F0502020204030204"/>
              </a:rPr>
              <a:t>Java</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For</a:t>
            </a:r>
            <a:r>
              <a:rPr sz="2400" spc="-55" dirty="0">
                <a:latin typeface="Calibri" panose="020F0502020204030204"/>
                <a:cs typeface="Calibri" panose="020F0502020204030204"/>
              </a:rPr>
              <a:t> </a:t>
            </a:r>
            <a:r>
              <a:rPr sz="2400" dirty="0">
                <a:latin typeface="Calibri" panose="020F0502020204030204"/>
                <a:cs typeface="Calibri" panose="020F0502020204030204"/>
              </a:rPr>
              <a:t>jobs</a:t>
            </a:r>
            <a:r>
              <a:rPr sz="2400" spc="-35" dirty="0">
                <a:latin typeface="Calibri" panose="020F0502020204030204"/>
                <a:cs typeface="Calibri" panose="020F0502020204030204"/>
              </a:rPr>
              <a:t> </a:t>
            </a:r>
            <a:r>
              <a:rPr sz="2400" dirty="0">
                <a:latin typeface="Calibri" panose="020F0502020204030204"/>
                <a:cs typeface="Calibri" panose="020F0502020204030204"/>
              </a:rPr>
              <a:t>such</a:t>
            </a:r>
            <a:r>
              <a:rPr sz="2400" spc="-40" dirty="0">
                <a:latin typeface="Calibri" panose="020F0502020204030204"/>
                <a:cs typeface="Calibri" panose="020F0502020204030204"/>
              </a:rPr>
              <a:t> </a:t>
            </a:r>
            <a:r>
              <a:rPr sz="2400" dirty="0">
                <a:latin typeface="Calibri" panose="020F0502020204030204"/>
                <a:cs typeface="Calibri" panose="020F0502020204030204"/>
              </a:rPr>
              <a:t>as</a:t>
            </a:r>
            <a:r>
              <a:rPr sz="2400" spc="-45" dirty="0">
                <a:latin typeface="Calibri" panose="020F0502020204030204"/>
                <a:cs typeface="Calibri" panose="020F0502020204030204"/>
              </a:rPr>
              <a:t> </a:t>
            </a:r>
            <a:r>
              <a:rPr sz="2400" dirty="0">
                <a:latin typeface="Calibri" panose="020F0502020204030204"/>
                <a:cs typeface="Calibri" panose="020F0502020204030204"/>
              </a:rPr>
              <a:t>ETL</a:t>
            </a:r>
            <a:r>
              <a:rPr sz="2400" spc="-30" dirty="0">
                <a:latin typeface="Calibri" panose="020F0502020204030204"/>
                <a:cs typeface="Calibri" panose="020F0502020204030204"/>
              </a:rPr>
              <a:t> </a:t>
            </a:r>
            <a:r>
              <a:rPr sz="2400" dirty="0">
                <a:latin typeface="Calibri" panose="020F0502020204030204"/>
                <a:cs typeface="Calibri" panose="020F0502020204030204"/>
              </a:rPr>
              <a:t>processing,</a:t>
            </a:r>
            <a:r>
              <a:rPr sz="2400" spc="-35" dirty="0">
                <a:latin typeface="Calibri" panose="020F0502020204030204"/>
                <a:cs typeface="Calibri" panose="020F0502020204030204"/>
              </a:rPr>
              <a:t> </a:t>
            </a:r>
            <a:r>
              <a:rPr sz="2400" dirty="0">
                <a:latin typeface="Calibri" panose="020F0502020204030204"/>
                <a:cs typeface="Calibri" panose="020F0502020204030204"/>
              </a:rPr>
              <a:t>streaming,</a:t>
            </a:r>
            <a:r>
              <a:rPr sz="2400" spc="-60" dirty="0">
                <a:latin typeface="Calibri" panose="020F0502020204030204"/>
                <a:cs typeface="Calibri" panose="020F0502020204030204"/>
              </a:rPr>
              <a:t> </a:t>
            </a:r>
            <a:r>
              <a:rPr sz="2400" dirty="0">
                <a:latin typeface="Calibri" panose="020F0502020204030204"/>
                <a:cs typeface="Calibri" panose="020F0502020204030204"/>
              </a:rPr>
              <a:t>and</a:t>
            </a:r>
            <a:r>
              <a:rPr sz="2400" spc="-30" dirty="0">
                <a:latin typeface="Calibri" panose="020F0502020204030204"/>
                <a:cs typeface="Calibri" panose="020F0502020204030204"/>
              </a:rPr>
              <a:t> </a:t>
            </a:r>
            <a:r>
              <a:rPr sz="2400" dirty="0">
                <a:latin typeface="Calibri" panose="020F0502020204030204"/>
                <a:cs typeface="Calibri" panose="020F0502020204030204"/>
              </a:rPr>
              <a:t>so</a:t>
            </a:r>
            <a:r>
              <a:rPr sz="2400" spc="-50" dirty="0">
                <a:latin typeface="Calibri" panose="020F0502020204030204"/>
                <a:cs typeface="Calibri" panose="020F0502020204030204"/>
              </a:rPr>
              <a:t> </a:t>
            </a:r>
            <a:r>
              <a:rPr sz="2400" spc="-25" dirty="0">
                <a:latin typeface="Calibri" panose="020F0502020204030204"/>
                <a:cs typeface="Calibri" panose="020F0502020204030204"/>
              </a:rPr>
              <a:t>on</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5747" y="0"/>
            <a:ext cx="749808" cy="630936"/>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2492501" y="461594"/>
            <a:ext cx="4159250" cy="697230"/>
          </a:xfrm>
          <a:prstGeom prst="rect">
            <a:avLst/>
          </a:prstGeom>
        </p:spPr>
        <p:txBody>
          <a:bodyPr vert="horz" wrap="square" lIns="0" tIns="13335" rIns="0" bIns="0" rtlCol="0">
            <a:spAutoFit/>
          </a:bodyPr>
          <a:lstStyle/>
          <a:p>
            <a:pPr marL="12700">
              <a:lnSpc>
                <a:spcPct val="100000"/>
              </a:lnSpc>
              <a:spcBef>
                <a:spcPts val="105"/>
              </a:spcBef>
            </a:pPr>
            <a:r>
              <a:rPr dirty="0"/>
              <a:t>The Spark </a:t>
            </a:r>
            <a:r>
              <a:rPr spc="-10" dirty="0"/>
              <a:t>Context</a:t>
            </a:r>
          </a:p>
        </p:txBody>
      </p:sp>
      <p:sp>
        <p:nvSpPr>
          <p:cNvPr id="3" name="object 3"/>
          <p:cNvSpPr txBox="1"/>
          <p:nvPr/>
        </p:nvSpPr>
        <p:spPr>
          <a:xfrm>
            <a:off x="917244" y="1842338"/>
            <a:ext cx="6675120" cy="2952115"/>
          </a:xfrm>
          <a:prstGeom prst="rect">
            <a:avLst/>
          </a:prstGeom>
        </p:spPr>
        <p:txBody>
          <a:bodyPr vert="horz" wrap="square" lIns="0" tIns="12700" rIns="0" bIns="0" rtlCol="0">
            <a:spAutoFit/>
          </a:bodyPr>
          <a:lstStyle/>
          <a:p>
            <a:pPr marL="12700">
              <a:lnSpc>
                <a:spcPts val="284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dirty="0">
                <a:latin typeface="Calibri" panose="020F0502020204030204"/>
                <a:cs typeface="Calibri" panose="020F0502020204030204"/>
              </a:rPr>
              <a:t>Every</a:t>
            </a:r>
            <a:r>
              <a:rPr sz="2400" b="1" spc="-4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program</a:t>
            </a:r>
            <a:r>
              <a:rPr sz="2400" b="1" spc="-70" dirty="0">
                <a:latin typeface="Calibri" panose="020F0502020204030204"/>
                <a:cs typeface="Calibri" panose="020F0502020204030204"/>
              </a:rPr>
              <a:t> </a:t>
            </a:r>
            <a:r>
              <a:rPr sz="2400" b="1" dirty="0">
                <a:latin typeface="Calibri" panose="020F0502020204030204"/>
                <a:cs typeface="Calibri" panose="020F0502020204030204"/>
              </a:rPr>
              <a:t>needs</a:t>
            </a:r>
            <a:r>
              <a:rPr sz="2400" b="1" spc="-35" dirty="0">
                <a:latin typeface="Calibri" panose="020F0502020204030204"/>
                <a:cs typeface="Calibri" panose="020F0502020204030204"/>
              </a:rPr>
              <a:t> </a:t>
            </a:r>
            <a:r>
              <a:rPr sz="2400" b="1" dirty="0">
                <a:latin typeface="Calibri" panose="020F0502020204030204"/>
                <a:cs typeface="Calibri" panose="020F0502020204030204"/>
              </a:rPr>
              <a:t>a</a:t>
            </a:r>
            <a:r>
              <a:rPr sz="2400" b="1" spc="-20" dirty="0">
                <a:latin typeface="Calibri" panose="020F0502020204030204"/>
                <a:cs typeface="Calibri" panose="020F0502020204030204"/>
              </a:rPr>
              <a:t> </a:t>
            </a:r>
            <a:r>
              <a:rPr sz="2400" b="1" spc="-10" dirty="0">
                <a:latin typeface="Calibri" panose="020F0502020204030204"/>
                <a:cs typeface="Calibri" panose="020F0502020204030204"/>
              </a:rPr>
              <a:t>SparkContext</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object</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The</a:t>
            </a:r>
            <a:r>
              <a:rPr sz="2400" spc="-50" dirty="0">
                <a:latin typeface="Calibri" panose="020F0502020204030204"/>
                <a:cs typeface="Calibri" panose="020F0502020204030204"/>
              </a:rPr>
              <a:t> </a:t>
            </a:r>
            <a:r>
              <a:rPr sz="2400" spc="-10" dirty="0">
                <a:latin typeface="Calibri" panose="020F0502020204030204"/>
                <a:cs typeface="Calibri" panose="020F0502020204030204"/>
              </a:rPr>
              <a:t>interactive</a:t>
            </a:r>
            <a:r>
              <a:rPr sz="2400" spc="-70" dirty="0">
                <a:latin typeface="Calibri" panose="020F0502020204030204"/>
                <a:cs typeface="Calibri" panose="020F0502020204030204"/>
              </a:rPr>
              <a:t> </a:t>
            </a:r>
            <a:r>
              <a:rPr sz="2400" dirty="0">
                <a:latin typeface="Calibri" panose="020F0502020204030204"/>
                <a:cs typeface="Calibri" panose="020F0502020204030204"/>
              </a:rPr>
              <a:t>shell</a:t>
            </a:r>
            <a:r>
              <a:rPr sz="2400" spc="-50" dirty="0">
                <a:latin typeface="Calibri" panose="020F0502020204030204"/>
                <a:cs typeface="Calibri" panose="020F0502020204030204"/>
              </a:rPr>
              <a:t> </a:t>
            </a:r>
            <a:r>
              <a:rPr sz="2400" spc="-10" dirty="0">
                <a:latin typeface="Calibri" panose="020F0502020204030204"/>
                <a:cs typeface="Calibri" panose="020F0502020204030204"/>
              </a:rPr>
              <a:t>creates</a:t>
            </a:r>
            <a:r>
              <a:rPr sz="2400" spc="-65" dirty="0">
                <a:latin typeface="Calibri" panose="020F0502020204030204"/>
                <a:cs typeface="Calibri" panose="020F0502020204030204"/>
              </a:rPr>
              <a:t> </a:t>
            </a:r>
            <a:r>
              <a:rPr sz="2400" dirty="0">
                <a:latin typeface="Calibri" panose="020F0502020204030204"/>
                <a:cs typeface="Calibri" panose="020F0502020204030204"/>
              </a:rPr>
              <a:t>one</a:t>
            </a:r>
            <a:r>
              <a:rPr sz="2400" spc="-50" dirty="0">
                <a:latin typeface="Calibri" panose="020F0502020204030204"/>
                <a:cs typeface="Calibri" panose="020F0502020204030204"/>
              </a:rPr>
              <a:t> </a:t>
            </a:r>
            <a:r>
              <a:rPr sz="2400" dirty="0">
                <a:latin typeface="Calibri" panose="020F0502020204030204"/>
                <a:cs typeface="Calibri" panose="020F0502020204030204"/>
              </a:rPr>
              <a:t>for</a:t>
            </a:r>
            <a:r>
              <a:rPr sz="2400" spc="-55" dirty="0">
                <a:latin typeface="Calibri" panose="020F0502020204030204"/>
                <a:cs typeface="Calibri" panose="020F0502020204030204"/>
              </a:rPr>
              <a:t> </a:t>
            </a:r>
            <a:r>
              <a:rPr sz="2400" spc="-25" dirty="0">
                <a:latin typeface="Calibri" panose="020F0502020204030204"/>
                <a:cs typeface="Calibri" panose="020F0502020204030204"/>
              </a:rPr>
              <a:t>you</a:t>
            </a:r>
            <a:endParaRPr sz="2400">
              <a:latin typeface="Calibri" panose="020F0502020204030204"/>
              <a:cs typeface="Calibri" panose="020F0502020204030204"/>
            </a:endParaRPr>
          </a:p>
          <a:p>
            <a:pPr>
              <a:lnSpc>
                <a:spcPct val="100000"/>
              </a:lnSpc>
              <a:spcBef>
                <a:spcPts val="195"/>
              </a:spcBef>
              <a:buFont typeface="Calibri" panose="020F0502020204030204"/>
              <a:buChar char="–"/>
            </a:pPr>
            <a:endParaRPr sz="2400">
              <a:latin typeface="Calibri" panose="020F0502020204030204"/>
              <a:cs typeface="Calibri" panose="020F0502020204030204"/>
            </a:endParaRPr>
          </a:p>
          <a:p>
            <a:pPr marL="12700" marR="5080">
              <a:lnSpc>
                <a:spcPts val="2800"/>
              </a:lnSpc>
              <a:tabLst>
                <a:tab pos="1861185" algn="l"/>
              </a:tabLst>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In</a:t>
            </a:r>
            <a:r>
              <a:rPr sz="2400" b="1" spc="-40" dirty="0">
                <a:latin typeface="Calibri" panose="020F0502020204030204"/>
                <a:cs typeface="Calibri" panose="020F0502020204030204"/>
              </a:rPr>
              <a:t> </a:t>
            </a:r>
            <a:r>
              <a:rPr sz="2400" b="1" dirty="0">
                <a:latin typeface="Calibri" panose="020F0502020204030204"/>
                <a:cs typeface="Calibri" panose="020F0502020204030204"/>
              </a:rPr>
              <a:t>your</a:t>
            </a:r>
            <a:r>
              <a:rPr sz="2400" b="1" spc="-45" dirty="0">
                <a:latin typeface="Calibri" panose="020F0502020204030204"/>
                <a:cs typeface="Calibri" panose="020F0502020204030204"/>
              </a:rPr>
              <a:t> </a:t>
            </a:r>
            <a:r>
              <a:rPr sz="2400" b="1" dirty="0">
                <a:latin typeface="Calibri" panose="020F0502020204030204"/>
                <a:cs typeface="Calibri" panose="020F0502020204030204"/>
              </a:rPr>
              <a:t>own</a:t>
            </a:r>
            <a:r>
              <a:rPr sz="2400" b="1" spc="-4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application</a:t>
            </a:r>
            <a:r>
              <a:rPr sz="2400" b="1" spc="-35" dirty="0">
                <a:latin typeface="Calibri" panose="020F0502020204030204"/>
                <a:cs typeface="Calibri" panose="020F0502020204030204"/>
              </a:rPr>
              <a:t> </a:t>
            </a:r>
            <a:r>
              <a:rPr sz="2400" b="1" dirty="0">
                <a:latin typeface="Calibri" panose="020F0502020204030204"/>
                <a:cs typeface="Calibri" panose="020F0502020204030204"/>
              </a:rPr>
              <a:t>you</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create</a:t>
            </a:r>
            <a:r>
              <a:rPr sz="2400" b="1" spc="-40" dirty="0">
                <a:latin typeface="Calibri" panose="020F0502020204030204"/>
                <a:cs typeface="Calibri" panose="020F0502020204030204"/>
              </a:rPr>
              <a:t> </a:t>
            </a:r>
            <a:r>
              <a:rPr sz="2400" b="1" dirty="0">
                <a:latin typeface="Calibri" panose="020F0502020204030204"/>
                <a:cs typeface="Calibri" panose="020F0502020204030204"/>
              </a:rPr>
              <a:t>your</a:t>
            </a:r>
            <a:r>
              <a:rPr sz="2400" b="1" spc="-50" dirty="0">
                <a:latin typeface="Calibri" panose="020F0502020204030204"/>
                <a:cs typeface="Calibri" panose="020F0502020204030204"/>
              </a:rPr>
              <a:t> </a:t>
            </a:r>
            <a:r>
              <a:rPr sz="2400" b="1" spc="-25" dirty="0">
                <a:latin typeface="Calibri" panose="020F0502020204030204"/>
                <a:cs typeface="Calibri" panose="020F0502020204030204"/>
              </a:rPr>
              <a:t>own </a:t>
            </a:r>
            <a:r>
              <a:rPr sz="2400" b="1" spc="-10" dirty="0">
                <a:latin typeface="Calibri" panose="020F0502020204030204"/>
                <a:cs typeface="Calibri" panose="020F0502020204030204"/>
              </a:rPr>
              <a:t>SparkContext</a:t>
            </a:r>
            <a:r>
              <a:rPr sz="2400" b="1" dirty="0">
                <a:latin typeface="Calibri" panose="020F0502020204030204"/>
                <a:cs typeface="Calibri" panose="020F0502020204030204"/>
              </a:rPr>
              <a:t>	</a:t>
            </a:r>
            <a:r>
              <a:rPr sz="2400" b="1" spc="-10" dirty="0">
                <a:latin typeface="Calibri" panose="020F0502020204030204"/>
                <a:cs typeface="Calibri" panose="020F0502020204030204"/>
              </a:rPr>
              <a:t>object</a:t>
            </a:r>
            <a:endParaRPr sz="2400">
              <a:latin typeface="Calibri" panose="020F0502020204030204"/>
              <a:cs typeface="Calibri" panose="020F0502020204030204"/>
            </a:endParaRPr>
          </a:p>
          <a:p>
            <a:pPr marL="232410" indent="-219710">
              <a:lnSpc>
                <a:spcPct val="100000"/>
              </a:lnSpc>
              <a:spcBef>
                <a:spcPts val="2880"/>
              </a:spcBef>
              <a:buChar char="–"/>
              <a:tabLst>
                <a:tab pos="232410" algn="l"/>
              </a:tabLst>
            </a:pPr>
            <a:r>
              <a:rPr sz="2400" dirty="0">
                <a:latin typeface="Calibri" panose="020F0502020204030204"/>
                <a:cs typeface="Calibri" panose="020F0502020204030204"/>
              </a:rPr>
              <a:t>Named</a:t>
            </a:r>
            <a:r>
              <a:rPr sz="2400" spc="-65" dirty="0">
                <a:latin typeface="Calibri" panose="020F0502020204030204"/>
                <a:cs typeface="Calibri" panose="020F0502020204030204"/>
              </a:rPr>
              <a:t> </a:t>
            </a:r>
            <a:r>
              <a:rPr sz="2400" b="1" dirty="0">
                <a:latin typeface="Calibri" panose="020F0502020204030204"/>
                <a:cs typeface="Calibri" panose="020F0502020204030204"/>
              </a:rPr>
              <a:t>sc</a:t>
            </a:r>
            <a:r>
              <a:rPr sz="2400" b="1" spc="-50" dirty="0">
                <a:latin typeface="Calibri" panose="020F0502020204030204"/>
                <a:cs typeface="Calibri" panose="020F0502020204030204"/>
              </a:rPr>
              <a:t> </a:t>
            </a:r>
            <a:r>
              <a:rPr sz="2400" dirty="0">
                <a:latin typeface="Calibri" panose="020F0502020204030204"/>
                <a:cs typeface="Calibri" panose="020F0502020204030204"/>
              </a:rPr>
              <a:t>by</a:t>
            </a:r>
            <a:r>
              <a:rPr sz="2400" spc="-40" dirty="0">
                <a:latin typeface="Calibri" panose="020F0502020204030204"/>
                <a:cs typeface="Calibri" panose="020F0502020204030204"/>
              </a:rPr>
              <a:t> </a:t>
            </a:r>
            <a:r>
              <a:rPr sz="2400" spc="-10" dirty="0">
                <a:latin typeface="Calibri" panose="020F0502020204030204"/>
                <a:cs typeface="Calibri" panose="020F0502020204030204"/>
              </a:rPr>
              <a:t>convention</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Call</a:t>
            </a:r>
            <a:r>
              <a:rPr sz="2400" spc="-95" dirty="0">
                <a:latin typeface="Calibri" panose="020F0502020204030204"/>
                <a:cs typeface="Calibri" panose="020F0502020204030204"/>
              </a:rPr>
              <a:t> </a:t>
            </a:r>
            <a:r>
              <a:rPr sz="2400" b="1" dirty="0">
                <a:latin typeface="Calibri" panose="020F0502020204030204"/>
                <a:cs typeface="Calibri" panose="020F0502020204030204"/>
              </a:rPr>
              <a:t>sc.stop</a:t>
            </a:r>
            <a:r>
              <a:rPr sz="2400" b="1" spc="-80" dirty="0">
                <a:latin typeface="Calibri" panose="020F0502020204030204"/>
                <a:cs typeface="Calibri" panose="020F0502020204030204"/>
              </a:rPr>
              <a:t> </a:t>
            </a:r>
            <a:r>
              <a:rPr sz="2400" dirty="0">
                <a:latin typeface="Calibri" panose="020F0502020204030204"/>
                <a:cs typeface="Calibri" panose="020F0502020204030204"/>
              </a:rPr>
              <a:t>when</a:t>
            </a:r>
            <a:r>
              <a:rPr sz="2400" spc="-75" dirty="0">
                <a:latin typeface="Calibri" panose="020F0502020204030204"/>
                <a:cs typeface="Calibri" panose="020F0502020204030204"/>
              </a:rPr>
              <a:t> </a:t>
            </a:r>
            <a:r>
              <a:rPr sz="2400" dirty="0">
                <a:latin typeface="Calibri" panose="020F0502020204030204"/>
                <a:cs typeface="Calibri" panose="020F0502020204030204"/>
              </a:rPr>
              <a:t>program</a:t>
            </a:r>
            <a:r>
              <a:rPr sz="2400" spc="-80" dirty="0">
                <a:latin typeface="Calibri" panose="020F0502020204030204"/>
                <a:cs typeface="Calibri" panose="020F0502020204030204"/>
              </a:rPr>
              <a:t> </a:t>
            </a:r>
            <a:r>
              <a:rPr sz="2400" spc="-10" dirty="0">
                <a:latin typeface="Calibri" panose="020F0502020204030204"/>
                <a:cs typeface="Calibri" panose="020F0502020204030204"/>
              </a:rPr>
              <a:t>terminates</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554480">
              <a:lnSpc>
                <a:spcPct val="100000"/>
              </a:lnSpc>
              <a:spcBef>
                <a:spcPts val="105"/>
              </a:spcBef>
            </a:pPr>
            <a:r>
              <a:rPr dirty="0"/>
              <a:t>Example:</a:t>
            </a:r>
            <a:r>
              <a:rPr spc="-185" dirty="0"/>
              <a:t> </a:t>
            </a:r>
            <a:r>
              <a:rPr spc="-10" dirty="0"/>
              <a:t>Word</a:t>
            </a:r>
            <a:r>
              <a:rPr spc="-170" dirty="0"/>
              <a:t> </a:t>
            </a:r>
            <a:r>
              <a:rPr spc="-10" dirty="0"/>
              <a:t>Count</a:t>
            </a:r>
          </a:p>
        </p:txBody>
      </p:sp>
      <p:pic>
        <p:nvPicPr>
          <p:cNvPr id="3" name="object 3"/>
          <p:cNvPicPr/>
          <p:nvPr/>
        </p:nvPicPr>
        <p:blipFill>
          <a:blip r:embed="rId2" cstate="print"/>
          <a:stretch>
            <a:fillRect/>
          </a:stretch>
        </p:blipFill>
        <p:spPr>
          <a:xfrm>
            <a:off x="911512" y="1316759"/>
            <a:ext cx="7614460" cy="4912590"/>
          </a:xfrm>
          <a:prstGeom prst="rect">
            <a:avLst/>
          </a:prstGeom>
        </p:spPr>
      </p:pic>
      <p:pic>
        <p:nvPicPr>
          <p:cNvPr id="4" name="Picture 3" descr="wingspan_logo.png"/>
          <p:cNvPicPr>
            <a:picLocks noChangeAspect="1"/>
          </p:cNvPicPr>
          <p:nvPr/>
        </p:nvPicPr>
        <p:blipFill>
          <a:blip r:embed="rId3"/>
          <a:stretch>
            <a:fillRect/>
          </a:stretch>
        </p:blipFill>
        <p:spPr>
          <a:xfrm>
            <a:off x="8423739" y="0"/>
            <a:ext cx="749808" cy="630936"/>
          </a:xfrm>
          <a:prstGeom prst="rect">
            <a:avLst/>
          </a:prstGeom>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49225">
              <a:lnSpc>
                <a:spcPct val="100000"/>
              </a:lnSpc>
              <a:spcBef>
                <a:spcPts val="105"/>
              </a:spcBef>
            </a:pPr>
            <a:r>
              <a:rPr dirty="0"/>
              <a:t>Building</a:t>
            </a:r>
            <a:r>
              <a:rPr spc="-60" dirty="0"/>
              <a:t> </a:t>
            </a:r>
            <a:r>
              <a:rPr dirty="0"/>
              <a:t>a</a:t>
            </a:r>
            <a:r>
              <a:rPr spc="-30" dirty="0"/>
              <a:t> </a:t>
            </a:r>
            <a:r>
              <a:rPr dirty="0"/>
              <a:t>Spark</a:t>
            </a:r>
            <a:r>
              <a:rPr spc="-35" dirty="0"/>
              <a:t> </a:t>
            </a:r>
            <a:r>
              <a:rPr dirty="0"/>
              <a:t>Application:</a:t>
            </a:r>
            <a:r>
              <a:rPr spc="-45" dirty="0"/>
              <a:t> </a:t>
            </a:r>
            <a:r>
              <a:rPr spc="-10" dirty="0"/>
              <a:t>Scala</a:t>
            </a:r>
          </a:p>
        </p:txBody>
      </p:sp>
      <p:sp>
        <p:nvSpPr>
          <p:cNvPr id="3" name="object 3"/>
          <p:cNvSpPr txBox="1"/>
          <p:nvPr/>
        </p:nvSpPr>
        <p:spPr>
          <a:xfrm>
            <a:off x="840739" y="1540509"/>
            <a:ext cx="7108825" cy="3980815"/>
          </a:xfrm>
          <a:prstGeom prst="rect">
            <a:avLst/>
          </a:prstGeom>
        </p:spPr>
        <p:txBody>
          <a:bodyPr vert="horz" wrap="square" lIns="0" tIns="13335" rIns="0" bIns="0" rtlCol="0">
            <a:spAutoFit/>
          </a:bodyPr>
          <a:lstStyle/>
          <a:p>
            <a:pPr marL="12700" marR="5080">
              <a:lnSpc>
                <a:spcPct val="100000"/>
              </a:lnSpc>
              <a:spcBef>
                <a:spcPts val="105"/>
              </a:spcBef>
            </a:pPr>
            <a:r>
              <a:rPr sz="2000" dirty="0">
                <a:latin typeface="Calibri" panose="020F0502020204030204"/>
                <a:cs typeface="Calibri" panose="020F0502020204030204"/>
              </a:rPr>
              <a:t>§</a:t>
            </a:r>
            <a:r>
              <a:rPr sz="2000" spc="-30" dirty="0">
                <a:latin typeface="Calibri" panose="020F0502020204030204"/>
                <a:cs typeface="Calibri" panose="020F0502020204030204"/>
              </a:rPr>
              <a:t> </a:t>
            </a:r>
            <a:r>
              <a:rPr sz="2000" b="1" dirty="0">
                <a:latin typeface="Calibri" panose="020F0502020204030204"/>
                <a:cs typeface="Calibri" panose="020F0502020204030204"/>
              </a:rPr>
              <a:t>Scala</a:t>
            </a:r>
            <a:r>
              <a:rPr sz="2000" b="1" spc="-30" dirty="0">
                <a:latin typeface="Calibri" panose="020F0502020204030204"/>
                <a:cs typeface="Calibri" panose="020F0502020204030204"/>
              </a:rPr>
              <a:t> </a:t>
            </a:r>
            <a:r>
              <a:rPr sz="2000" b="1" dirty="0">
                <a:latin typeface="Calibri" panose="020F0502020204030204"/>
                <a:cs typeface="Calibri" panose="020F0502020204030204"/>
              </a:rPr>
              <a:t>or</a:t>
            </a:r>
            <a:r>
              <a:rPr sz="2000" b="1" spc="-35" dirty="0">
                <a:latin typeface="Calibri" panose="020F0502020204030204"/>
                <a:cs typeface="Calibri" panose="020F0502020204030204"/>
              </a:rPr>
              <a:t> </a:t>
            </a:r>
            <a:r>
              <a:rPr sz="2000" b="1" dirty="0">
                <a:latin typeface="Calibri" panose="020F0502020204030204"/>
                <a:cs typeface="Calibri" panose="020F0502020204030204"/>
              </a:rPr>
              <a:t>Java</a:t>
            </a:r>
            <a:r>
              <a:rPr sz="2000" b="1" spc="-25" dirty="0">
                <a:latin typeface="Calibri" panose="020F0502020204030204"/>
                <a:cs typeface="Calibri" panose="020F0502020204030204"/>
              </a:rPr>
              <a:t> </a:t>
            </a:r>
            <a:r>
              <a:rPr sz="2000" b="1" dirty="0">
                <a:latin typeface="Calibri" panose="020F0502020204030204"/>
                <a:cs typeface="Calibri" panose="020F0502020204030204"/>
              </a:rPr>
              <a:t>Spark</a:t>
            </a:r>
            <a:r>
              <a:rPr sz="2000" b="1" spc="-30" dirty="0">
                <a:latin typeface="Calibri" panose="020F0502020204030204"/>
                <a:cs typeface="Calibri" panose="020F0502020204030204"/>
              </a:rPr>
              <a:t> </a:t>
            </a:r>
            <a:r>
              <a:rPr sz="2000" b="1" dirty="0">
                <a:latin typeface="Calibri" panose="020F0502020204030204"/>
                <a:cs typeface="Calibri" panose="020F0502020204030204"/>
              </a:rPr>
              <a:t>applications</a:t>
            </a:r>
            <a:r>
              <a:rPr sz="2000" b="1" spc="-60" dirty="0">
                <a:latin typeface="Calibri" panose="020F0502020204030204"/>
                <a:cs typeface="Calibri" panose="020F0502020204030204"/>
              </a:rPr>
              <a:t> </a:t>
            </a:r>
            <a:r>
              <a:rPr sz="2000" b="1" dirty="0">
                <a:latin typeface="Calibri" panose="020F0502020204030204"/>
                <a:cs typeface="Calibri" panose="020F0502020204030204"/>
              </a:rPr>
              <a:t>must</a:t>
            </a:r>
            <a:r>
              <a:rPr sz="2000" b="1" spc="-45" dirty="0">
                <a:latin typeface="Calibri" panose="020F0502020204030204"/>
                <a:cs typeface="Calibri" panose="020F0502020204030204"/>
              </a:rPr>
              <a:t> </a:t>
            </a:r>
            <a:r>
              <a:rPr sz="2000" b="1" dirty="0">
                <a:latin typeface="Calibri" panose="020F0502020204030204"/>
                <a:cs typeface="Calibri" panose="020F0502020204030204"/>
              </a:rPr>
              <a:t>be</a:t>
            </a:r>
            <a:r>
              <a:rPr sz="2000" b="1" spc="-35" dirty="0">
                <a:latin typeface="Calibri" panose="020F0502020204030204"/>
                <a:cs typeface="Calibri" panose="020F0502020204030204"/>
              </a:rPr>
              <a:t> </a:t>
            </a:r>
            <a:r>
              <a:rPr sz="2000" b="1" dirty="0">
                <a:latin typeface="Calibri" panose="020F0502020204030204"/>
                <a:cs typeface="Calibri" panose="020F0502020204030204"/>
              </a:rPr>
              <a:t>compiled</a:t>
            </a:r>
            <a:r>
              <a:rPr sz="2000" b="1" spc="-40" dirty="0">
                <a:latin typeface="Calibri" panose="020F0502020204030204"/>
                <a:cs typeface="Calibri" panose="020F0502020204030204"/>
              </a:rPr>
              <a:t> </a:t>
            </a:r>
            <a:r>
              <a:rPr sz="2000" b="1" dirty="0">
                <a:latin typeface="Calibri" panose="020F0502020204030204"/>
                <a:cs typeface="Calibri" panose="020F0502020204030204"/>
              </a:rPr>
              <a:t>and</a:t>
            </a:r>
            <a:r>
              <a:rPr sz="2000" b="1" spc="-30" dirty="0">
                <a:latin typeface="Calibri" panose="020F0502020204030204"/>
                <a:cs typeface="Calibri" panose="020F0502020204030204"/>
              </a:rPr>
              <a:t> </a:t>
            </a:r>
            <a:r>
              <a:rPr sz="2000" b="1" spc="-10" dirty="0">
                <a:latin typeface="Calibri" panose="020F0502020204030204"/>
                <a:cs typeface="Calibri" panose="020F0502020204030204"/>
              </a:rPr>
              <a:t>assembled </a:t>
            </a:r>
            <a:r>
              <a:rPr sz="2000" b="1" dirty="0">
                <a:latin typeface="Calibri" panose="020F0502020204030204"/>
                <a:cs typeface="Calibri" panose="020F0502020204030204"/>
              </a:rPr>
              <a:t>into</a:t>
            </a:r>
            <a:r>
              <a:rPr sz="2000" b="1" spc="-55" dirty="0">
                <a:latin typeface="Calibri" panose="020F0502020204030204"/>
                <a:cs typeface="Calibri" panose="020F0502020204030204"/>
              </a:rPr>
              <a:t> </a:t>
            </a:r>
            <a:r>
              <a:rPr sz="2000" b="1" spc="-25" dirty="0">
                <a:latin typeface="Calibri" panose="020F0502020204030204"/>
                <a:cs typeface="Calibri" panose="020F0502020204030204"/>
              </a:rPr>
              <a:t>JAR</a:t>
            </a:r>
            <a:endParaRPr sz="2000">
              <a:latin typeface="Calibri" panose="020F0502020204030204"/>
              <a:cs typeface="Calibri" panose="020F0502020204030204"/>
            </a:endParaRPr>
          </a:p>
          <a:p>
            <a:pPr marL="12700">
              <a:lnSpc>
                <a:spcPct val="100000"/>
              </a:lnSpc>
            </a:pPr>
            <a:r>
              <a:rPr sz="2000" b="1" spc="-10" dirty="0">
                <a:latin typeface="Calibri" panose="020F0502020204030204"/>
                <a:cs typeface="Calibri" panose="020F0502020204030204"/>
              </a:rPr>
              <a:t>files</a:t>
            </a:r>
            <a:endParaRPr sz="2000">
              <a:latin typeface="Calibri" panose="020F0502020204030204"/>
              <a:cs typeface="Calibri" panose="020F0502020204030204"/>
            </a:endParaRPr>
          </a:p>
          <a:p>
            <a:pPr marL="196215" indent="-183515">
              <a:lnSpc>
                <a:spcPct val="100000"/>
              </a:lnSpc>
              <a:buChar char="–"/>
              <a:tabLst>
                <a:tab pos="196215" algn="l"/>
              </a:tabLst>
            </a:pPr>
            <a:r>
              <a:rPr sz="2000" dirty="0">
                <a:latin typeface="Calibri" panose="020F0502020204030204"/>
                <a:cs typeface="Calibri" panose="020F0502020204030204"/>
              </a:rPr>
              <a:t>JAR</a:t>
            </a:r>
            <a:r>
              <a:rPr sz="2000" spc="-55" dirty="0">
                <a:latin typeface="Calibri" panose="020F0502020204030204"/>
                <a:cs typeface="Calibri" panose="020F0502020204030204"/>
              </a:rPr>
              <a:t> </a:t>
            </a:r>
            <a:r>
              <a:rPr sz="2000" dirty="0">
                <a:latin typeface="Calibri" panose="020F0502020204030204"/>
                <a:cs typeface="Calibri" panose="020F0502020204030204"/>
              </a:rPr>
              <a:t>file</a:t>
            </a:r>
            <a:r>
              <a:rPr sz="2000" spc="-30" dirty="0">
                <a:latin typeface="Calibri" panose="020F0502020204030204"/>
                <a:cs typeface="Calibri" panose="020F0502020204030204"/>
              </a:rPr>
              <a:t> </a:t>
            </a:r>
            <a:r>
              <a:rPr sz="2000" dirty="0">
                <a:latin typeface="Calibri" panose="020F0502020204030204"/>
                <a:cs typeface="Calibri" panose="020F0502020204030204"/>
              </a:rPr>
              <a:t>will</a:t>
            </a:r>
            <a:r>
              <a:rPr sz="2000" spc="-40" dirty="0">
                <a:latin typeface="Calibri" panose="020F0502020204030204"/>
                <a:cs typeface="Calibri" panose="020F0502020204030204"/>
              </a:rPr>
              <a:t> </a:t>
            </a:r>
            <a:r>
              <a:rPr sz="2000" dirty="0">
                <a:latin typeface="Calibri" panose="020F0502020204030204"/>
                <a:cs typeface="Calibri" panose="020F0502020204030204"/>
              </a:rPr>
              <a:t>be</a:t>
            </a:r>
            <a:r>
              <a:rPr sz="2000" spc="-55" dirty="0">
                <a:latin typeface="Calibri" panose="020F0502020204030204"/>
                <a:cs typeface="Calibri" panose="020F0502020204030204"/>
              </a:rPr>
              <a:t> </a:t>
            </a:r>
            <a:r>
              <a:rPr sz="2000" dirty="0">
                <a:latin typeface="Calibri" panose="020F0502020204030204"/>
                <a:cs typeface="Calibri" panose="020F0502020204030204"/>
              </a:rPr>
              <a:t>passed</a:t>
            </a:r>
            <a:r>
              <a:rPr sz="2000" spc="-35" dirty="0">
                <a:latin typeface="Calibri" panose="020F0502020204030204"/>
                <a:cs typeface="Calibri" panose="020F0502020204030204"/>
              </a:rPr>
              <a:t> </a:t>
            </a:r>
            <a:r>
              <a:rPr sz="2000" dirty="0">
                <a:latin typeface="Calibri" panose="020F0502020204030204"/>
                <a:cs typeface="Calibri" panose="020F0502020204030204"/>
              </a:rPr>
              <a:t>to</a:t>
            </a:r>
            <a:r>
              <a:rPr sz="2000" spc="-55" dirty="0">
                <a:latin typeface="Calibri" panose="020F0502020204030204"/>
                <a:cs typeface="Calibri" panose="020F0502020204030204"/>
              </a:rPr>
              <a:t> </a:t>
            </a:r>
            <a:r>
              <a:rPr sz="2000" dirty="0">
                <a:latin typeface="Calibri" panose="020F0502020204030204"/>
                <a:cs typeface="Calibri" panose="020F0502020204030204"/>
              </a:rPr>
              <a:t>worker</a:t>
            </a:r>
            <a:r>
              <a:rPr sz="2000" spc="-45" dirty="0">
                <a:latin typeface="Calibri" panose="020F0502020204030204"/>
                <a:cs typeface="Calibri" panose="020F0502020204030204"/>
              </a:rPr>
              <a:t> </a:t>
            </a:r>
            <a:r>
              <a:rPr sz="2000" spc="-10" dirty="0">
                <a:latin typeface="Calibri" panose="020F0502020204030204"/>
                <a:cs typeface="Calibri" panose="020F0502020204030204"/>
              </a:rPr>
              <a:t>nodes</a:t>
            </a:r>
            <a:endParaRPr sz="2000">
              <a:latin typeface="Calibri" panose="020F0502020204030204"/>
              <a:cs typeface="Calibri" panose="020F0502020204030204"/>
            </a:endParaRPr>
          </a:p>
          <a:p>
            <a:pPr marL="12700">
              <a:lnSpc>
                <a:spcPct val="100000"/>
              </a:lnSpc>
            </a:pPr>
            <a:r>
              <a:rPr sz="2000" dirty="0">
                <a:latin typeface="Calibri" panose="020F0502020204030204"/>
                <a:cs typeface="Calibri" panose="020F0502020204030204"/>
              </a:rPr>
              <a:t>§</a:t>
            </a:r>
            <a:r>
              <a:rPr sz="2000" spc="-25" dirty="0">
                <a:latin typeface="Calibri" panose="020F0502020204030204"/>
                <a:cs typeface="Calibri" panose="020F0502020204030204"/>
              </a:rPr>
              <a:t> </a:t>
            </a:r>
            <a:r>
              <a:rPr sz="2000" b="1" dirty="0">
                <a:latin typeface="Calibri" panose="020F0502020204030204"/>
                <a:cs typeface="Calibri" panose="020F0502020204030204"/>
              </a:rPr>
              <a:t>Apache</a:t>
            </a:r>
            <a:r>
              <a:rPr sz="2000" b="1" spc="-25" dirty="0">
                <a:latin typeface="Calibri" panose="020F0502020204030204"/>
                <a:cs typeface="Calibri" panose="020F0502020204030204"/>
              </a:rPr>
              <a:t> </a:t>
            </a:r>
            <a:r>
              <a:rPr sz="2000" b="1" dirty="0">
                <a:latin typeface="Calibri" panose="020F0502020204030204"/>
                <a:cs typeface="Calibri" panose="020F0502020204030204"/>
              </a:rPr>
              <a:t>Maven</a:t>
            </a:r>
            <a:r>
              <a:rPr sz="2000" b="1" spc="-20" dirty="0">
                <a:latin typeface="Calibri" panose="020F0502020204030204"/>
                <a:cs typeface="Calibri" panose="020F0502020204030204"/>
              </a:rPr>
              <a:t> </a:t>
            </a:r>
            <a:r>
              <a:rPr sz="2000" b="1" dirty="0">
                <a:latin typeface="Calibri" panose="020F0502020204030204"/>
                <a:cs typeface="Calibri" panose="020F0502020204030204"/>
              </a:rPr>
              <a:t>is</a:t>
            </a:r>
            <a:r>
              <a:rPr sz="2000" b="1" spc="-25" dirty="0">
                <a:latin typeface="Calibri" panose="020F0502020204030204"/>
                <a:cs typeface="Calibri" panose="020F0502020204030204"/>
              </a:rPr>
              <a:t> </a:t>
            </a:r>
            <a:r>
              <a:rPr sz="2000" b="1" dirty="0">
                <a:latin typeface="Calibri" panose="020F0502020204030204"/>
                <a:cs typeface="Calibri" panose="020F0502020204030204"/>
              </a:rPr>
              <a:t>a</a:t>
            </a:r>
            <a:r>
              <a:rPr sz="2000" b="1" spc="-35" dirty="0">
                <a:latin typeface="Calibri" panose="020F0502020204030204"/>
                <a:cs typeface="Calibri" panose="020F0502020204030204"/>
              </a:rPr>
              <a:t> </a:t>
            </a:r>
            <a:r>
              <a:rPr sz="2000" b="1" dirty="0">
                <a:latin typeface="Calibri" panose="020F0502020204030204"/>
                <a:cs typeface="Calibri" panose="020F0502020204030204"/>
              </a:rPr>
              <a:t>popular</a:t>
            </a:r>
            <a:r>
              <a:rPr sz="2000" b="1" spc="-40" dirty="0">
                <a:latin typeface="Calibri" panose="020F0502020204030204"/>
                <a:cs typeface="Calibri" panose="020F0502020204030204"/>
              </a:rPr>
              <a:t> </a:t>
            </a:r>
            <a:r>
              <a:rPr sz="2000" b="1" dirty="0">
                <a:latin typeface="Calibri" panose="020F0502020204030204"/>
                <a:cs typeface="Calibri" panose="020F0502020204030204"/>
              </a:rPr>
              <a:t>build</a:t>
            </a:r>
            <a:r>
              <a:rPr sz="2000" b="1" spc="-50" dirty="0">
                <a:latin typeface="Calibri" panose="020F0502020204030204"/>
                <a:cs typeface="Calibri" panose="020F0502020204030204"/>
              </a:rPr>
              <a:t> </a:t>
            </a:r>
            <a:r>
              <a:rPr sz="2000" b="1" spc="-20" dirty="0">
                <a:latin typeface="Calibri" panose="020F0502020204030204"/>
                <a:cs typeface="Calibri" panose="020F0502020204030204"/>
              </a:rPr>
              <a:t>tool</a:t>
            </a:r>
            <a:endParaRPr sz="2000">
              <a:latin typeface="Calibri" panose="020F0502020204030204"/>
              <a:cs typeface="Calibri" panose="020F0502020204030204"/>
            </a:endParaRPr>
          </a:p>
          <a:p>
            <a:pPr marL="196215" indent="-183515">
              <a:lnSpc>
                <a:spcPct val="100000"/>
              </a:lnSpc>
              <a:buChar char="–"/>
              <a:tabLst>
                <a:tab pos="196215" algn="l"/>
              </a:tabLst>
            </a:pPr>
            <a:r>
              <a:rPr sz="2000" dirty="0">
                <a:latin typeface="Calibri" panose="020F0502020204030204"/>
                <a:cs typeface="Calibri" panose="020F0502020204030204"/>
              </a:rPr>
              <a:t>For</a:t>
            </a:r>
            <a:r>
              <a:rPr sz="2000" spc="-50" dirty="0">
                <a:latin typeface="Calibri" panose="020F0502020204030204"/>
                <a:cs typeface="Calibri" panose="020F0502020204030204"/>
              </a:rPr>
              <a:t> </a:t>
            </a:r>
            <a:r>
              <a:rPr sz="2000" dirty="0">
                <a:latin typeface="Calibri" panose="020F0502020204030204"/>
                <a:cs typeface="Calibri" panose="020F0502020204030204"/>
              </a:rPr>
              <a:t>specific</a:t>
            </a:r>
            <a:r>
              <a:rPr sz="2000" spc="-25" dirty="0">
                <a:latin typeface="Calibri" panose="020F0502020204030204"/>
                <a:cs typeface="Calibri" panose="020F0502020204030204"/>
              </a:rPr>
              <a:t> </a:t>
            </a:r>
            <a:r>
              <a:rPr sz="2000" dirty="0">
                <a:latin typeface="Calibri" panose="020F0502020204030204"/>
                <a:cs typeface="Calibri" panose="020F0502020204030204"/>
              </a:rPr>
              <a:t>setting</a:t>
            </a:r>
            <a:r>
              <a:rPr sz="2000" spc="-35" dirty="0">
                <a:latin typeface="Calibri" panose="020F0502020204030204"/>
                <a:cs typeface="Calibri" panose="020F0502020204030204"/>
              </a:rPr>
              <a:t> </a:t>
            </a:r>
            <a:r>
              <a:rPr sz="2000" spc="-10" dirty="0">
                <a:latin typeface="Calibri" panose="020F0502020204030204"/>
                <a:cs typeface="Calibri" panose="020F0502020204030204"/>
              </a:rPr>
              <a:t>recommendations,</a:t>
            </a:r>
            <a:r>
              <a:rPr sz="2000" spc="-40" dirty="0">
                <a:latin typeface="Calibri" panose="020F0502020204030204"/>
                <a:cs typeface="Calibri" panose="020F0502020204030204"/>
              </a:rPr>
              <a:t> </a:t>
            </a:r>
            <a:r>
              <a:rPr sz="2000" dirty="0">
                <a:latin typeface="Calibri" panose="020F0502020204030204"/>
                <a:cs typeface="Calibri" panose="020F0502020204030204"/>
              </a:rPr>
              <a:t>see</a:t>
            </a:r>
            <a:r>
              <a:rPr sz="2000" spc="-25" dirty="0">
                <a:latin typeface="Calibri" panose="020F0502020204030204"/>
                <a:cs typeface="Calibri" panose="020F0502020204030204"/>
              </a:rPr>
              <a:t> </a:t>
            </a:r>
            <a:r>
              <a:rPr sz="2000" dirty="0">
                <a:latin typeface="Calibri" panose="020F0502020204030204"/>
                <a:cs typeface="Calibri" panose="020F0502020204030204"/>
              </a:rPr>
              <a:t>the</a:t>
            </a:r>
            <a:r>
              <a:rPr sz="2000" spc="-40" dirty="0">
                <a:latin typeface="Calibri" panose="020F0502020204030204"/>
                <a:cs typeface="Calibri" panose="020F0502020204030204"/>
              </a:rPr>
              <a:t> </a:t>
            </a:r>
            <a:r>
              <a:rPr sz="2000" dirty="0">
                <a:latin typeface="Calibri" panose="020F0502020204030204"/>
                <a:cs typeface="Calibri" panose="020F0502020204030204"/>
              </a:rPr>
              <a:t>Spark</a:t>
            </a:r>
            <a:r>
              <a:rPr sz="2000" spc="-45" dirty="0">
                <a:latin typeface="Calibri" panose="020F0502020204030204"/>
                <a:cs typeface="Calibri" panose="020F0502020204030204"/>
              </a:rPr>
              <a:t> </a:t>
            </a:r>
            <a:r>
              <a:rPr sz="2000" spc="-10" dirty="0">
                <a:latin typeface="Calibri" panose="020F0502020204030204"/>
                <a:cs typeface="Calibri" panose="020F0502020204030204"/>
              </a:rPr>
              <a:t>Programming</a:t>
            </a:r>
            <a:endParaRPr sz="2000">
              <a:latin typeface="Calibri" panose="020F0502020204030204"/>
              <a:cs typeface="Calibri" panose="020F0502020204030204"/>
            </a:endParaRPr>
          </a:p>
          <a:p>
            <a:pPr marL="12700">
              <a:lnSpc>
                <a:spcPct val="100000"/>
              </a:lnSpc>
              <a:spcBef>
                <a:spcPts val="5"/>
              </a:spcBef>
            </a:pPr>
            <a:r>
              <a:rPr sz="2000" spc="-10" dirty="0">
                <a:latin typeface="Calibri" panose="020F0502020204030204"/>
                <a:cs typeface="Calibri" panose="020F0502020204030204"/>
              </a:rPr>
              <a:t>Guide</a:t>
            </a:r>
            <a:endParaRPr sz="2000">
              <a:latin typeface="Calibri" panose="020F0502020204030204"/>
              <a:cs typeface="Calibri" panose="020F0502020204030204"/>
            </a:endParaRPr>
          </a:p>
          <a:p>
            <a:pPr marL="12700">
              <a:lnSpc>
                <a:spcPct val="100000"/>
              </a:lnSpc>
            </a:pPr>
            <a:r>
              <a:rPr sz="2000" dirty="0">
                <a:latin typeface="Calibri" panose="020F0502020204030204"/>
                <a:cs typeface="Calibri" panose="020F0502020204030204"/>
              </a:rPr>
              <a:t>§</a:t>
            </a:r>
            <a:r>
              <a:rPr sz="2000" spc="-35" dirty="0">
                <a:latin typeface="Calibri" panose="020F0502020204030204"/>
                <a:cs typeface="Calibri" panose="020F0502020204030204"/>
              </a:rPr>
              <a:t> </a:t>
            </a:r>
            <a:r>
              <a:rPr sz="2000" b="1" dirty="0">
                <a:latin typeface="Calibri" panose="020F0502020204030204"/>
                <a:cs typeface="Calibri" panose="020F0502020204030204"/>
              </a:rPr>
              <a:t>Build</a:t>
            </a:r>
            <a:r>
              <a:rPr sz="2000" b="1" spc="-60" dirty="0">
                <a:latin typeface="Calibri" panose="020F0502020204030204"/>
                <a:cs typeface="Calibri" panose="020F0502020204030204"/>
              </a:rPr>
              <a:t> </a:t>
            </a:r>
            <a:r>
              <a:rPr sz="2000" b="1" dirty="0">
                <a:latin typeface="Calibri" panose="020F0502020204030204"/>
                <a:cs typeface="Calibri" panose="020F0502020204030204"/>
              </a:rPr>
              <a:t>details</a:t>
            </a:r>
            <a:r>
              <a:rPr sz="2000" b="1" spc="-40" dirty="0">
                <a:latin typeface="Calibri" panose="020F0502020204030204"/>
                <a:cs typeface="Calibri" panose="020F0502020204030204"/>
              </a:rPr>
              <a:t> </a:t>
            </a:r>
            <a:r>
              <a:rPr sz="2000" b="1" dirty="0">
                <a:latin typeface="Calibri" panose="020F0502020204030204"/>
                <a:cs typeface="Calibri" panose="020F0502020204030204"/>
              </a:rPr>
              <a:t>will</a:t>
            </a:r>
            <a:r>
              <a:rPr sz="2000" b="1" spc="-55" dirty="0">
                <a:latin typeface="Calibri" panose="020F0502020204030204"/>
                <a:cs typeface="Calibri" panose="020F0502020204030204"/>
              </a:rPr>
              <a:t> </a:t>
            </a:r>
            <a:r>
              <a:rPr sz="2000" b="1" dirty="0">
                <a:latin typeface="Calibri" panose="020F0502020204030204"/>
                <a:cs typeface="Calibri" panose="020F0502020204030204"/>
              </a:rPr>
              <a:t>differ</a:t>
            </a:r>
            <a:r>
              <a:rPr sz="2000" b="1" spc="-40" dirty="0">
                <a:latin typeface="Calibri" panose="020F0502020204030204"/>
                <a:cs typeface="Calibri" panose="020F0502020204030204"/>
              </a:rPr>
              <a:t> </a:t>
            </a:r>
            <a:r>
              <a:rPr sz="2000" b="1" dirty="0">
                <a:latin typeface="Calibri" panose="020F0502020204030204"/>
                <a:cs typeface="Calibri" panose="020F0502020204030204"/>
              </a:rPr>
              <a:t>depending</a:t>
            </a:r>
            <a:r>
              <a:rPr sz="2000" b="1" spc="-50" dirty="0">
                <a:latin typeface="Calibri" panose="020F0502020204030204"/>
                <a:cs typeface="Calibri" panose="020F0502020204030204"/>
              </a:rPr>
              <a:t> </a:t>
            </a:r>
            <a:r>
              <a:rPr sz="2000" b="1" spc="-25" dirty="0">
                <a:latin typeface="Calibri" panose="020F0502020204030204"/>
                <a:cs typeface="Calibri" panose="020F0502020204030204"/>
              </a:rPr>
              <a:t>on</a:t>
            </a:r>
            <a:endParaRPr sz="2000">
              <a:latin typeface="Calibri" panose="020F0502020204030204"/>
              <a:cs typeface="Calibri" panose="020F0502020204030204"/>
            </a:endParaRPr>
          </a:p>
          <a:p>
            <a:pPr marL="196215" indent="-183515">
              <a:lnSpc>
                <a:spcPct val="100000"/>
              </a:lnSpc>
              <a:buChar char="–"/>
              <a:tabLst>
                <a:tab pos="196215" algn="l"/>
              </a:tabLst>
            </a:pPr>
            <a:r>
              <a:rPr sz="2000" spc="-20" dirty="0">
                <a:latin typeface="Calibri" panose="020F0502020204030204"/>
                <a:cs typeface="Calibri" panose="020F0502020204030204"/>
              </a:rPr>
              <a:t>Version</a:t>
            </a:r>
            <a:r>
              <a:rPr sz="2000" spc="-35" dirty="0">
                <a:latin typeface="Calibri" panose="020F0502020204030204"/>
                <a:cs typeface="Calibri" panose="020F0502020204030204"/>
              </a:rPr>
              <a:t> </a:t>
            </a:r>
            <a:r>
              <a:rPr sz="2000" dirty="0">
                <a:latin typeface="Calibri" panose="020F0502020204030204"/>
                <a:cs typeface="Calibri" panose="020F0502020204030204"/>
              </a:rPr>
              <a:t>of</a:t>
            </a:r>
            <a:r>
              <a:rPr sz="2000" spc="-45" dirty="0">
                <a:latin typeface="Calibri" panose="020F0502020204030204"/>
                <a:cs typeface="Calibri" panose="020F0502020204030204"/>
              </a:rPr>
              <a:t> </a:t>
            </a:r>
            <a:r>
              <a:rPr sz="2000" dirty="0">
                <a:latin typeface="Calibri" panose="020F0502020204030204"/>
                <a:cs typeface="Calibri" panose="020F0502020204030204"/>
              </a:rPr>
              <a:t>Hadoop</a:t>
            </a:r>
            <a:r>
              <a:rPr sz="2000" spc="-55" dirty="0">
                <a:latin typeface="Calibri" panose="020F0502020204030204"/>
                <a:cs typeface="Calibri" panose="020F0502020204030204"/>
              </a:rPr>
              <a:t> </a:t>
            </a:r>
            <a:r>
              <a:rPr sz="2000" spc="-10" dirty="0">
                <a:latin typeface="Calibri" panose="020F0502020204030204"/>
                <a:cs typeface="Calibri" panose="020F0502020204030204"/>
              </a:rPr>
              <a:t>(HDFS)</a:t>
            </a:r>
            <a:endParaRPr sz="2000">
              <a:latin typeface="Calibri" panose="020F0502020204030204"/>
              <a:cs typeface="Calibri" panose="020F0502020204030204"/>
            </a:endParaRPr>
          </a:p>
          <a:p>
            <a:pPr marL="12700">
              <a:lnSpc>
                <a:spcPct val="100000"/>
              </a:lnSpc>
            </a:pPr>
            <a:r>
              <a:rPr sz="2000" spc="-10" dirty="0">
                <a:latin typeface="Calibri" panose="020F0502020204030204"/>
                <a:cs typeface="Calibri" panose="020F0502020204030204"/>
              </a:rPr>
              <a:t>–</a:t>
            </a:r>
            <a:r>
              <a:rPr sz="2000" dirty="0">
                <a:latin typeface="Calibri" panose="020F0502020204030204"/>
                <a:cs typeface="Calibri" panose="020F0502020204030204"/>
              </a:rPr>
              <a:t>Deployment</a:t>
            </a:r>
            <a:r>
              <a:rPr sz="2000" spc="-85" dirty="0">
                <a:latin typeface="Calibri" panose="020F0502020204030204"/>
                <a:cs typeface="Calibri" panose="020F0502020204030204"/>
              </a:rPr>
              <a:t> </a:t>
            </a:r>
            <a:r>
              <a:rPr sz="2000" dirty="0">
                <a:latin typeface="Calibri" panose="020F0502020204030204"/>
                <a:cs typeface="Calibri" panose="020F0502020204030204"/>
              </a:rPr>
              <a:t>platform</a:t>
            </a:r>
            <a:r>
              <a:rPr sz="2000" spc="-65" dirty="0">
                <a:latin typeface="Calibri" panose="020F0502020204030204"/>
                <a:cs typeface="Calibri" panose="020F0502020204030204"/>
              </a:rPr>
              <a:t> </a:t>
            </a:r>
            <a:r>
              <a:rPr sz="2000" spc="-20" dirty="0">
                <a:latin typeface="Calibri" panose="020F0502020204030204"/>
                <a:cs typeface="Calibri" panose="020F0502020204030204"/>
              </a:rPr>
              <a:t>(YARN,</a:t>
            </a:r>
            <a:r>
              <a:rPr sz="2000" spc="-95" dirty="0">
                <a:latin typeface="Calibri" panose="020F0502020204030204"/>
                <a:cs typeface="Calibri" panose="020F0502020204030204"/>
              </a:rPr>
              <a:t> </a:t>
            </a:r>
            <a:r>
              <a:rPr sz="2000" dirty="0">
                <a:latin typeface="Calibri" panose="020F0502020204030204"/>
                <a:cs typeface="Calibri" panose="020F0502020204030204"/>
              </a:rPr>
              <a:t>Mesos,</a:t>
            </a:r>
            <a:r>
              <a:rPr sz="2000" spc="-60" dirty="0">
                <a:latin typeface="Calibri" panose="020F0502020204030204"/>
                <a:cs typeface="Calibri" panose="020F0502020204030204"/>
              </a:rPr>
              <a:t> </a:t>
            </a:r>
            <a:r>
              <a:rPr sz="2000" dirty="0">
                <a:latin typeface="Calibri" panose="020F0502020204030204"/>
                <a:cs typeface="Calibri" panose="020F0502020204030204"/>
              </a:rPr>
              <a:t>Spark</a:t>
            </a:r>
            <a:r>
              <a:rPr sz="2000" spc="-70" dirty="0">
                <a:latin typeface="Calibri" panose="020F0502020204030204"/>
                <a:cs typeface="Calibri" panose="020F0502020204030204"/>
              </a:rPr>
              <a:t> </a:t>
            </a:r>
            <a:r>
              <a:rPr sz="2000" spc="-10" dirty="0">
                <a:latin typeface="Calibri" panose="020F0502020204030204"/>
                <a:cs typeface="Calibri" panose="020F0502020204030204"/>
              </a:rPr>
              <a:t>Standalone)</a:t>
            </a:r>
            <a:endParaRPr sz="2000">
              <a:latin typeface="Calibri" panose="020F0502020204030204"/>
              <a:cs typeface="Calibri" panose="020F0502020204030204"/>
            </a:endParaRPr>
          </a:p>
          <a:p>
            <a:pPr marL="12700">
              <a:lnSpc>
                <a:spcPct val="100000"/>
              </a:lnSpc>
            </a:pPr>
            <a:r>
              <a:rPr sz="2000" dirty="0">
                <a:latin typeface="Calibri" panose="020F0502020204030204"/>
                <a:cs typeface="Calibri" panose="020F0502020204030204"/>
              </a:rPr>
              <a:t>§</a:t>
            </a:r>
            <a:r>
              <a:rPr sz="2000" spc="-40" dirty="0">
                <a:latin typeface="Calibri" panose="020F0502020204030204"/>
                <a:cs typeface="Calibri" panose="020F0502020204030204"/>
              </a:rPr>
              <a:t> </a:t>
            </a:r>
            <a:r>
              <a:rPr sz="2000" b="1" dirty="0">
                <a:latin typeface="Calibri" panose="020F0502020204030204"/>
                <a:cs typeface="Calibri" panose="020F0502020204030204"/>
              </a:rPr>
              <a:t>Consider</a:t>
            </a:r>
            <a:r>
              <a:rPr sz="2000" b="1" spc="-55" dirty="0">
                <a:latin typeface="Calibri" panose="020F0502020204030204"/>
                <a:cs typeface="Calibri" panose="020F0502020204030204"/>
              </a:rPr>
              <a:t> </a:t>
            </a:r>
            <a:r>
              <a:rPr sz="2000" b="1" dirty="0">
                <a:latin typeface="Calibri" panose="020F0502020204030204"/>
                <a:cs typeface="Calibri" panose="020F0502020204030204"/>
              </a:rPr>
              <a:t>using</a:t>
            </a:r>
            <a:r>
              <a:rPr sz="2000" b="1" spc="-60" dirty="0">
                <a:latin typeface="Calibri" panose="020F0502020204030204"/>
                <a:cs typeface="Calibri" panose="020F0502020204030204"/>
              </a:rPr>
              <a:t> </a:t>
            </a:r>
            <a:r>
              <a:rPr sz="2000" b="1" dirty="0">
                <a:latin typeface="Calibri" panose="020F0502020204030204"/>
                <a:cs typeface="Calibri" panose="020F0502020204030204"/>
              </a:rPr>
              <a:t>an</a:t>
            </a:r>
            <a:r>
              <a:rPr sz="2000" b="1" spc="-40" dirty="0">
                <a:latin typeface="Calibri" panose="020F0502020204030204"/>
                <a:cs typeface="Calibri" panose="020F0502020204030204"/>
              </a:rPr>
              <a:t> </a:t>
            </a:r>
            <a:r>
              <a:rPr sz="2000" b="1" spc="-10" dirty="0">
                <a:latin typeface="Calibri" panose="020F0502020204030204"/>
                <a:cs typeface="Calibri" panose="020F0502020204030204"/>
              </a:rPr>
              <a:t>Integrated</a:t>
            </a:r>
            <a:r>
              <a:rPr sz="2000" b="1" spc="-35" dirty="0">
                <a:latin typeface="Calibri" panose="020F0502020204030204"/>
                <a:cs typeface="Calibri" panose="020F0502020204030204"/>
              </a:rPr>
              <a:t> </a:t>
            </a:r>
            <a:r>
              <a:rPr sz="2000" b="1" dirty="0">
                <a:latin typeface="Calibri" panose="020F0502020204030204"/>
                <a:cs typeface="Calibri" panose="020F0502020204030204"/>
              </a:rPr>
              <a:t>Development</a:t>
            </a:r>
            <a:r>
              <a:rPr sz="2000" b="1" spc="-50" dirty="0">
                <a:latin typeface="Calibri" panose="020F0502020204030204"/>
                <a:cs typeface="Calibri" panose="020F0502020204030204"/>
              </a:rPr>
              <a:t> </a:t>
            </a:r>
            <a:r>
              <a:rPr sz="2000" b="1" dirty="0">
                <a:latin typeface="Calibri" panose="020F0502020204030204"/>
                <a:cs typeface="Calibri" panose="020F0502020204030204"/>
              </a:rPr>
              <a:t>Environment</a:t>
            </a:r>
            <a:r>
              <a:rPr sz="2000" b="1" spc="-60" dirty="0">
                <a:latin typeface="Calibri" panose="020F0502020204030204"/>
                <a:cs typeface="Calibri" panose="020F0502020204030204"/>
              </a:rPr>
              <a:t> </a:t>
            </a:r>
            <a:r>
              <a:rPr sz="2000" b="1" spc="-20" dirty="0">
                <a:latin typeface="Calibri" panose="020F0502020204030204"/>
                <a:cs typeface="Calibri" panose="020F0502020204030204"/>
              </a:rPr>
              <a:t>(IDE)</a:t>
            </a:r>
            <a:endParaRPr sz="2000">
              <a:latin typeface="Calibri" panose="020F0502020204030204"/>
              <a:cs typeface="Calibri" panose="020F0502020204030204"/>
            </a:endParaRPr>
          </a:p>
          <a:p>
            <a:pPr marL="196215" indent="-183515">
              <a:lnSpc>
                <a:spcPts val="2365"/>
              </a:lnSpc>
              <a:buChar char="–"/>
              <a:tabLst>
                <a:tab pos="196215" algn="l"/>
              </a:tabLst>
            </a:pPr>
            <a:r>
              <a:rPr sz="2000" dirty="0">
                <a:latin typeface="Calibri" panose="020F0502020204030204"/>
                <a:cs typeface="Calibri" panose="020F0502020204030204"/>
              </a:rPr>
              <a:t>IntelliJ</a:t>
            </a:r>
            <a:r>
              <a:rPr sz="2000" spc="-45" dirty="0">
                <a:latin typeface="Calibri" panose="020F0502020204030204"/>
                <a:cs typeface="Calibri" panose="020F0502020204030204"/>
              </a:rPr>
              <a:t> </a:t>
            </a:r>
            <a:r>
              <a:rPr sz="2000" dirty="0">
                <a:latin typeface="Calibri" panose="020F0502020204030204"/>
                <a:cs typeface="Calibri" panose="020F0502020204030204"/>
              </a:rPr>
              <a:t>or</a:t>
            </a:r>
            <a:r>
              <a:rPr sz="2000" spc="-50" dirty="0">
                <a:latin typeface="Calibri" panose="020F0502020204030204"/>
                <a:cs typeface="Calibri" panose="020F0502020204030204"/>
              </a:rPr>
              <a:t> </a:t>
            </a:r>
            <a:r>
              <a:rPr sz="2000" dirty="0">
                <a:latin typeface="Calibri" panose="020F0502020204030204"/>
                <a:cs typeface="Calibri" panose="020F0502020204030204"/>
              </a:rPr>
              <a:t>Eclipse</a:t>
            </a:r>
            <a:r>
              <a:rPr sz="2000" spc="-50" dirty="0">
                <a:latin typeface="Calibri" panose="020F0502020204030204"/>
                <a:cs typeface="Calibri" panose="020F0502020204030204"/>
              </a:rPr>
              <a:t> </a:t>
            </a:r>
            <a:r>
              <a:rPr sz="2000" dirty="0">
                <a:latin typeface="Calibri" panose="020F0502020204030204"/>
                <a:cs typeface="Calibri" panose="020F0502020204030204"/>
              </a:rPr>
              <a:t>are</a:t>
            </a:r>
            <a:r>
              <a:rPr sz="2000" spc="-50" dirty="0">
                <a:latin typeface="Calibri" panose="020F0502020204030204"/>
                <a:cs typeface="Calibri" panose="020F0502020204030204"/>
              </a:rPr>
              <a:t> </a:t>
            </a:r>
            <a:r>
              <a:rPr sz="2000" dirty="0">
                <a:latin typeface="Calibri" panose="020F0502020204030204"/>
                <a:cs typeface="Calibri" panose="020F0502020204030204"/>
              </a:rPr>
              <a:t>two</a:t>
            </a:r>
            <a:r>
              <a:rPr sz="2000" spc="-55" dirty="0">
                <a:latin typeface="Calibri" panose="020F0502020204030204"/>
                <a:cs typeface="Calibri" panose="020F0502020204030204"/>
              </a:rPr>
              <a:t> </a:t>
            </a:r>
            <a:r>
              <a:rPr sz="2000" dirty="0">
                <a:latin typeface="Calibri" panose="020F0502020204030204"/>
                <a:cs typeface="Calibri" panose="020F0502020204030204"/>
              </a:rPr>
              <a:t>popular</a:t>
            </a:r>
            <a:r>
              <a:rPr sz="2000" spc="-65" dirty="0">
                <a:latin typeface="Calibri" panose="020F0502020204030204"/>
                <a:cs typeface="Calibri" panose="020F0502020204030204"/>
              </a:rPr>
              <a:t> </a:t>
            </a:r>
            <a:r>
              <a:rPr sz="2000" spc="-10" dirty="0">
                <a:latin typeface="Calibri" panose="020F0502020204030204"/>
                <a:cs typeface="Calibri" panose="020F0502020204030204"/>
              </a:rPr>
              <a:t>examples</a:t>
            </a:r>
            <a:endParaRPr sz="2000">
              <a:latin typeface="Calibri" panose="020F0502020204030204"/>
              <a:cs typeface="Calibri" panose="020F0502020204030204"/>
            </a:endParaRPr>
          </a:p>
          <a:p>
            <a:pPr marL="196215" indent="-183515">
              <a:lnSpc>
                <a:spcPts val="2365"/>
              </a:lnSpc>
              <a:buChar char="–"/>
              <a:tabLst>
                <a:tab pos="196215" algn="l"/>
              </a:tabLst>
            </a:pPr>
            <a:r>
              <a:rPr sz="2000" dirty="0">
                <a:latin typeface="Calibri" panose="020F0502020204030204"/>
                <a:cs typeface="Calibri" panose="020F0502020204030204"/>
              </a:rPr>
              <a:t>Can</a:t>
            </a:r>
            <a:r>
              <a:rPr sz="2000" spc="490" dirty="0">
                <a:latin typeface="Calibri" panose="020F0502020204030204"/>
                <a:cs typeface="Calibri" panose="020F0502020204030204"/>
              </a:rPr>
              <a:t> </a:t>
            </a:r>
            <a:r>
              <a:rPr sz="2000" dirty="0">
                <a:latin typeface="Calibri" panose="020F0502020204030204"/>
                <a:cs typeface="Calibri" panose="020F0502020204030204"/>
              </a:rPr>
              <a:t>run</a:t>
            </a:r>
            <a:r>
              <a:rPr sz="2000" spc="-15" dirty="0">
                <a:latin typeface="Calibri" panose="020F0502020204030204"/>
                <a:cs typeface="Calibri" panose="020F0502020204030204"/>
              </a:rPr>
              <a:t> </a:t>
            </a:r>
            <a:r>
              <a:rPr sz="2000" dirty="0">
                <a:latin typeface="Calibri" panose="020F0502020204030204"/>
                <a:cs typeface="Calibri" panose="020F0502020204030204"/>
              </a:rPr>
              <a:t>Spark</a:t>
            </a:r>
            <a:r>
              <a:rPr sz="2000" spc="-15" dirty="0">
                <a:latin typeface="Calibri" panose="020F0502020204030204"/>
                <a:cs typeface="Calibri" panose="020F0502020204030204"/>
              </a:rPr>
              <a:t> </a:t>
            </a:r>
            <a:r>
              <a:rPr sz="2000" dirty="0">
                <a:latin typeface="Calibri" panose="020F0502020204030204"/>
                <a:cs typeface="Calibri" panose="020F0502020204030204"/>
              </a:rPr>
              <a:t>locally</a:t>
            </a:r>
            <a:r>
              <a:rPr sz="2000" spc="-25" dirty="0">
                <a:latin typeface="Calibri" panose="020F0502020204030204"/>
                <a:cs typeface="Calibri" panose="020F0502020204030204"/>
              </a:rPr>
              <a:t> </a:t>
            </a:r>
            <a:r>
              <a:rPr sz="2000" dirty="0">
                <a:latin typeface="Calibri" panose="020F0502020204030204"/>
                <a:cs typeface="Calibri" panose="020F0502020204030204"/>
              </a:rPr>
              <a:t>in</a:t>
            </a:r>
            <a:r>
              <a:rPr sz="2000" spc="-15" dirty="0">
                <a:latin typeface="Calibri" panose="020F0502020204030204"/>
                <a:cs typeface="Calibri" panose="020F0502020204030204"/>
              </a:rPr>
              <a:t> </a:t>
            </a:r>
            <a:r>
              <a:rPr sz="2000" dirty="0">
                <a:latin typeface="Calibri" panose="020F0502020204030204"/>
                <a:cs typeface="Calibri" panose="020F0502020204030204"/>
              </a:rPr>
              <a:t>a</a:t>
            </a:r>
            <a:r>
              <a:rPr sz="2000" spc="-20" dirty="0">
                <a:latin typeface="Calibri" panose="020F0502020204030204"/>
                <a:cs typeface="Calibri" panose="020F0502020204030204"/>
              </a:rPr>
              <a:t> </a:t>
            </a:r>
            <a:r>
              <a:rPr sz="2000" spc="-10" dirty="0">
                <a:latin typeface="Calibri" panose="020F0502020204030204"/>
                <a:cs typeface="Calibri" panose="020F0502020204030204"/>
              </a:rPr>
              <a:t>debugger</a:t>
            </a:r>
            <a:endParaRPr sz="20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845820">
              <a:lnSpc>
                <a:spcPct val="100000"/>
              </a:lnSpc>
              <a:spcBef>
                <a:spcPts val="105"/>
              </a:spcBef>
            </a:pPr>
            <a:r>
              <a:rPr dirty="0"/>
              <a:t>Running</a:t>
            </a:r>
            <a:r>
              <a:rPr spc="-10" dirty="0"/>
              <a:t> </a:t>
            </a:r>
            <a:r>
              <a:rPr dirty="0"/>
              <a:t>a</a:t>
            </a:r>
            <a:r>
              <a:rPr spc="-5" dirty="0"/>
              <a:t> </a:t>
            </a:r>
            <a:r>
              <a:rPr dirty="0"/>
              <a:t>Spark</a:t>
            </a:r>
            <a:r>
              <a:rPr spc="-10" dirty="0"/>
              <a:t> Application</a:t>
            </a:r>
          </a:p>
        </p:txBody>
      </p:sp>
      <p:sp>
        <p:nvSpPr>
          <p:cNvPr id="3" name="object 3"/>
          <p:cNvSpPr txBox="1"/>
          <p:nvPr/>
        </p:nvSpPr>
        <p:spPr>
          <a:xfrm>
            <a:off x="626465" y="1842338"/>
            <a:ext cx="7686675" cy="746760"/>
          </a:xfrm>
          <a:prstGeom prst="rect">
            <a:avLst/>
          </a:prstGeom>
        </p:spPr>
        <p:txBody>
          <a:bodyPr vert="horz" wrap="square" lIns="0" tIns="12700" rIns="0" bIns="0" rtlCol="0">
            <a:spAutoFit/>
          </a:bodyPr>
          <a:lstStyle/>
          <a:p>
            <a:pPr marL="12700">
              <a:lnSpc>
                <a:spcPts val="2840"/>
              </a:lnSpc>
              <a:spcBef>
                <a:spcPts val="100"/>
              </a:spcBef>
            </a:pPr>
            <a:r>
              <a:rPr sz="2400" b="1" dirty="0">
                <a:latin typeface="Calibri" panose="020F0502020204030204"/>
                <a:cs typeface="Calibri" panose="020F0502020204030204"/>
              </a:rPr>
              <a:t>The</a:t>
            </a:r>
            <a:r>
              <a:rPr sz="2400" b="1" spc="-50" dirty="0">
                <a:latin typeface="Calibri" panose="020F0502020204030204"/>
                <a:cs typeface="Calibri" panose="020F0502020204030204"/>
              </a:rPr>
              <a:t> </a:t>
            </a:r>
            <a:r>
              <a:rPr sz="2400" b="1" dirty="0">
                <a:latin typeface="Calibri" panose="020F0502020204030204"/>
                <a:cs typeface="Calibri" panose="020F0502020204030204"/>
              </a:rPr>
              <a:t>easiest</a:t>
            </a:r>
            <a:r>
              <a:rPr sz="2400" b="1" spc="-40" dirty="0">
                <a:latin typeface="Calibri" panose="020F0502020204030204"/>
                <a:cs typeface="Calibri" panose="020F0502020204030204"/>
              </a:rPr>
              <a:t> </a:t>
            </a:r>
            <a:r>
              <a:rPr sz="2400" b="1" dirty="0">
                <a:latin typeface="Calibri" panose="020F0502020204030204"/>
                <a:cs typeface="Calibri" panose="020F0502020204030204"/>
              </a:rPr>
              <a:t>way</a:t>
            </a:r>
            <a:r>
              <a:rPr sz="2400" b="1" spc="-45" dirty="0">
                <a:latin typeface="Calibri" panose="020F0502020204030204"/>
                <a:cs typeface="Calibri" panose="020F0502020204030204"/>
              </a:rPr>
              <a:t> </a:t>
            </a:r>
            <a:r>
              <a:rPr sz="2400" b="1" dirty="0">
                <a:latin typeface="Calibri" panose="020F0502020204030204"/>
                <a:cs typeface="Calibri" panose="020F0502020204030204"/>
              </a:rPr>
              <a:t>to</a:t>
            </a:r>
            <a:r>
              <a:rPr sz="2400" b="1" spc="-55" dirty="0">
                <a:latin typeface="Calibri" panose="020F0502020204030204"/>
                <a:cs typeface="Calibri" panose="020F0502020204030204"/>
              </a:rPr>
              <a:t> </a:t>
            </a:r>
            <a:r>
              <a:rPr sz="2400" b="1" dirty="0">
                <a:latin typeface="Calibri" panose="020F0502020204030204"/>
                <a:cs typeface="Calibri" panose="020F0502020204030204"/>
              </a:rPr>
              <a:t>run</a:t>
            </a:r>
            <a:r>
              <a:rPr sz="2400" b="1" spc="-50" dirty="0">
                <a:latin typeface="Calibri" panose="020F0502020204030204"/>
                <a:cs typeface="Calibri" panose="020F0502020204030204"/>
              </a:rPr>
              <a:t> </a:t>
            </a:r>
            <a:r>
              <a:rPr sz="2400" b="1" dirty="0">
                <a:latin typeface="Calibri" panose="020F0502020204030204"/>
                <a:cs typeface="Calibri" panose="020F0502020204030204"/>
              </a:rPr>
              <a:t>a</a:t>
            </a:r>
            <a:r>
              <a:rPr sz="2400" b="1" spc="-5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5" dirty="0">
                <a:latin typeface="Calibri" panose="020F0502020204030204"/>
                <a:cs typeface="Calibri" panose="020F0502020204030204"/>
              </a:rPr>
              <a:t> </a:t>
            </a:r>
            <a:r>
              <a:rPr sz="2400" b="1" dirty="0">
                <a:latin typeface="Calibri" panose="020F0502020204030204"/>
                <a:cs typeface="Calibri" panose="020F0502020204030204"/>
              </a:rPr>
              <a:t>application</a:t>
            </a:r>
            <a:r>
              <a:rPr sz="2400" b="1" spc="-40" dirty="0">
                <a:latin typeface="Calibri" panose="020F0502020204030204"/>
                <a:cs typeface="Calibri" panose="020F0502020204030204"/>
              </a:rPr>
              <a:t> </a:t>
            </a:r>
            <a:r>
              <a:rPr sz="2400" b="1" dirty="0">
                <a:latin typeface="Calibri" panose="020F0502020204030204"/>
                <a:cs typeface="Calibri" panose="020F0502020204030204"/>
              </a:rPr>
              <a:t>is</a:t>
            </a:r>
            <a:r>
              <a:rPr sz="2400" b="1" spc="-45" dirty="0">
                <a:latin typeface="Calibri" panose="020F0502020204030204"/>
                <a:cs typeface="Calibri" panose="020F0502020204030204"/>
              </a:rPr>
              <a:t> </a:t>
            </a:r>
            <a:r>
              <a:rPr sz="2400" b="1" dirty="0">
                <a:latin typeface="Calibri" panose="020F0502020204030204"/>
                <a:cs typeface="Calibri" panose="020F0502020204030204"/>
              </a:rPr>
              <a:t>using</a:t>
            </a:r>
            <a:r>
              <a:rPr sz="2400" b="1" spc="-40" dirty="0">
                <a:latin typeface="Calibri" panose="020F0502020204030204"/>
                <a:cs typeface="Calibri" panose="020F0502020204030204"/>
              </a:rPr>
              <a:t> </a:t>
            </a:r>
            <a:r>
              <a:rPr sz="2400" b="1" dirty="0">
                <a:latin typeface="Calibri" panose="020F0502020204030204"/>
                <a:cs typeface="Calibri" panose="020F0502020204030204"/>
              </a:rPr>
              <a:t>the</a:t>
            </a:r>
            <a:r>
              <a:rPr sz="2400" b="1" spc="-20" dirty="0">
                <a:latin typeface="Calibri" panose="020F0502020204030204"/>
                <a:cs typeface="Calibri" panose="020F0502020204030204"/>
              </a:rPr>
              <a:t> </a:t>
            </a:r>
            <a:r>
              <a:rPr sz="2400" b="1" spc="-10" dirty="0">
                <a:latin typeface="Calibri" panose="020F0502020204030204"/>
                <a:cs typeface="Calibri" panose="020F0502020204030204"/>
              </a:rPr>
              <a:t>spark-</a:t>
            </a:r>
            <a:endParaRPr sz="2400">
              <a:latin typeface="Calibri" panose="020F0502020204030204"/>
              <a:cs typeface="Calibri" panose="020F0502020204030204"/>
            </a:endParaRPr>
          </a:p>
          <a:p>
            <a:pPr marL="12700">
              <a:lnSpc>
                <a:spcPts val="2840"/>
              </a:lnSpc>
              <a:tabLst>
                <a:tab pos="1042035" algn="l"/>
              </a:tabLst>
            </a:pPr>
            <a:r>
              <a:rPr sz="2400" b="1" spc="-10" dirty="0">
                <a:latin typeface="Calibri" panose="020F0502020204030204"/>
                <a:cs typeface="Calibri" panose="020F0502020204030204"/>
              </a:rPr>
              <a:t>submit</a:t>
            </a:r>
            <a:r>
              <a:rPr sz="2400" b="1" dirty="0">
                <a:latin typeface="Calibri" panose="020F0502020204030204"/>
                <a:cs typeface="Calibri" panose="020F0502020204030204"/>
              </a:rPr>
              <a:t>	</a:t>
            </a:r>
            <a:r>
              <a:rPr sz="2400" b="1" spc="-10" dirty="0">
                <a:latin typeface="Calibri" panose="020F0502020204030204"/>
                <a:cs typeface="Calibri" panose="020F0502020204030204"/>
              </a:rPr>
              <a:t>script</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508181" y="3265513"/>
            <a:ext cx="8280916" cy="1342478"/>
          </a:xfrm>
          <a:prstGeom prst="rect">
            <a:avLst/>
          </a:prstGeom>
        </p:spPr>
      </p:pic>
      <p:pic>
        <p:nvPicPr>
          <p:cNvPr id="5" name="Picture 4"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228600">
              <a:lnSpc>
                <a:spcPct val="100000"/>
              </a:lnSpc>
              <a:spcBef>
                <a:spcPts val="105"/>
              </a:spcBef>
            </a:pPr>
            <a:r>
              <a:rPr dirty="0"/>
              <a:t>Spark</a:t>
            </a:r>
            <a:r>
              <a:rPr spc="-105" dirty="0"/>
              <a:t> </a:t>
            </a:r>
            <a:r>
              <a:rPr dirty="0"/>
              <a:t>Application</a:t>
            </a:r>
            <a:r>
              <a:rPr spc="-105" dirty="0"/>
              <a:t> </a:t>
            </a:r>
            <a:r>
              <a:rPr dirty="0"/>
              <a:t>Cluster</a:t>
            </a:r>
            <a:r>
              <a:rPr spc="-105" dirty="0"/>
              <a:t> </a:t>
            </a:r>
            <a:r>
              <a:rPr spc="-10" dirty="0"/>
              <a:t>Options</a:t>
            </a:r>
          </a:p>
        </p:txBody>
      </p:sp>
      <p:sp>
        <p:nvSpPr>
          <p:cNvPr id="3" name="object 3"/>
          <p:cNvSpPr txBox="1"/>
          <p:nvPr/>
        </p:nvSpPr>
        <p:spPr>
          <a:xfrm>
            <a:off x="688340" y="1907870"/>
            <a:ext cx="6451600" cy="369506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1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25" dirty="0">
                <a:latin typeface="Calibri" panose="020F0502020204030204"/>
                <a:cs typeface="Calibri" panose="020F0502020204030204"/>
              </a:rPr>
              <a:t> </a:t>
            </a:r>
            <a:r>
              <a:rPr sz="2400" b="1" dirty="0">
                <a:latin typeface="Calibri" panose="020F0502020204030204"/>
                <a:cs typeface="Calibri" panose="020F0502020204030204"/>
              </a:rPr>
              <a:t>can</a:t>
            </a:r>
            <a:r>
              <a:rPr sz="2400" b="1" spc="-30" dirty="0">
                <a:latin typeface="Calibri" panose="020F0502020204030204"/>
                <a:cs typeface="Calibri" panose="020F0502020204030204"/>
              </a:rPr>
              <a:t> </a:t>
            </a:r>
            <a:r>
              <a:rPr sz="2400" b="1" spc="-25" dirty="0">
                <a:latin typeface="Calibri" panose="020F0502020204030204"/>
                <a:cs typeface="Calibri" panose="020F0502020204030204"/>
              </a:rPr>
              <a:t>run</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Locally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No</a:t>
            </a:r>
            <a:r>
              <a:rPr sz="2400" spc="-60" dirty="0">
                <a:latin typeface="Calibri" panose="020F0502020204030204"/>
                <a:cs typeface="Calibri" panose="020F0502020204030204"/>
              </a:rPr>
              <a:t> </a:t>
            </a:r>
            <a:r>
              <a:rPr sz="2400" dirty="0">
                <a:latin typeface="Calibri" panose="020F0502020204030204"/>
                <a:cs typeface="Calibri" panose="020F0502020204030204"/>
              </a:rPr>
              <a:t>distributed</a:t>
            </a:r>
            <a:r>
              <a:rPr sz="2400" spc="-65" dirty="0">
                <a:latin typeface="Calibri" panose="020F0502020204030204"/>
                <a:cs typeface="Calibri" panose="020F0502020204030204"/>
              </a:rPr>
              <a:t> </a:t>
            </a:r>
            <a:r>
              <a:rPr sz="2400" spc="-10" dirty="0">
                <a:latin typeface="Calibri" panose="020F0502020204030204"/>
                <a:cs typeface="Calibri" panose="020F0502020204030204"/>
              </a:rPr>
              <a:t>processing</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Locally</a:t>
            </a:r>
            <a:r>
              <a:rPr sz="2400" spc="-45" dirty="0">
                <a:latin typeface="Calibri" panose="020F0502020204030204"/>
                <a:cs typeface="Calibri" panose="020F0502020204030204"/>
              </a:rPr>
              <a:t> </a:t>
            </a:r>
            <a:r>
              <a:rPr sz="2400" dirty="0">
                <a:latin typeface="Calibri" panose="020F0502020204030204"/>
                <a:cs typeface="Calibri" panose="020F0502020204030204"/>
              </a:rPr>
              <a:t>with</a:t>
            </a:r>
            <a:r>
              <a:rPr sz="2400" spc="-50" dirty="0">
                <a:latin typeface="Calibri" panose="020F0502020204030204"/>
                <a:cs typeface="Calibri" panose="020F0502020204030204"/>
              </a:rPr>
              <a:t> </a:t>
            </a:r>
            <a:r>
              <a:rPr sz="2400" dirty="0">
                <a:latin typeface="Calibri" panose="020F0502020204030204"/>
                <a:cs typeface="Calibri" panose="020F0502020204030204"/>
              </a:rPr>
              <a:t>multiple</a:t>
            </a:r>
            <a:r>
              <a:rPr sz="2400" spc="-45" dirty="0">
                <a:latin typeface="Calibri" panose="020F0502020204030204"/>
                <a:cs typeface="Calibri" panose="020F0502020204030204"/>
              </a:rPr>
              <a:t> </a:t>
            </a:r>
            <a:r>
              <a:rPr sz="2400" spc="-10" dirty="0">
                <a:latin typeface="Calibri" panose="020F0502020204030204"/>
                <a:cs typeface="Calibri" panose="020F0502020204030204"/>
              </a:rPr>
              <a:t>worker</a:t>
            </a:r>
            <a:r>
              <a:rPr sz="2400" spc="-40" dirty="0">
                <a:latin typeface="Calibri" panose="020F0502020204030204"/>
                <a:cs typeface="Calibri" panose="020F0502020204030204"/>
              </a:rPr>
              <a:t> </a:t>
            </a:r>
            <a:r>
              <a:rPr sz="2400" spc="-10" dirty="0">
                <a:latin typeface="Calibri" panose="020F0502020204030204"/>
                <a:cs typeface="Calibri" panose="020F0502020204030204"/>
              </a:rPr>
              <a:t>threads</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On</a:t>
            </a:r>
            <a:r>
              <a:rPr sz="2400" spc="-15" dirty="0">
                <a:latin typeface="Calibri" panose="020F0502020204030204"/>
                <a:cs typeface="Calibri" panose="020F0502020204030204"/>
              </a:rPr>
              <a:t> </a:t>
            </a:r>
            <a:r>
              <a:rPr sz="2400" dirty="0">
                <a:latin typeface="Calibri" panose="020F0502020204030204"/>
                <a:cs typeface="Calibri" panose="020F0502020204030204"/>
              </a:rPr>
              <a:t>a</a:t>
            </a:r>
            <a:r>
              <a:rPr sz="2400" spc="-15" dirty="0">
                <a:latin typeface="Calibri" panose="020F0502020204030204"/>
                <a:cs typeface="Calibri" panose="020F0502020204030204"/>
              </a:rPr>
              <a:t> </a:t>
            </a:r>
            <a:r>
              <a:rPr sz="2400" spc="-10" dirty="0">
                <a:latin typeface="Calibri" panose="020F0502020204030204"/>
                <a:cs typeface="Calibri" panose="020F0502020204030204"/>
              </a:rPr>
              <a:t>cluster</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Local</a:t>
            </a:r>
            <a:r>
              <a:rPr sz="2400" b="1" spc="-75" dirty="0">
                <a:latin typeface="Calibri" panose="020F0502020204030204"/>
                <a:cs typeface="Calibri" panose="020F0502020204030204"/>
              </a:rPr>
              <a:t> </a:t>
            </a:r>
            <a:r>
              <a:rPr sz="2400" b="1" dirty="0">
                <a:latin typeface="Calibri" panose="020F0502020204030204"/>
                <a:cs typeface="Calibri" panose="020F0502020204030204"/>
              </a:rPr>
              <a:t>mode</a:t>
            </a:r>
            <a:r>
              <a:rPr sz="2400" b="1" spc="-55" dirty="0">
                <a:latin typeface="Calibri" panose="020F0502020204030204"/>
                <a:cs typeface="Calibri" panose="020F0502020204030204"/>
              </a:rPr>
              <a:t> </a:t>
            </a:r>
            <a:r>
              <a:rPr sz="2400" b="1" dirty="0">
                <a:latin typeface="Calibri" panose="020F0502020204030204"/>
                <a:cs typeface="Calibri" panose="020F0502020204030204"/>
              </a:rPr>
              <a:t>is</a:t>
            </a:r>
            <a:r>
              <a:rPr sz="2400" b="1" spc="-40" dirty="0">
                <a:latin typeface="Calibri" panose="020F0502020204030204"/>
                <a:cs typeface="Calibri" panose="020F0502020204030204"/>
              </a:rPr>
              <a:t> </a:t>
            </a:r>
            <a:r>
              <a:rPr sz="2400" b="1" dirty="0">
                <a:latin typeface="Calibri" panose="020F0502020204030204"/>
                <a:cs typeface="Calibri" panose="020F0502020204030204"/>
              </a:rPr>
              <a:t>useful</a:t>
            </a:r>
            <a:r>
              <a:rPr sz="2400" b="1" spc="-40" dirty="0">
                <a:latin typeface="Calibri" panose="020F0502020204030204"/>
                <a:cs typeface="Calibri" panose="020F0502020204030204"/>
              </a:rPr>
              <a:t> </a:t>
            </a:r>
            <a:r>
              <a:rPr sz="2400" b="1" dirty="0">
                <a:latin typeface="Calibri" panose="020F0502020204030204"/>
                <a:cs typeface="Calibri" panose="020F0502020204030204"/>
              </a:rPr>
              <a:t>for</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development</a:t>
            </a:r>
            <a:r>
              <a:rPr sz="2400" b="1" spc="-40" dirty="0">
                <a:latin typeface="Calibri" panose="020F0502020204030204"/>
                <a:cs typeface="Calibri" panose="020F0502020204030204"/>
              </a:rPr>
              <a:t> </a:t>
            </a:r>
            <a:r>
              <a:rPr sz="2400" b="1" dirty="0">
                <a:latin typeface="Calibri" panose="020F0502020204030204"/>
                <a:cs typeface="Calibri" panose="020F0502020204030204"/>
              </a:rPr>
              <a:t>and</a:t>
            </a:r>
            <a:r>
              <a:rPr sz="2400" b="1" spc="-25" dirty="0">
                <a:latin typeface="Calibri" panose="020F0502020204030204"/>
                <a:cs typeface="Calibri" panose="020F0502020204030204"/>
              </a:rPr>
              <a:t> </a:t>
            </a:r>
            <a:r>
              <a:rPr sz="2400" b="1" spc="-10" dirty="0">
                <a:latin typeface="Calibri" panose="020F0502020204030204"/>
                <a:cs typeface="Calibri" panose="020F0502020204030204"/>
              </a:rPr>
              <a:t>testing</a:t>
            </a:r>
            <a:endParaRPr sz="2400">
              <a:latin typeface="Calibri" panose="020F0502020204030204"/>
              <a:cs typeface="Calibri" panose="020F0502020204030204"/>
            </a:endParaRPr>
          </a:p>
          <a:p>
            <a:pPr>
              <a:lnSpc>
                <a:spcPct val="100000"/>
              </a:lnSpc>
              <a:spcBef>
                <a:spcPts val="40"/>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Production</a:t>
            </a:r>
            <a:r>
              <a:rPr sz="2400" b="1" spc="-50" dirty="0">
                <a:latin typeface="Calibri" panose="020F0502020204030204"/>
                <a:cs typeface="Calibri" panose="020F0502020204030204"/>
              </a:rPr>
              <a:t> </a:t>
            </a:r>
            <a:r>
              <a:rPr sz="2400" b="1" dirty="0">
                <a:latin typeface="Calibri" panose="020F0502020204030204"/>
                <a:cs typeface="Calibri" panose="020F0502020204030204"/>
              </a:rPr>
              <a:t>use</a:t>
            </a:r>
            <a:r>
              <a:rPr sz="2400" b="1" spc="-40" dirty="0">
                <a:latin typeface="Calibri" panose="020F0502020204030204"/>
                <a:cs typeface="Calibri" panose="020F0502020204030204"/>
              </a:rPr>
              <a:t> </a:t>
            </a:r>
            <a:r>
              <a:rPr sz="2400" b="1" dirty="0">
                <a:latin typeface="Calibri" panose="020F0502020204030204"/>
                <a:cs typeface="Calibri" panose="020F0502020204030204"/>
              </a:rPr>
              <a:t>is</a:t>
            </a:r>
            <a:r>
              <a:rPr sz="2400" b="1" spc="-40" dirty="0">
                <a:latin typeface="Calibri" panose="020F0502020204030204"/>
                <a:cs typeface="Calibri" panose="020F0502020204030204"/>
              </a:rPr>
              <a:t> </a:t>
            </a:r>
            <a:r>
              <a:rPr sz="2400" b="1" dirty="0">
                <a:latin typeface="Calibri" panose="020F0502020204030204"/>
                <a:cs typeface="Calibri" panose="020F0502020204030204"/>
              </a:rPr>
              <a:t>almost</a:t>
            </a:r>
            <a:r>
              <a:rPr sz="2400" b="1" spc="-55" dirty="0">
                <a:latin typeface="Calibri" panose="020F0502020204030204"/>
                <a:cs typeface="Calibri" panose="020F0502020204030204"/>
              </a:rPr>
              <a:t> </a:t>
            </a:r>
            <a:r>
              <a:rPr sz="2400" b="1" dirty="0">
                <a:latin typeface="Calibri" panose="020F0502020204030204"/>
                <a:cs typeface="Calibri" panose="020F0502020204030204"/>
              </a:rPr>
              <a:t>always</a:t>
            </a:r>
            <a:r>
              <a:rPr sz="2400" b="1" spc="-35" dirty="0">
                <a:latin typeface="Calibri" panose="020F0502020204030204"/>
                <a:cs typeface="Calibri" panose="020F0502020204030204"/>
              </a:rPr>
              <a:t> </a:t>
            </a:r>
            <a:r>
              <a:rPr sz="2400" b="1" dirty="0">
                <a:latin typeface="Calibri" panose="020F0502020204030204"/>
                <a:cs typeface="Calibri" panose="020F0502020204030204"/>
              </a:rPr>
              <a:t>on</a:t>
            </a:r>
            <a:r>
              <a:rPr sz="2400" b="1" spc="-50" dirty="0">
                <a:latin typeface="Calibri" panose="020F0502020204030204"/>
                <a:cs typeface="Calibri" panose="020F0502020204030204"/>
              </a:rPr>
              <a:t> </a:t>
            </a:r>
            <a:r>
              <a:rPr sz="2400" b="1" dirty="0">
                <a:latin typeface="Calibri" panose="020F0502020204030204"/>
                <a:cs typeface="Calibri" panose="020F0502020204030204"/>
              </a:rPr>
              <a:t>a</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cluster</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17519" y="0"/>
            <a:ext cx="749808" cy="630936"/>
          </a:xfrm>
          <a:prstGeom prst="rect">
            <a:avLst/>
          </a:prstGeom>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618845" y="496646"/>
            <a:ext cx="7911465" cy="635000"/>
          </a:xfrm>
          <a:prstGeom prst="rect">
            <a:avLst/>
          </a:prstGeom>
        </p:spPr>
        <p:txBody>
          <a:bodyPr vert="horz" wrap="square" lIns="0" tIns="12065" rIns="0" bIns="0" rtlCol="0">
            <a:spAutoFit/>
          </a:bodyPr>
          <a:lstStyle/>
          <a:p>
            <a:pPr marL="12700">
              <a:lnSpc>
                <a:spcPct val="100000"/>
              </a:lnSpc>
              <a:spcBef>
                <a:spcPts val="95"/>
              </a:spcBef>
            </a:pPr>
            <a:r>
              <a:rPr sz="4000" dirty="0"/>
              <a:t>Supported</a:t>
            </a:r>
            <a:r>
              <a:rPr sz="4000" spc="-135" dirty="0"/>
              <a:t> </a:t>
            </a:r>
            <a:r>
              <a:rPr sz="4000" dirty="0"/>
              <a:t>Cluster</a:t>
            </a:r>
            <a:r>
              <a:rPr sz="4000" spc="-135" dirty="0"/>
              <a:t> </a:t>
            </a:r>
            <a:r>
              <a:rPr sz="4000" spc="-10" dirty="0"/>
              <a:t>Resource</a:t>
            </a:r>
            <a:r>
              <a:rPr sz="4000" spc="-130" dirty="0"/>
              <a:t> </a:t>
            </a:r>
            <a:r>
              <a:rPr sz="4000" spc="-10" dirty="0"/>
              <a:t>Managers</a:t>
            </a:r>
            <a:endParaRPr sz="4000"/>
          </a:p>
        </p:txBody>
      </p:sp>
      <p:sp>
        <p:nvSpPr>
          <p:cNvPr id="3" name="object 3"/>
          <p:cNvSpPr txBox="1"/>
          <p:nvPr/>
        </p:nvSpPr>
        <p:spPr>
          <a:xfrm>
            <a:off x="764540" y="1319021"/>
            <a:ext cx="7496809" cy="441579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5" dirty="0">
                <a:latin typeface="Calibri" panose="020F0502020204030204"/>
                <a:cs typeface="Calibri" panose="020F0502020204030204"/>
              </a:rPr>
              <a:t> </a:t>
            </a:r>
            <a:r>
              <a:rPr sz="2400" b="1" dirty="0">
                <a:latin typeface="Calibri" panose="020F0502020204030204"/>
                <a:cs typeface="Calibri" panose="020F0502020204030204"/>
              </a:rPr>
              <a:t>Hadoop</a:t>
            </a:r>
            <a:r>
              <a:rPr sz="2400" b="1" spc="-30" dirty="0">
                <a:latin typeface="Calibri" panose="020F0502020204030204"/>
                <a:cs typeface="Calibri" panose="020F0502020204030204"/>
              </a:rPr>
              <a:t> </a:t>
            </a:r>
            <a:r>
              <a:rPr sz="2400" b="1" spc="-20" dirty="0">
                <a:latin typeface="Calibri" panose="020F0502020204030204"/>
                <a:cs typeface="Calibri" panose="020F0502020204030204"/>
              </a:rPr>
              <a:t>YARN</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Included</a:t>
            </a:r>
            <a:r>
              <a:rPr sz="2400" spc="-45" dirty="0">
                <a:latin typeface="Calibri" panose="020F0502020204030204"/>
                <a:cs typeface="Calibri" panose="020F0502020204030204"/>
              </a:rPr>
              <a:t> </a:t>
            </a:r>
            <a:r>
              <a:rPr sz="2400" dirty="0">
                <a:latin typeface="Calibri" panose="020F0502020204030204"/>
                <a:cs typeface="Calibri" panose="020F0502020204030204"/>
              </a:rPr>
              <a:t>in</a:t>
            </a:r>
            <a:r>
              <a:rPr sz="2400" spc="-55" dirty="0">
                <a:latin typeface="Calibri" panose="020F0502020204030204"/>
                <a:cs typeface="Calibri" panose="020F0502020204030204"/>
              </a:rPr>
              <a:t> </a:t>
            </a:r>
            <a:r>
              <a:rPr sz="2400" spc="-25" dirty="0">
                <a:latin typeface="Calibri" panose="020F0502020204030204"/>
                <a:cs typeface="Calibri" panose="020F0502020204030204"/>
              </a:rPr>
              <a:t>CDH</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dirty="0">
                <a:latin typeface="Calibri" panose="020F0502020204030204"/>
                <a:cs typeface="Calibri" panose="020F0502020204030204"/>
              </a:rPr>
              <a:t>Most</a:t>
            </a:r>
            <a:r>
              <a:rPr sz="2400" spc="-60" dirty="0">
                <a:latin typeface="Calibri" panose="020F0502020204030204"/>
                <a:cs typeface="Calibri" panose="020F0502020204030204"/>
              </a:rPr>
              <a:t> </a:t>
            </a:r>
            <a:r>
              <a:rPr sz="2400" dirty="0">
                <a:latin typeface="Calibri" panose="020F0502020204030204"/>
                <a:cs typeface="Calibri" panose="020F0502020204030204"/>
              </a:rPr>
              <a:t>common</a:t>
            </a:r>
            <a:r>
              <a:rPr sz="2400" spc="-65" dirty="0">
                <a:latin typeface="Calibri" panose="020F0502020204030204"/>
                <a:cs typeface="Calibri" panose="020F0502020204030204"/>
              </a:rPr>
              <a:t> </a:t>
            </a:r>
            <a:r>
              <a:rPr sz="2400" dirty="0">
                <a:latin typeface="Calibri" panose="020F0502020204030204"/>
                <a:cs typeface="Calibri" panose="020F0502020204030204"/>
              </a:rPr>
              <a:t>for</a:t>
            </a:r>
            <a:r>
              <a:rPr sz="2400" spc="-45" dirty="0">
                <a:latin typeface="Calibri" panose="020F0502020204030204"/>
                <a:cs typeface="Calibri" panose="020F0502020204030204"/>
              </a:rPr>
              <a:t> </a:t>
            </a:r>
            <a:r>
              <a:rPr sz="2400" dirty="0">
                <a:latin typeface="Calibri" panose="020F0502020204030204"/>
                <a:cs typeface="Calibri" panose="020F0502020204030204"/>
              </a:rPr>
              <a:t>production</a:t>
            </a:r>
            <a:r>
              <a:rPr sz="2400" spc="-50" dirty="0">
                <a:latin typeface="Calibri" panose="020F0502020204030204"/>
                <a:cs typeface="Calibri" panose="020F0502020204030204"/>
              </a:rPr>
              <a:t> </a:t>
            </a:r>
            <a:r>
              <a:rPr sz="2400" spc="-10" dirty="0">
                <a:latin typeface="Calibri" panose="020F0502020204030204"/>
                <a:cs typeface="Calibri" panose="020F0502020204030204"/>
              </a:rPr>
              <a:t>sites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Allows</a:t>
            </a:r>
            <a:r>
              <a:rPr sz="2400" spc="-60" dirty="0">
                <a:latin typeface="Calibri" panose="020F0502020204030204"/>
                <a:cs typeface="Calibri" panose="020F0502020204030204"/>
              </a:rPr>
              <a:t> </a:t>
            </a:r>
            <a:r>
              <a:rPr sz="2400" dirty="0">
                <a:latin typeface="Calibri" panose="020F0502020204030204"/>
                <a:cs typeface="Calibri" panose="020F0502020204030204"/>
              </a:rPr>
              <a:t>sharing</a:t>
            </a:r>
            <a:r>
              <a:rPr sz="2400" spc="-40" dirty="0">
                <a:latin typeface="Calibri" panose="020F0502020204030204"/>
                <a:cs typeface="Calibri" panose="020F0502020204030204"/>
              </a:rPr>
              <a:t> </a:t>
            </a:r>
            <a:r>
              <a:rPr sz="2400" dirty="0">
                <a:latin typeface="Calibri" panose="020F0502020204030204"/>
                <a:cs typeface="Calibri" panose="020F0502020204030204"/>
              </a:rPr>
              <a:t>cluster</a:t>
            </a:r>
            <a:r>
              <a:rPr sz="2400" spc="-65" dirty="0">
                <a:latin typeface="Calibri" panose="020F0502020204030204"/>
                <a:cs typeface="Calibri" panose="020F0502020204030204"/>
              </a:rPr>
              <a:t> </a:t>
            </a:r>
            <a:r>
              <a:rPr sz="2400" dirty="0">
                <a:latin typeface="Calibri" panose="020F0502020204030204"/>
                <a:cs typeface="Calibri" panose="020F0502020204030204"/>
              </a:rPr>
              <a:t>resources</a:t>
            </a:r>
            <a:r>
              <a:rPr sz="2400" spc="-35" dirty="0">
                <a:latin typeface="Calibri" panose="020F0502020204030204"/>
                <a:cs typeface="Calibri" panose="020F0502020204030204"/>
              </a:rPr>
              <a:t> </a:t>
            </a:r>
            <a:r>
              <a:rPr sz="2400" dirty="0">
                <a:latin typeface="Calibri" panose="020F0502020204030204"/>
                <a:cs typeface="Calibri" panose="020F0502020204030204"/>
              </a:rPr>
              <a:t>with</a:t>
            </a:r>
            <a:r>
              <a:rPr sz="2400" spc="-60" dirty="0">
                <a:latin typeface="Calibri" panose="020F0502020204030204"/>
                <a:cs typeface="Calibri" panose="020F0502020204030204"/>
              </a:rPr>
              <a:t> </a:t>
            </a:r>
            <a:r>
              <a:rPr sz="2400" dirty="0">
                <a:latin typeface="Calibri" panose="020F0502020204030204"/>
                <a:cs typeface="Calibri" panose="020F0502020204030204"/>
              </a:rPr>
              <a:t>other</a:t>
            </a:r>
            <a:r>
              <a:rPr sz="2400" spc="-40" dirty="0">
                <a:latin typeface="Calibri" panose="020F0502020204030204"/>
                <a:cs typeface="Calibri" panose="020F0502020204030204"/>
              </a:rPr>
              <a:t> </a:t>
            </a:r>
            <a:r>
              <a:rPr sz="2400" spc="-10" dirty="0">
                <a:latin typeface="Calibri" panose="020F0502020204030204"/>
                <a:cs typeface="Calibri" panose="020F0502020204030204"/>
              </a:rPr>
              <a:t>applications</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Standalone</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Included</a:t>
            </a:r>
            <a:r>
              <a:rPr sz="2400" spc="-40" dirty="0">
                <a:latin typeface="Calibri" panose="020F0502020204030204"/>
                <a:cs typeface="Calibri" panose="020F0502020204030204"/>
              </a:rPr>
              <a:t> </a:t>
            </a:r>
            <a:r>
              <a:rPr sz="2400" dirty="0">
                <a:latin typeface="Calibri" panose="020F0502020204030204"/>
                <a:cs typeface="Calibri" panose="020F0502020204030204"/>
              </a:rPr>
              <a:t>with</a:t>
            </a:r>
            <a:r>
              <a:rPr sz="2400" spc="-50" dirty="0">
                <a:latin typeface="Calibri" panose="020F0502020204030204"/>
                <a:cs typeface="Calibri" panose="020F0502020204030204"/>
              </a:rPr>
              <a:t> </a:t>
            </a:r>
            <a:r>
              <a:rPr sz="2400" spc="-10" dirty="0">
                <a:latin typeface="Calibri" panose="020F0502020204030204"/>
                <a:cs typeface="Calibri" panose="020F0502020204030204"/>
              </a:rPr>
              <a:t>Spark</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Easy</a:t>
            </a:r>
            <a:r>
              <a:rPr sz="2400" spc="-70" dirty="0">
                <a:latin typeface="Calibri" panose="020F0502020204030204"/>
                <a:cs typeface="Calibri" panose="020F0502020204030204"/>
              </a:rPr>
              <a:t> </a:t>
            </a:r>
            <a:r>
              <a:rPr sz="2400" dirty="0">
                <a:latin typeface="Calibri" panose="020F0502020204030204"/>
                <a:cs typeface="Calibri" panose="020F0502020204030204"/>
              </a:rPr>
              <a:t>to</a:t>
            </a:r>
            <a:r>
              <a:rPr sz="2400" spc="-70" dirty="0">
                <a:latin typeface="Calibri" panose="020F0502020204030204"/>
                <a:cs typeface="Calibri" panose="020F0502020204030204"/>
              </a:rPr>
              <a:t> </a:t>
            </a:r>
            <a:r>
              <a:rPr sz="2400" dirty="0">
                <a:latin typeface="Calibri" panose="020F0502020204030204"/>
                <a:cs typeface="Calibri" panose="020F0502020204030204"/>
              </a:rPr>
              <a:t>install</a:t>
            </a:r>
            <a:r>
              <a:rPr sz="2400" spc="-80" dirty="0">
                <a:latin typeface="Calibri" panose="020F0502020204030204"/>
                <a:cs typeface="Calibri" panose="020F0502020204030204"/>
              </a:rPr>
              <a:t> </a:t>
            </a:r>
            <a:r>
              <a:rPr sz="2400" dirty="0">
                <a:latin typeface="Calibri" panose="020F0502020204030204"/>
                <a:cs typeface="Calibri" panose="020F0502020204030204"/>
              </a:rPr>
              <a:t>and</a:t>
            </a:r>
            <a:r>
              <a:rPr sz="2400" spc="-65" dirty="0">
                <a:latin typeface="Calibri" panose="020F0502020204030204"/>
                <a:cs typeface="Calibri" panose="020F0502020204030204"/>
              </a:rPr>
              <a:t> </a:t>
            </a:r>
            <a:r>
              <a:rPr sz="2400" spc="-25" dirty="0">
                <a:latin typeface="Calibri" panose="020F0502020204030204"/>
                <a:cs typeface="Calibri" panose="020F0502020204030204"/>
              </a:rPr>
              <a:t>run</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dirty="0">
                <a:latin typeface="Calibri" panose="020F0502020204030204"/>
                <a:cs typeface="Calibri" panose="020F0502020204030204"/>
              </a:rPr>
              <a:t>Limited</a:t>
            </a:r>
            <a:r>
              <a:rPr sz="2400" spc="-65" dirty="0">
                <a:latin typeface="Calibri" panose="020F0502020204030204"/>
                <a:cs typeface="Calibri" panose="020F0502020204030204"/>
              </a:rPr>
              <a:t> </a:t>
            </a:r>
            <a:r>
              <a:rPr sz="2400" dirty="0">
                <a:latin typeface="Calibri" panose="020F0502020204030204"/>
                <a:cs typeface="Calibri" panose="020F0502020204030204"/>
              </a:rPr>
              <a:t>configurability</a:t>
            </a:r>
            <a:r>
              <a:rPr sz="2400" spc="-75" dirty="0">
                <a:latin typeface="Calibri" panose="020F0502020204030204"/>
                <a:cs typeface="Calibri" panose="020F0502020204030204"/>
              </a:rPr>
              <a:t> </a:t>
            </a:r>
            <a:r>
              <a:rPr sz="2400" dirty="0">
                <a:latin typeface="Calibri" panose="020F0502020204030204"/>
                <a:cs typeface="Calibri" panose="020F0502020204030204"/>
              </a:rPr>
              <a:t>and</a:t>
            </a:r>
            <a:r>
              <a:rPr sz="2400" spc="-55" dirty="0">
                <a:latin typeface="Calibri" panose="020F0502020204030204"/>
                <a:cs typeface="Calibri" panose="020F0502020204030204"/>
              </a:rPr>
              <a:t> </a:t>
            </a:r>
            <a:r>
              <a:rPr sz="2400" spc="-10" dirty="0">
                <a:latin typeface="Calibri" panose="020F0502020204030204"/>
                <a:cs typeface="Calibri" panose="020F0502020204030204"/>
              </a:rPr>
              <a:t>scalability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No</a:t>
            </a:r>
            <a:r>
              <a:rPr sz="2400" spc="-25" dirty="0">
                <a:latin typeface="Calibri" panose="020F0502020204030204"/>
                <a:cs typeface="Calibri" panose="020F0502020204030204"/>
              </a:rPr>
              <a:t> </a:t>
            </a:r>
            <a:r>
              <a:rPr sz="2400" dirty="0">
                <a:latin typeface="Calibri" panose="020F0502020204030204"/>
                <a:cs typeface="Calibri" panose="020F0502020204030204"/>
              </a:rPr>
              <a:t>security</a:t>
            </a:r>
            <a:r>
              <a:rPr sz="2400" spc="-35" dirty="0">
                <a:latin typeface="Calibri" panose="020F0502020204030204"/>
                <a:cs typeface="Calibri" panose="020F0502020204030204"/>
              </a:rPr>
              <a:t> </a:t>
            </a:r>
            <a:r>
              <a:rPr sz="2400" spc="-10" dirty="0">
                <a:latin typeface="Calibri" panose="020F0502020204030204"/>
                <a:cs typeface="Calibri" panose="020F0502020204030204"/>
              </a:rPr>
              <a:t>support</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Useful</a:t>
            </a:r>
            <a:r>
              <a:rPr sz="2400" spc="-45" dirty="0">
                <a:latin typeface="Calibri" panose="020F0502020204030204"/>
                <a:cs typeface="Calibri" panose="020F0502020204030204"/>
              </a:rPr>
              <a:t> </a:t>
            </a:r>
            <a:r>
              <a:rPr sz="2400" dirty="0">
                <a:latin typeface="Calibri" panose="020F0502020204030204"/>
                <a:cs typeface="Calibri" panose="020F0502020204030204"/>
              </a:rPr>
              <a:t>for</a:t>
            </a:r>
            <a:r>
              <a:rPr sz="2400" spc="-55" dirty="0">
                <a:latin typeface="Calibri" panose="020F0502020204030204"/>
                <a:cs typeface="Calibri" panose="020F0502020204030204"/>
              </a:rPr>
              <a:t> </a:t>
            </a:r>
            <a:r>
              <a:rPr sz="2400" dirty="0">
                <a:latin typeface="Calibri" panose="020F0502020204030204"/>
                <a:cs typeface="Calibri" panose="020F0502020204030204"/>
              </a:rPr>
              <a:t>learning,</a:t>
            </a:r>
            <a:r>
              <a:rPr sz="2400" spc="-65" dirty="0">
                <a:latin typeface="Calibri" panose="020F0502020204030204"/>
                <a:cs typeface="Calibri" panose="020F0502020204030204"/>
              </a:rPr>
              <a:t> </a:t>
            </a:r>
            <a:r>
              <a:rPr sz="2400" dirty="0">
                <a:latin typeface="Calibri" panose="020F0502020204030204"/>
                <a:cs typeface="Calibri" panose="020F0502020204030204"/>
              </a:rPr>
              <a:t>testing,</a:t>
            </a:r>
            <a:r>
              <a:rPr sz="2400" spc="-65" dirty="0">
                <a:latin typeface="Calibri" panose="020F0502020204030204"/>
                <a:cs typeface="Calibri" panose="020F0502020204030204"/>
              </a:rPr>
              <a:t> </a:t>
            </a:r>
            <a:r>
              <a:rPr sz="2400" dirty="0">
                <a:latin typeface="Calibri" panose="020F0502020204030204"/>
                <a:cs typeface="Calibri" panose="020F0502020204030204"/>
              </a:rPr>
              <a:t>development,</a:t>
            </a:r>
            <a:r>
              <a:rPr sz="2400" spc="-55" dirty="0">
                <a:latin typeface="Calibri" panose="020F0502020204030204"/>
                <a:cs typeface="Calibri" panose="020F0502020204030204"/>
              </a:rPr>
              <a:t> </a:t>
            </a:r>
            <a:r>
              <a:rPr sz="2400" dirty="0">
                <a:latin typeface="Calibri" panose="020F0502020204030204"/>
                <a:cs typeface="Calibri" panose="020F0502020204030204"/>
              </a:rPr>
              <a:t>or</a:t>
            </a:r>
            <a:r>
              <a:rPr sz="2400" spc="-50" dirty="0">
                <a:latin typeface="Calibri" panose="020F0502020204030204"/>
                <a:cs typeface="Calibri" panose="020F0502020204030204"/>
              </a:rPr>
              <a:t> </a:t>
            </a:r>
            <a:r>
              <a:rPr sz="2400" dirty="0">
                <a:latin typeface="Calibri" panose="020F0502020204030204"/>
                <a:cs typeface="Calibri" panose="020F0502020204030204"/>
              </a:rPr>
              <a:t>small</a:t>
            </a:r>
            <a:r>
              <a:rPr sz="2400" spc="-65" dirty="0">
                <a:latin typeface="Calibri" panose="020F0502020204030204"/>
                <a:cs typeface="Calibri" panose="020F0502020204030204"/>
              </a:rPr>
              <a:t> </a:t>
            </a:r>
            <a:r>
              <a:rPr sz="2400" spc="-10" dirty="0">
                <a:latin typeface="Calibri" panose="020F0502020204030204"/>
                <a:cs typeface="Calibri" panose="020F0502020204030204"/>
              </a:rPr>
              <a:t>systems</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Apache</a:t>
            </a:r>
            <a:r>
              <a:rPr sz="2400" b="1" spc="-45" dirty="0">
                <a:latin typeface="Calibri" panose="020F0502020204030204"/>
                <a:cs typeface="Calibri" panose="020F0502020204030204"/>
              </a:rPr>
              <a:t> </a:t>
            </a:r>
            <a:r>
              <a:rPr sz="2400" b="1" spc="-20" dirty="0">
                <a:latin typeface="Calibri" panose="020F0502020204030204"/>
                <a:cs typeface="Calibri" panose="020F0502020204030204"/>
              </a:rPr>
              <a:t>Mesos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First</a:t>
            </a:r>
            <a:r>
              <a:rPr sz="2400" spc="-85" dirty="0">
                <a:latin typeface="Calibri" panose="020F0502020204030204"/>
                <a:cs typeface="Calibri" panose="020F0502020204030204"/>
              </a:rPr>
              <a:t> </a:t>
            </a:r>
            <a:r>
              <a:rPr sz="2400" dirty="0">
                <a:latin typeface="Calibri" panose="020F0502020204030204"/>
                <a:cs typeface="Calibri" panose="020F0502020204030204"/>
              </a:rPr>
              <a:t>platform</a:t>
            </a:r>
            <a:r>
              <a:rPr sz="2400" spc="-70" dirty="0">
                <a:latin typeface="Calibri" panose="020F0502020204030204"/>
                <a:cs typeface="Calibri" panose="020F0502020204030204"/>
              </a:rPr>
              <a:t> </a:t>
            </a:r>
            <a:r>
              <a:rPr sz="2400" dirty="0">
                <a:latin typeface="Calibri" panose="020F0502020204030204"/>
                <a:cs typeface="Calibri" panose="020F0502020204030204"/>
              </a:rPr>
              <a:t>supported</a:t>
            </a:r>
            <a:r>
              <a:rPr sz="2400" spc="-65" dirty="0">
                <a:latin typeface="Calibri" panose="020F0502020204030204"/>
                <a:cs typeface="Calibri" panose="020F0502020204030204"/>
              </a:rPr>
              <a:t> </a:t>
            </a:r>
            <a:r>
              <a:rPr sz="2400" dirty="0">
                <a:latin typeface="Calibri" panose="020F0502020204030204"/>
                <a:cs typeface="Calibri" panose="020F0502020204030204"/>
              </a:rPr>
              <a:t>by</a:t>
            </a:r>
            <a:r>
              <a:rPr sz="2400" spc="-95" dirty="0">
                <a:latin typeface="Calibri" panose="020F0502020204030204"/>
                <a:cs typeface="Calibri" panose="020F0502020204030204"/>
              </a:rPr>
              <a:t> </a:t>
            </a:r>
            <a:r>
              <a:rPr sz="2400" spc="-10" dirty="0">
                <a:latin typeface="Calibri" panose="020F0502020204030204"/>
                <a:cs typeface="Calibri" panose="020F0502020204030204"/>
              </a:rPr>
              <a:t>Spark</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5747" y="-6197"/>
            <a:ext cx="749808" cy="630936"/>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210820">
              <a:lnSpc>
                <a:spcPct val="100000"/>
              </a:lnSpc>
              <a:spcBef>
                <a:spcPts val="105"/>
              </a:spcBef>
            </a:pPr>
            <a:r>
              <a:rPr dirty="0"/>
              <a:t>Spark</a:t>
            </a:r>
            <a:r>
              <a:rPr spc="-60" dirty="0"/>
              <a:t> </a:t>
            </a:r>
            <a:r>
              <a:rPr dirty="0"/>
              <a:t>Runs</a:t>
            </a:r>
            <a:r>
              <a:rPr spc="-60" dirty="0"/>
              <a:t> </a:t>
            </a:r>
            <a:r>
              <a:rPr dirty="0"/>
              <a:t>on</a:t>
            </a:r>
            <a:r>
              <a:rPr spc="-65" dirty="0"/>
              <a:t> </a:t>
            </a:r>
            <a:r>
              <a:rPr spc="-35" dirty="0"/>
              <a:t>YARN:</a:t>
            </a:r>
            <a:r>
              <a:rPr spc="-60" dirty="0"/>
              <a:t> </a:t>
            </a:r>
            <a:r>
              <a:rPr dirty="0"/>
              <a:t>Client</a:t>
            </a:r>
            <a:r>
              <a:rPr spc="-60" dirty="0"/>
              <a:t> </a:t>
            </a:r>
            <a:r>
              <a:rPr spc="-20" dirty="0"/>
              <a:t>Mode</a:t>
            </a:r>
          </a:p>
        </p:txBody>
      </p:sp>
      <p:pic>
        <p:nvPicPr>
          <p:cNvPr id="3" name="object 3"/>
          <p:cNvPicPr/>
          <p:nvPr/>
        </p:nvPicPr>
        <p:blipFill>
          <a:blip r:embed="rId2" cstate="print"/>
          <a:stretch>
            <a:fillRect/>
          </a:stretch>
        </p:blipFill>
        <p:spPr>
          <a:xfrm>
            <a:off x="365154" y="1371600"/>
            <a:ext cx="7912083" cy="4724400"/>
          </a:xfrm>
          <a:prstGeom prst="rect">
            <a:avLst/>
          </a:prstGeom>
        </p:spPr>
      </p:pic>
      <p:pic>
        <p:nvPicPr>
          <p:cNvPr id="4" name="Picture 3" descr="wingspan_logo.png"/>
          <p:cNvPicPr>
            <a:picLocks noChangeAspect="1"/>
          </p:cNvPicPr>
          <p:nvPr/>
        </p:nvPicPr>
        <p:blipFill>
          <a:blip r:embed="rId3"/>
          <a:stretch>
            <a:fillRect/>
          </a:stretch>
        </p:blipFill>
        <p:spPr>
          <a:xfrm>
            <a:off x="8364645" y="-3110"/>
            <a:ext cx="749808" cy="630936"/>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71755">
              <a:lnSpc>
                <a:spcPct val="100000"/>
              </a:lnSpc>
              <a:spcBef>
                <a:spcPts val="105"/>
              </a:spcBef>
            </a:pPr>
            <a:r>
              <a:rPr dirty="0"/>
              <a:t>Spark</a:t>
            </a:r>
            <a:r>
              <a:rPr spc="-85" dirty="0"/>
              <a:t> </a:t>
            </a:r>
            <a:r>
              <a:rPr dirty="0"/>
              <a:t>Runs</a:t>
            </a:r>
            <a:r>
              <a:rPr spc="-85" dirty="0"/>
              <a:t> </a:t>
            </a:r>
            <a:r>
              <a:rPr dirty="0"/>
              <a:t>on</a:t>
            </a:r>
            <a:r>
              <a:rPr spc="-85" dirty="0"/>
              <a:t> </a:t>
            </a:r>
            <a:r>
              <a:rPr spc="-35" dirty="0"/>
              <a:t>YARN:</a:t>
            </a:r>
            <a:r>
              <a:rPr spc="-85" dirty="0"/>
              <a:t> </a:t>
            </a:r>
            <a:r>
              <a:rPr dirty="0"/>
              <a:t>Cluster</a:t>
            </a:r>
            <a:r>
              <a:rPr spc="-85" dirty="0"/>
              <a:t> </a:t>
            </a:r>
            <a:r>
              <a:rPr spc="-20" dirty="0"/>
              <a:t>Mode</a:t>
            </a:r>
          </a:p>
        </p:txBody>
      </p:sp>
      <p:pic>
        <p:nvPicPr>
          <p:cNvPr id="3" name="object 3"/>
          <p:cNvPicPr/>
          <p:nvPr/>
        </p:nvPicPr>
        <p:blipFill>
          <a:blip r:embed="rId2" cstate="print"/>
          <a:stretch>
            <a:fillRect/>
          </a:stretch>
        </p:blipFill>
        <p:spPr>
          <a:xfrm>
            <a:off x="641520" y="1524000"/>
            <a:ext cx="7616705" cy="4572000"/>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2700">
              <a:lnSpc>
                <a:spcPct val="100000"/>
              </a:lnSpc>
              <a:spcBef>
                <a:spcPts val="105"/>
              </a:spcBef>
            </a:pPr>
            <a:r>
              <a:rPr dirty="0"/>
              <a:t>Running</a:t>
            </a:r>
            <a:r>
              <a:rPr spc="-40" dirty="0"/>
              <a:t> </a:t>
            </a:r>
            <a:r>
              <a:rPr dirty="0"/>
              <a:t>a</a:t>
            </a:r>
            <a:r>
              <a:rPr spc="-40" dirty="0"/>
              <a:t> </a:t>
            </a:r>
            <a:r>
              <a:rPr dirty="0"/>
              <a:t>Spark</a:t>
            </a:r>
            <a:r>
              <a:rPr spc="-40" dirty="0"/>
              <a:t> </a:t>
            </a:r>
            <a:r>
              <a:rPr dirty="0"/>
              <a:t>Application</a:t>
            </a:r>
            <a:r>
              <a:rPr spc="-35" dirty="0"/>
              <a:t> </a:t>
            </a:r>
            <a:r>
              <a:rPr spc="-10" dirty="0"/>
              <a:t>Locally</a:t>
            </a:r>
          </a:p>
        </p:txBody>
      </p:sp>
      <p:sp>
        <p:nvSpPr>
          <p:cNvPr id="3" name="object 3"/>
          <p:cNvSpPr txBox="1">
            <a:spLocks noGrp="1"/>
          </p:cNvSpPr>
          <p:nvPr>
            <p:ph type="body" idx="1"/>
          </p:nvPr>
        </p:nvSpPr>
        <p:spPr>
          <a:prstGeom prst="rect">
            <a:avLst/>
          </a:prstGeom>
        </p:spPr>
        <p:txBody>
          <a:bodyPr vert="horz" wrap="square" lIns="0" tIns="238328" rIns="0" bIns="0" rtlCol="0">
            <a:spAutoFit/>
          </a:bodyPr>
          <a:lstStyle/>
          <a:p>
            <a:pPr marL="165100">
              <a:lnSpc>
                <a:spcPct val="100000"/>
              </a:lnSpc>
              <a:spcBef>
                <a:spcPts val="100"/>
              </a:spcBef>
            </a:pPr>
            <a:r>
              <a:rPr dirty="0"/>
              <a:t>Use</a:t>
            </a:r>
            <a:r>
              <a:rPr spc="-45" dirty="0"/>
              <a:t> </a:t>
            </a:r>
            <a:r>
              <a:rPr spc="-10" dirty="0"/>
              <a:t>spark-</a:t>
            </a:r>
            <a:r>
              <a:rPr dirty="0"/>
              <a:t>submit</a:t>
            </a:r>
            <a:r>
              <a:rPr spc="-25" dirty="0"/>
              <a:t> </a:t>
            </a:r>
            <a:r>
              <a:rPr spc="-20" dirty="0"/>
              <a:t>--</a:t>
            </a:r>
            <a:r>
              <a:rPr dirty="0"/>
              <a:t>master</a:t>
            </a:r>
            <a:r>
              <a:rPr spc="-30" dirty="0"/>
              <a:t> </a:t>
            </a:r>
            <a:r>
              <a:rPr dirty="0"/>
              <a:t>to</a:t>
            </a:r>
            <a:r>
              <a:rPr spc="-30" dirty="0"/>
              <a:t> </a:t>
            </a:r>
            <a:r>
              <a:rPr dirty="0"/>
              <a:t>specify</a:t>
            </a:r>
            <a:r>
              <a:rPr spc="-30" dirty="0"/>
              <a:t> </a:t>
            </a:r>
            <a:r>
              <a:rPr dirty="0"/>
              <a:t>cluster</a:t>
            </a:r>
            <a:r>
              <a:rPr spc="-40" dirty="0"/>
              <a:t> </a:t>
            </a:r>
            <a:r>
              <a:rPr spc="-10" dirty="0"/>
              <a:t>option</a:t>
            </a:r>
          </a:p>
          <a:p>
            <a:pPr marL="165100">
              <a:lnSpc>
                <a:spcPct val="100000"/>
              </a:lnSpc>
            </a:pPr>
            <a:r>
              <a:rPr b="0" dirty="0">
                <a:latin typeface="Calibri" panose="020F0502020204030204"/>
                <a:cs typeface="Calibri" panose="020F0502020204030204"/>
              </a:rPr>
              <a:t>–</a:t>
            </a:r>
            <a:r>
              <a:rPr b="0" spc="-20" dirty="0">
                <a:latin typeface="Calibri" panose="020F0502020204030204"/>
                <a:cs typeface="Calibri" panose="020F0502020204030204"/>
              </a:rPr>
              <a:t> </a:t>
            </a:r>
            <a:r>
              <a:rPr b="0" dirty="0">
                <a:latin typeface="Calibri" panose="020F0502020204030204"/>
                <a:cs typeface="Calibri" panose="020F0502020204030204"/>
              </a:rPr>
              <a:t>Local</a:t>
            </a:r>
            <a:r>
              <a:rPr b="0" spc="-15" dirty="0">
                <a:latin typeface="Calibri" panose="020F0502020204030204"/>
                <a:cs typeface="Calibri" panose="020F0502020204030204"/>
              </a:rPr>
              <a:t> </a:t>
            </a:r>
            <a:r>
              <a:rPr b="0" spc="-10" dirty="0">
                <a:latin typeface="Calibri" panose="020F0502020204030204"/>
                <a:cs typeface="Calibri" panose="020F0502020204030204"/>
              </a:rPr>
              <a:t>options</a:t>
            </a:r>
          </a:p>
          <a:p>
            <a:pPr marL="165100">
              <a:lnSpc>
                <a:spcPct val="100000"/>
              </a:lnSpc>
            </a:pPr>
            <a:r>
              <a:rPr b="0" spc="-10" dirty="0">
                <a:latin typeface="Calibri" panose="020F0502020204030204"/>
                <a:cs typeface="Calibri" panose="020F0502020204030204"/>
              </a:rPr>
              <a:t>–</a:t>
            </a:r>
            <a:r>
              <a:rPr dirty="0"/>
              <a:t>local[*]</a:t>
            </a:r>
            <a:r>
              <a:rPr spc="-85" dirty="0"/>
              <a:t> </a:t>
            </a:r>
            <a:r>
              <a:rPr b="0" dirty="0">
                <a:latin typeface="Calibri" panose="020F0502020204030204"/>
                <a:cs typeface="Calibri" panose="020F0502020204030204"/>
              </a:rPr>
              <a:t>runs</a:t>
            </a:r>
            <a:r>
              <a:rPr b="0" spc="-45" dirty="0">
                <a:latin typeface="Calibri" panose="020F0502020204030204"/>
                <a:cs typeface="Calibri" panose="020F0502020204030204"/>
              </a:rPr>
              <a:t> </a:t>
            </a:r>
            <a:r>
              <a:rPr b="0" dirty="0">
                <a:latin typeface="Calibri" panose="020F0502020204030204"/>
                <a:cs typeface="Calibri" panose="020F0502020204030204"/>
              </a:rPr>
              <a:t>locally</a:t>
            </a:r>
            <a:r>
              <a:rPr b="0" spc="-45" dirty="0">
                <a:latin typeface="Calibri" panose="020F0502020204030204"/>
                <a:cs typeface="Calibri" panose="020F0502020204030204"/>
              </a:rPr>
              <a:t> </a:t>
            </a:r>
            <a:r>
              <a:rPr b="0" dirty="0">
                <a:latin typeface="Calibri" panose="020F0502020204030204"/>
                <a:cs typeface="Calibri" panose="020F0502020204030204"/>
              </a:rPr>
              <a:t>with</a:t>
            </a:r>
            <a:r>
              <a:rPr b="0" spc="-55" dirty="0">
                <a:latin typeface="Calibri" panose="020F0502020204030204"/>
                <a:cs typeface="Calibri" panose="020F0502020204030204"/>
              </a:rPr>
              <a:t> </a:t>
            </a:r>
            <a:r>
              <a:rPr b="0" dirty="0">
                <a:latin typeface="Calibri" panose="020F0502020204030204"/>
                <a:cs typeface="Calibri" panose="020F0502020204030204"/>
              </a:rPr>
              <a:t>as</a:t>
            </a:r>
            <a:r>
              <a:rPr b="0" spc="-45" dirty="0">
                <a:latin typeface="Calibri" panose="020F0502020204030204"/>
                <a:cs typeface="Calibri" panose="020F0502020204030204"/>
              </a:rPr>
              <a:t> </a:t>
            </a:r>
            <a:r>
              <a:rPr b="0" dirty="0">
                <a:latin typeface="Calibri" panose="020F0502020204030204"/>
                <a:cs typeface="Calibri" panose="020F0502020204030204"/>
              </a:rPr>
              <a:t>many</a:t>
            </a:r>
            <a:r>
              <a:rPr b="0" spc="-50" dirty="0">
                <a:latin typeface="Calibri" panose="020F0502020204030204"/>
                <a:cs typeface="Calibri" panose="020F0502020204030204"/>
              </a:rPr>
              <a:t> </a:t>
            </a:r>
            <a:r>
              <a:rPr b="0" dirty="0">
                <a:latin typeface="Calibri" panose="020F0502020204030204"/>
                <a:cs typeface="Calibri" panose="020F0502020204030204"/>
              </a:rPr>
              <a:t>threads</a:t>
            </a:r>
            <a:r>
              <a:rPr b="0" spc="-45" dirty="0">
                <a:latin typeface="Calibri" panose="020F0502020204030204"/>
                <a:cs typeface="Calibri" panose="020F0502020204030204"/>
              </a:rPr>
              <a:t> </a:t>
            </a:r>
            <a:r>
              <a:rPr b="0" dirty="0">
                <a:latin typeface="Calibri" panose="020F0502020204030204"/>
                <a:cs typeface="Calibri" panose="020F0502020204030204"/>
              </a:rPr>
              <a:t>as</a:t>
            </a:r>
            <a:r>
              <a:rPr b="0" spc="-45" dirty="0">
                <a:latin typeface="Calibri" panose="020F0502020204030204"/>
                <a:cs typeface="Calibri" panose="020F0502020204030204"/>
              </a:rPr>
              <a:t> </a:t>
            </a:r>
            <a:r>
              <a:rPr b="0" dirty="0">
                <a:latin typeface="Calibri" panose="020F0502020204030204"/>
                <a:cs typeface="Calibri" panose="020F0502020204030204"/>
              </a:rPr>
              <a:t>cores</a:t>
            </a:r>
            <a:r>
              <a:rPr b="0" spc="-45" dirty="0">
                <a:latin typeface="Calibri" panose="020F0502020204030204"/>
                <a:cs typeface="Calibri" panose="020F0502020204030204"/>
              </a:rPr>
              <a:t> </a:t>
            </a:r>
            <a:r>
              <a:rPr b="0" spc="-10" dirty="0">
                <a:latin typeface="Calibri" panose="020F0502020204030204"/>
                <a:cs typeface="Calibri" panose="020F0502020204030204"/>
              </a:rPr>
              <a:t>(default)</a:t>
            </a:r>
          </a:p>
          <a:p>
            <a:pPr marL="165100">
              <a:lnSpc>
                <a:spcPct val="100000"/>
              </a:lnSpc>
            </a:pPr>
            <a:r>
              <a:rPr b="0" spc="-10" dirty="0">
                <a:latin typeface="Calibri" panose="020F0502020204030204"/>
                <a:cs typeface="Calibri" panose="020F0502020204030204"/>
              </a:rPr>
              <a:t>–</a:t>
            </a:r>
            <a:r>
              <a:rPr dirty="0"/>
              <a:t>local[n]</a:t>
            </a:r>
            <a:r>
              <a:rPr spc="-60" dirty="0"/>
              <a:t> </a:t>
            </a:r>
            <a:r>
              <a:rPr b="0" dirty="0">
                <a:latin typeface="Calibri" panose="020F0502020204030204"/>
                <a:cs typeface="Calibri" panose="020F0502020204030204"/>
              </a:rPr>
              <a:t>runs</a:t>
            </a:r>
            <a:r>
              <a:rPr b="0" spc="-25" dirty="0">
                <a:latin typeface="Calibri" panose="020F0502020204030204"/>
                <a:cs typeface="Calibri" panose="020F0502020204030204"/>
              </a:rPr>
              <a:t> </a:t>
            </a:r>
            <a:r>
              <a:rPr b="0" dirty="0">
                <a:latin typeface="Calibri" panose="020F0502020204030204"/>
                <a:cs typeface="Calibri" panose="020F0502020204030204"/>
              </a:rPr>
              <a:t>locally</a:t>
            </a:r>
            <a:r>
              <a:rPr b="0" spc="-40" dirty="0">
                <a:latin typeface="Calibri" panose="020F0502020204030204"/>
                <a:cs typeface="Calibri" panose="020F0502020204030204"/>
              </a:rPr>
              <a:t> </a:t>
            </a:r>
            <a:r>
              <a:rPr b="0" dirty="0">
                <a:latin typeface="Calibri" panose="020F0502020204030204"/>
                <a:cs typeface="Calibri" panose="020F0502020204030204"/>
              </a:rPr>
              <a:t>with</a:t>
            </a:r>
            <a:r>
              <a:rPr b="0" spc="-25" dirty="0">
                <a:latin typeface="Calibri" panose="020F0502020204030204"/>
                <a:cs typeface="Calibri" panose="020F0502020204030204"/>
              </a:rPr>
              <a:t> </a:t>
            </a:r>
            <a:r>
              <a:rPr b="0" i="1" dirty="0">
                <a:latin typeface="Calibri" panose="020F0502020204030204"/>
                <a:cs typeface="Calibri" panose="020F0502020204030204"/>
              </a:rPr>
              <a:t>n</a:t>
            </a:r>
            <a:r>
              <a:rPr b="0" i="1" spc="-25" dirty="0">
                <a:latin typeface="Calibri" panose="020F0502020204030204"/>
                <a:cs typeface="Calibri" panose="020F0502020204030204"/>
              </a:rPr>
              <a:t> </a:t>
            </a:r>
            <a:r>
              <a:rPr b="0" spc="-10" dirty="0">
                <a:latin typeface="Calibri" panose="020F0502020204030204"/>
                <a:cs typeface="Calibri" panose="020F0502020204030204"/>
              </a:rPr>
              <a:t>threads</a:t>
            </a:r>
          </a:p>
          <a:p>
            <a:pPr marL="165100">
              <a:lnSpc>
                <a:spcPct val="100000"/>
              </a:lnSpc>
              <a:spcBef>
                <a:spcPts val="5"/>
              </a:spcBef>
            </a:pPr>
            <a:r>
              <a:rPr b="0" spc="-10" dirty="0">
                <a:latin typeface="Calibri" panose="020F0502020204030204"/>
                <a:cs typeface="Calibri" panose="020F0502020204030204"/>
              </a:rPr>
              <a:t>–</a:t>
            </a:r>
            <a:r>
              <a:rPr dirty="0"/>
              <a:t>local</a:t>
            </a:r>
            <a:r>
              <a:rPr spc="-50" dirty="0"/>
              <a:t> </a:t>
            </a:r>
            <a:r>
              <a:rPr b="0" dirty="0">
                <a:latin typeface="Calibri" panose="020F0502020204030204"/>
                <a:cs typeface="Calibri" panose="020F0502020204030204"/>
              </a:rPr>
              <a:t>runs</a:t>
            </a:r>
            <a:r>
              <a:rPr b="0" spc="-10" dirty="0">
                <a:latin typeface="Calibri" panose="020F0502020204030204"/>
                <a:cs typeface="Calibri" panose="020F0502020204030204"/>
              </a:rPr>
              <a:t> </a:t>
            </a:r>
            <a:r>
              <a:rPr b="0" dirty="0">
                <a:latin typeface="Calibri" panose="020F0502020204030204"/>
                <a:cs typeface="Calibri" panose="020F0502020204030204"/>
              </a:rPr>
              <a:t>locally</a:t>
            </a:r>
            <a:r>
              <a:rPr b="0" spc="-20" dirty="0">
                <a:latin typeface="Calibri" panose="020F0502020204030204"/>
                <a:cs typeface="Calibri" panose="020F0502020204030204"/>
              </a:rPr>
              <a:t> </a:t>
            </a:r>
            <a:r>
              <a:rPr b="0" dirty="0">
                <a:latin typeface="Calibri" panose="020F0502020204030204"/>
                <a:cs typeface="Calibri" panose="020F0502020204030204"/>
              </a:rPr>
              <a:t>with</a:t>
            </a:r>
            <a:r>
              <a:rPr b="0" spc="-20" dirty="0">
                <a:latin typeface="Calibri" panose="020F0502020204030204"/>
                <a:cs typeface="Calibri" panose="020F0502020204030204"/>
              </a:rPr>
              <a:t> </a:t>
            </a:r>
            <a:r>
              <a:rPr b="0" dirty="0">
                <a:latin typeface="Calibri" panose="020F0502020204030204"/>
                <a:cs typeface="Calibri" panose="020F0502020204030204"/>
              </a:rPr>
              <a:t>a</a:t>
            </a:r>
            <a:r>
              <a:rPr b="0" spc="-10" dirty="0">
                <a:latin typeface="Calibri" panose="020F0502020204030204"/>
                <a:cs typeface="Calibri" panose="020F0502020204030204"/>
              </a:rPr>
              <a:t> </a:t>
            </a:r>
            <a:r>
              <a:rPr b="0" dirty="0">
                <a:latin typeface="Calibri" panose="020F0502020204030204"/>
                <a:cs typeface="Calibri" panose="020F0502020204030204"/>
              </a:rPr>
              <a:t>single</a:t>
            </a:r>
            <a:r>
              <a:rPr b="0" spc="-20" dirty="0">
                <a:latin typeface="Calibri" panose="020F0502020204030204"/>
                <a:cs typeface="Calibri" panose="020F0502020204030204"/>
              </a:rPr>
              <a:t> </a:t>
            </a:r>
            <a:r>
              <a:rPr b="0" spc="-10" dirty="0">
                <a:latin typeface="Calibri" panose="020F0502020204030204"/>
                <a:cs typeface="Calibri" panose="020F0502020204030204"/>
              </a:rPr>
              <a:t>thread</a:t>
            </a:r>
          </a:p>
        </p:txBody>
      </p:sp>
      <p:pic>
        <p:nvPicPr>
          <p:cNvPr id="4" name="object 4"/>
          <p:cNvPicPr/>
          <p:nvPr/>
        </p:nvPicPr>
        <p:blipFill>
          <a:blip r:embed="rId2" cstate="print"/>
          <a:stretch>
            <a:fillRect/>
          </a:stretch>
        </p:blipFill>
        <p:spPr>
          <a:xfrm>
            <a:off x="1117600" y="4394200"/>
            <a:ext cx="7454900" cy="1206500"/>
          </a:xfrm>
          <a:prstGeom prst="rect">
            <a:avLst/>
          </a:prstGeom>
        </p:spPr>
      </p:pic>
      <p:pic>
        <p:nvPicPr>
          <p:cNvPr id="5" name="Picture 4" descr="wingspan_logo.png"/>
          <p:cNvPicPr>
            <a:picLocks noChangeAspect="1"/>
          </p:cNvPicPr>
          <p:nvPr/>
        </p:nvPicPr>
        <p:blipFill>
          <a:blip r:embed="rId3"/>
          <a:stretch>
            <a:fillRect/>
          </a:stretch>
        </p:blipFill>
        <p:spPr>
          <a:xfrm>
            <a:off x="8394192" y="-10886"/>
            <a:ext cx="749808" cy="630936"/>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12065" rIns="0" bIns="0" rtlCol="0">
            <a:spAutoFit/>
          </a:bodyPr>
          <a:lstStyle/>
          <a:p>
            <a:pPr marL="3304540" marR="5080" indent="-2666365">
              <a:lnSpc>
                <a:spcPct val="100000"/>
              </a:lnSpc>
              <a:spcBef>
                <a:spcPts val="95"/>
              </a:spcBef>
            </a:pPr>
            <a:r>
              <a:rPr sz="4000" dirty="0"/>
              <a:t>Running</a:t>
            </a:r>
            <a:r>
              <a:rPr sz="4000" spc="-55" dirty="0"/>
              <a:t> </a:t>
            </a:r>
            <a:r>
              <a:rPr sz="4000" dirty="0"/>
              <a:t>a</a:t>
            </a:r>
            <a:r>
              <a:rPr sz="4000" spc="-60" dirty="0"/>
              <a:t> </a:t>
            </a:r>
            <a:r>
              <a:rPr sz="4000" dirty="0"/>
              <a:t>Spark</a:t>
            </a:r>
            <a:r>
              <a:rPr sz="4000" spc="-55" dirty="0"/>
              <a:t> </a:t>
            </a:r>
            <a:r>
              <a:rPr sz="4000" dirty="0"/>
              <a:t>Application</a:t>
            </a:r>
            <a:r>
              <a:rPr sz="4000" spc="-60" dirty="0"/>
              <a:t> </a:t>
            </a:r>
            <a:r>
              <a:rPr sz="4000" dirty="0"/>
              <a:t>on</a:t>
            </a:r>
            <a:r>
              <a:rPr sz="4000" spc="-55" dirty="0"/>
              <a:t> </a:t>
            </a:r>
            <a:r>
              <a:rPr sz="4000" spc="-50" dirty="0"/>
              <a:t>a </a:t>
            </a:r>
            <a:r>
              <a:rPr sz="4000" spc="-10" dirty="0"/>
              <a:t>Cluster</a:t>
            </a:r>
            <a:endParaRPr sz="4000"/>
          </a:p>
        </p:txBody>
      </p:sp>
      <p:sp>
        <p:nvSpPr>
          <p:cNvPr id="3" name="object 3"/>
          <p:cNvSpPr txBox="1">
            <a:spLocks noGrp="1"/>
          </p:cNvSpPr>
          <p:nvPr>
            <p:ph type="body" idx="1"/>
          </p:nvPr>
        </p:nvSpPr>
        <p:spPr>
          <a:prstGeom prst="rect">
            <a:avLst/>
          </a:prstGeom>
        </p:spPr>
        <p:txBody>
          <a:bodyPr vert="horz" wrap="square" lIns="0" tIns="241300" rIns="0" bIns="0" rtlCol="0">
            <a:spAutoFit/>
          </a:bodyPr>
          <a:lstStyle/>
          <a:p>
            <a:pPr marL="88900">
              <a:lnSpc>
                <a:spcPct val="100000"/>
              </a:lnSpc>
              <a:spcBef>
                <a:spcPts val="100"/>
              </a:spcBef>
            </a:pPr>
            <a:r>
              <a:rPr b="0" dirty="0">
                <a:latin typeface="Calibri" panose="020F0502020204030204"/>
                <a:cs typeface="Calibri" panose="020F0502020204030204"/>
              </a:rPr>
              <a:t>§</a:t>
            </a:r>
            <a:r>
              <a:rPr b="0" spc="-60" dirty="0">
                <a:latin typeface="Calibri" panose="020F0502020204030204"/>
                <a:cs typeface="Calibri" panose="020F0502020204030204"/>
              </a:rPr>
              <a:t> </a:t>
            </a:r>
            <a:r>
              <a:rPr dirty="0"/>
              <a:t>Use</a:t>
            </a:r>
            <a:r>
              <a:rPr spc="-65" dirty="0"/>
              <a:t> </a:t>
            </a:r>
            <a:r>
              <a:rPr spc="-20" dirty="0"/>
              <a:t>spark-</a:t>
            </a:r>
            <a:r>
              <a:rPr dirty="0"/>
              <a:t>submit</a:t>
            </a:r>
            <a:r>
              <a:rPr spc="-55" dirty="0"/>
              <a:t> </a:t>
            </a:r>
            <a:r>
              <a:rPr spc="-20" dirty="0"/>
              <a:t>--</a:t>
            </a:r>
            <a:r>
              <a:rPr dirty="0"/>
              <a:t>master</a:t>
            </a:r>
            <a:r>
              <a:rPr spc="-45" dirty="0"/>
              <a:t> </a:t>
            </a:r>
            <a:r>
              <a:rPr dirty="0"/>
              <a:t>to</a:t>
            </a:r>
            <a:r>
              <a:rPr spc="-55" dirty="0"/>
              <a:t> </a:t>
            </a:r>
            <a:r>
              <a:rPr dirty="0"/>
              <a:t>specify</a:t>
            </a:r>
            <a:r>
              <a:rPr spc="-50" dirty="0"/>
              <a:t> </a:t>
            </a:r>
            <a:r>
              <a:rPr dirty="0"/>
              <a:t>cluster</a:t>
            </a:r>
            <a:r>
              <a:rPr spc="-70" dirty="0"/>
              <a:t> </a:t>
            </a:r>
            <a:r>
              <a:rPr spc="-10" dirty="0"/>
              <a:t>option</a:t>
            </a:r>
          </a:p>
          <a:p>
            <a:pPr marL="88900">
              <a:lnSpc>
                <a:spcPct val="100000"/>
              </a:lnSpc>
            </a:pPr>
            <a:r>
              <a:rPr b="0" dirty="0">
                <a:latin typeface="Calibri" panose="020F0502020204030204"/>
                <a:cs typeface="Calibri" panose="020F0502020204030204"/>
              </a:rPr>
              <a:t>–</a:t>
            </a:r>
            <a:r>
              <a:rPr b="0" spc="-55" dirty="0">
                <a:latin typeface="Calibri" panose="020F0502020204030204"/>
                <a:cs typeface="Calibri" panose="020F0502020204030204"/>
              </a:rPr>
              <a:t> </a:t>
            </a:r>
            <a:r>
              <a:rPr b="0" dirty="0">
                <a:latin typeface="Calibri" panose="020F0502020204030204"/>
                <a:cs typeface="Calibri" panose="020F0502020204030204"/>
              </a:rPr>
              <a:t>Cluster</a:t>
            </a:r>
            <a:r>
              <a:rPr b="0" spc="-75" dirty="0">
                <a:latin typeface="Calibri" panose="020F0502020204030204"/>
                <a:cs typeface="Calibri" panose="020F0502020204030204"/>
              </a:rPr>
              <a:t> </a:t>
            </a:r>
            <a:r>
              <a:rPr b="0" spc="-10" dirty="0">
                <a:latin typeface="Calibri" panose="020F0502020204030204"/>
                <a:cs typeface="Calibri" panose="020F0502020204030204"/>
              </a:rPr>
              <a:t>options</a:t>
            </a:r>
          </a:p>
          <a:p>
            <a:pPr marL="88900">
              <a:lnSpc>
                <a:spcPct val="100000"/>
              </a:lnSpc>
            </a:pPr>
            <a:r>
              <a:rPr b="0" spc="-20" dirty="0">
                <a:latin typeface="Calibri" panose="020F0502020204030204"/>
                <a:cs typeface="Calibri" panose="020F0502020204030204"/>
              </a:rPr>
              <a:t>–</a:t>
            </a:r>
            <a:r>
              <a:rPr spc="-20" dirty="0"/>
              <a:t>yarn-</a:t>
            </a:r>
            <a:r>
              <a:rPr spc="-10" dirty="0"/>
              <a:t>client</a:t>
            </a:r>
          </a:p>
          <a:p>
            <a:pPr marL="88900">
              <a:lnSpc>
                <a:spcPct val="100000"/>
              </a:lnSpc>
            </a:pPr>
            <a:r>
              <a:rPr b="0" spc="-20" dirty="0">
                <a:latin typeface="Calibri" panose="020F0502020204030204"/>
                <a:cs typeface="Calibri" panose="020F0502020204030204"/>
              </a:rPr>
              <a:t>–</a:t>
            </a:r>
            <a:r>
              <a:rPr spc="-20" dirty="0"/>
              <a:t>yarn-</a:t>
            </a:r>
            <a:r>
              <a:rPr spc="-10" dirty="0"/>
              <a:t>cluster</a:t>
            </a:r>
          </a:p>
          <a:p>
            <a:pPr marL="88900">
              <a:lnSpc>
                <a:spcPct val="100000"/>
              </a:lnSpc>
            </a:pPr>
            <a:r>
              <a:rPr b="0" spc="-20" dirty="0">
                <a:latin typeface="Calibri" panose="020F0502020204030204"/>
                <a:cs typeface="Calibri" panose="020F0502020204030204"/>
              </a:rPr>
              <a:t>–</a:t>
            </a:r>
            <a:r>
              <a:rPr spc="-10" dirty="0"/>
              <a:t>spark://</a:t>
            </a:r>
            <a:r>
              <a:rPr i="1" spc="-10" dirty="0">
                <a:latin typeface="Calibri" panose="020F0502020204030204"/>
                <a:cs typeface="Calibri" panose="020F0502020204030204"/>
              </a:rPr>
              <a:t>masternode</a:t>
            </a:r>
            <a:r>
              <a:rPr spc="-10" dirty="0"/>
              <a:t>:</a:t>
            </a:r>
            <a:r>
              <a:rPr i="1" spc="-10" dirty="0">
                <a:latin typeface="Calibri" panose="020F0502020204030204"/>
                <a:cs typeface="Calibri" panose="020F0502020204030204"/>
              </a:rPr>
              <a:t>port</a:t>
            </a:r>
            <a:r>
              <a:rPr i="1" spc="-15" dirty="0">
                <a:latin typeface="Calibri" panose="020F0502020204030204"/>
                <a:cs typeface="Calibri" panose="020F0502020204030204"/>
              </a:rPr>
              <a:t> </a:t>
            </a:r>
            <a:r>
              <a:rPr b="0" dirty="0">
                <a:latin typeface="Calibri" panose="020F0502020204030204"/>
                <a:cs typeface="Calibri" panose="020F0502020204030204"/>
              </a:rPr>
              <a:t>(Spark</a:t>
            </a:r>
            <a:r>
              <a:rPr b="0" spc="-40" dirty="0">
                <a:latin typeface="Calibri" panose="020F0502020204030204"/>
                <a:cs typeface="Calibri" panose="020F0502020204030204"/>
              </a:rPr>
              <a:t> </a:t>
            </a:r>
            <a:r>
              <a:rPr b="0" spc="-10" dirty="0">
                <a:latin typeface="Calibri" panose="020F0502020204030204"/>
                <a:cs typeface="Calibri" panose="020F0502020204030204"/>
              </a:rPr>
              <a:t>Standalone)</a:t>
            </a:r>
          </a:p>
          <a:p>
            <a:pPr marL="88900">
              <a:lnSpc>
                <a:spcPct val="100000"/>
              </a:lnSpc>
              <a:spcBef>
                <a:spcPts val="5"/>
              </a:spcBef>
            </a:pPr>
            <a:r>
              <a:rPr b="0" spc="-20" dirty="0">
                <a:latin typeface="Calibri" panose="020F0502020204030204"/>
                <a:cs typeface="Calibri" panose="020F0502020204030204"/>
              </a:rPr>
              <a:t>–</a:t>
            </a:r>
            <a:r>
              <a:rPr spc="-10" dirty="0"/>
              <a:t>mesos://</a:t>
            </a:r>
            <a:r>
              <a:rPr i="1" spc="-10" dirty="0">
                <a:latin typeface="Calibri" panose="020F0502020204030204"/>
                <a:cs typeface="Calibri" panose="020F0502020204030204"/>
              </a:rPr>
              <a:t>masternode</a:t>
            </a:r>
            <a:r>
              <a:rPr spc="-10" dirty="0"/>
              <a:t>:</a:t>
            </a:r>
            <a:r>
              <a:rPr i="1" spc="-10" dirty="0">
                <a:latin typeface="Calibri" panose="020F0502020204030204"/>
                <a:cs typeface="Calibri" panose="020F0502020204030204"/>
              </a:rPr>
              <a:t>port</a:t>
            </a:r>
            <a:r>
              <a:rPr i="1" spc="35" dirty="0">
                <a:latin typeface="Calibri" panose="020F0502020204030204"/>
                <a:cs typeface="Calibri" panose="020F0502020204030204"/>
              </a:rPr>
              <a:t> </a:t>
            </a:r>
            <a:r>
              <a:rPr b="0" spc="-10" dirty="0">
                <a:latin typeface="Calibri" panose="020F0502020204030204"/>
                <a:cs typeface="Calibri" panose="020F0502020204030204"/>
              </a:rPr>
              <a:t>(Mesos)</a:t>
            </a:r>
          </a:p>
        </p:txBody>
      </p:sp>
      <p:pic>
        <p:nvPicPr>
          <p:cNvPr id="4" name="object 4"/>
          <p:cNvPicPr/>
          <p:nvPr/>
        </p:nvPicPr>
        <p:blipFill>
          <a:blip r:embed="rId2" cstate="print"/>
          <a:stretch>
            <a:fillRect/>
          </a:stretch>
        </p:blipFill>
        <p:spPr>
          <a:xfrm>
            <a:off x="1033498" y="4552189"/>
            <a:ext cx="7239674" cy="1148202"/>
          </a:xfrm>
          <a:prstGeom prst="rect">
            <a:avLst/>
          </a:prstGeom>
        </p:spPr>
      </p:pic>
      <p:pic>
        <p:nvPicPr>
          <p:cNvPr id="5" name="Picture 4" descr="wingspan_logo.png"/>
          <p:cNvPicPr>
            <a:picLocks noChangeAspect="1"/>
          </p:cNvPicPr>
          <p:nvPr/>
        </p:nvPicPr>
        <p:blipFill>
          <a:blip r:embed="rId3"/>
          <a:stretch>
            <a:fillRect/>
          </a:stretch>
        </p:blipFill>
        <p:spPr>
          <a:xfrm>
            <a:off x="8416697" y="21406"/>
            <a:ext cx="749808" cy="630936"/>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316864" rIns="0" bIns="0" rtlCol="0">
            <a:spAutoFit/>
          </a:bodyPr>
          <a:lstStyle/>
          <a:p>
            <a:pPr marL="355600">
              <a:lnSpc>
                <a:spcPct val="100000"/>
              </a:lnSpc>
              <a:spcBef>
                <a:spcPts val="95"/>
              </a:spcBef>
            </a:pPr>
            <a:r>
              <a:rPr sz="4000" dirty="0"/>
              <a:t>Starting</a:t>
            </a:r>
            <a:r>
              <a:rPr sz="4000" spc="-40" dirty="0"/>
              <a:t> </a:t>
            </a:r>
            <a:r>
              <a:rPr sz="4000" dirty="0"/>
              <a:t>the</a:t>
            </a:r>
            <a:r>
              <a:rPr sz="4000" spc="-45" dirty="0"/>
              <a:t> </a:t>
            </a:r>
            <a:r>
              <a:rPr sz="4000" dirty="0"/>
              <a:t>Spark</a:t>
            </a:r>
            <a:r>
              <a:rPr sz="4000" spc="-35" dirty="0"/>
              <a:t> </a:t>
            </a:r>
            <a:r>
              <a:rPr sz="4000" dirty="0"/>
              <a:t>Shell</a:t>
            </a:r>
            <a:r>
              <a:rPr sz="4000" spc="-55" dirty="0"/>
              <a:t> </a:t>
            </a:r>
            <a:r>
              <a:rPr sz="4000" dirty="0"/>
              <a:t>on</a:t>
            </a:r>
            <a:r>
              <a:rPr sz="4000" spc="-25" dirty="0"/>
              <a:t> </a:t>
            </a:r>
            <a:r>
              <a:rPr sz="4000" dirty="0"/>
              <a:t>a</a:t>
            </a:r>
            <a:r>
              <a:rPr sz="4000" spc="-40" dirty="0"/>
              <a:t> </a:t>
            </a:r>
            <a:r>
              <a:rPr sz="4000" spc="-10" dirty="0"/>
              <a:t>Cluster</a:t>
            </a:r>
            <a:endParaRPr sz="4000"/>
          </a:p>
        </p:txBody>
      </p:sp>
      <p:sp>
        <p:nvSpPr>
          <p:cNvPr id="3" name="object 3"/>
          <p:cNvSpPr txBox="1">
            <a:spLocks noGrp="1"/>
          </p:cNvSpPr>
          <p:nvPr>
            <p:ph type="body" idx="1"/>
          </p:nvPr>
        </p:nvSpPr>
        <p:spPr>
          <a:prstGeom prst="rect">
            <a:avLst/>
          </a:prstGeom>
        </p:spPr>
        <p:txBody>
          <a:bodyPr vert="horz" wrap="square" lIns="0" tIns="88900" rIns="0" bIns="0" rtlCol="0">
            <a:spAutoFit/>
          </a:bodyPr>
          <a:lstStyle/>
          <a:p>
            <a:pPr marL="165100">
              <a:lnSpc>
                <a:spcPct val="100000"/>
              </a:lnSpc>
              <a:spcBef>
                <a:spcPts val="100"/>
              </a:spcBef>
            </a:pPr>
            <a:r>
              <a:rPr sz="1800" b="0" dirty="0">
                <a:latin typeface="Calibri" panose="020F0502020204030204"/>
                <a:cs typeface="Calibri" panose="020F0502020204030204"/>
              </a:rPr>
              <a:t>§</a:t>
            </a:r>
            <a:r>
              <a:rPr sz="1800" b="0" spc="-15" dirty="0">
                <a:latin typeface="Calibri" panose="020F0502020204030204"/>
                <a:cs typeface="Calibri" panose="020F0502020204030204"/>
              </a:rPr>
              <a:t> </a:t>
            </a:r>
            <a:r>
              <a:rPr dirty="0"/>
              <a:t>The</a:t>
            </a:r>
            <a:r>
              <a:rPr spc="-25" dirty="0"/>
              <a:t> </a:t>
            </a:r>
            <a:r>
              <a:rPr dirty="0"/>
              <a:t>Spark</a:t>
            </a:r>
            <a:r>
              <a:rPr spc="-25" dirty="0"/>
              <a:t> </a:t>
            </a:r>
            <a:r>
              <a:rPr dirty="0"/>
              <a:t>shell</a:t>
            </a:r>
            <a:r>
              <a:rPr spc="-25" dirty="0"/>
              <a:t> </a:t>
            </a:r>
            <a:r>
              <a:rPr dirty="0"/>
              <a:t>can</a:t>
            </a:r>
            <a:r>
              <a:rPr spc="-40" dirty="0"/>
              <a:t> </a:t>
            </a:r>
            <a:r>
              <a:rPr dirty="0"/>
              <a:t>also</a:t>
            </a:r>
            <a:r>
              <a:rPr spc="-15" dirty="0"/>
              <a:t> </a:t>
            </a:r>
            <a:r>
              <a:rPr dirty="0"/>
              <a:t>be</a:t>
            </a:r>
            <a:r>
              <a:rPr spc="-30" dirty="0"/>
              <a:t> </a:t>
            </a:r>
            <a:r>
              <a:rPr dirty="0"/>
              <a:t>run</a:t>
            </a:r>
            <a:r>
              <a:rPr spc="-30" dirty="0"/>
              <a:t> </a:t>
            </a:r>
            <a:r>
              <a:rPr dirty="0"/>
              <a:t>on</a:t>
            </a:r>
            <a:r>
              <a:rPr spc="-45" dirty="0"/>
              <a:t> </a:t>
            </a:r>
            <a:r>
              <a:rPr dirty="0"/>
              <a:t>a</a:t>
            </a:r>
            <a:r>
              <a:rPr spc="-25" dirty="0"/>
              <a:t> </a:t>
            </a:r>
            <a:r>
              <a:rPr spc="-10" dirty="0"/>
              <a:t>cluster</a:t>
            </a:r>
            <a:endParaRPr sz="1800">
              <a:latin typeface="Calibri" panose="020F0502020204030204"/>
              <a:cs typeface="Calibri" panose="020F0502020204030204"/>
            </a:endParaRPr>
          </a:p>
          <a:p>
            <a:pPr marL="165100">
              <a:lnSpc>
                <a:spcPct val="100000"/>
              </a:lnSpc>
            </a:pPr>
            <a:r>
              <a:rPr b="0" dirty="0">
                <a:latin typeface="Calibri" panose="020F0502020204030204"/>
                <a:cs typeface="Calibri" panose="020F0502020204030204"/>
              </a:rPr>
              <a:t>§</a:t>
            </a:r>
            <a:r>
              <a:rPr b="0" spc="-35" dirty="0">
                <a:latin typeface="Calibri" panose="020F0502020204030204"/>
                <a:cs typeface="Calibri" panose="020F0502020204030204"/>
              </a:rPr>
              <a:t> </a:t>
            </a:r>
            <a:r>
              <a:rPr spc="-10" dirty="0"/>
              <a:t>spark-</a:t>
            </a:r>
            <a:r>
              <a:rPr dirty="0"/>
              <a:t>shell</a:t>
            </a:r>
            <a:r>
              <a:rPr spc="-15" dirty="0"/>
              <a:t> </a:t>
            </a:r>
            <a:r>
              <a:rPr dirty="0"/>
              <a:t>has</a:t>
            </a:r>
            <a:r>
              <a:rPr spc="-25" dirty="0"/>
              <a:t> </a:t>
            </a:r>
            <a:r>
              <a:rPr dirty="0"/>
              <a:t>a</a:t>
            </a:r>
            <a:r>
              <a:rPr spc="-25" dirty="0"/>
              <a:t> </a:t>
            </a:r>
            <a:r>
              <a:rPr spc="-20" dirty="0"/>
              <a:t>--</a:t>
            </a:r>
            <a:r>
              <a:rPr dirty="0"/>
              <a:t>master</a:t>
            </a:r>
            <a:r>
              <a:rPr spc="-25" dirty="0"/>
              <a:t> </a:t>
            </a:r>
            <a:r>
              <a:rPr spc="-10" dirty="0"/>
              <a:t>option</a:t>
            </a:r>
          </a:p>
          <a:p>
            <a:pPr marL="165100">
              <a:lnSpc>
                <a:spcPct val="100000"/>
              </a:lnSpc>
            </a:pPr>
            <a:r>
              <a:rPr b="0" spc="-10" dirty="0">
                <a:latin typeface="Calibri" panose="020F0502020204030204"/>
                <a:cs typeface="Calibri" panose="020F0502020204030204"/>
              </a:rPr>
              <a:t>–</a:t>
            </a:r>
            <a:r>
              <a:rPr dirty="0"/>
              <a:t>yarn</a:t>
            </a:r>
            <a:r>
              <a:rPr spc="-40" dirty="0"/>
              <a:t> </a:t>
            </a:r>
            <a:r>
              <a:rPr b="0" dirty="0">
                <a:latin typeface="Calibri" panose="020F0502020204030204"/>
                <a:cs typeface="Calibri" panose="020F0502020204030204"/>
              </a:rPr>
              <a:t>(client</a:t>
            </a:r>
            <a:r>
              <a:rPr b="0" spc="-60" dirty="0">
                <a:latin typeface="Calibri" panose="020F0502020204030204"/>
                <a:cs typeface="Calibri" panose="020F0502020204030204"/>
              </a:rPr>
              <a:t> </a:t>
            </a:r>
            <a:r>
              <a:rPr b="0" dirty="0">
                <a:latin typeface="Calibri" panose="020F0502020204030204"/>
                <a:cs typeface="Calibri" panose="020F0502020204030204"/>
              </a:rPr>
              <a:t>mode</a:t>
            </a:r>
            <a:r>
              <a:rPr b="0" spc="-35" dirty="0">
                <a:latin typeface="Calibri" panose="020F0502020204030204"/>
                <a:cs typeface="Calibri" panose="020F0502020204030204"/>
              </a:rPr>
              <a:t> </a:t>
            </a:r>
            <a:r>
              <a:rPr b="0" spc="-10" dirty="0">
                <a:latin typeface="Calibri" panose="020F0502020204030204"/>
                <a:cs typeface="Calibri" panose="020F0502020204030204"/>
              </a:rPr>
              <a:t>only)</a:t>
            </a:r>
          </a:p>
          <a:p>
            <a:pPr marL="165100">
              <a:lnSpc>
                <a:spcPct val="100000"/>
              </a:lnSpc>
            </a:pPr>
            <a:r>
              <a:rPr b="0" dirty="0">
                <a:latin typeface="Calibri" panose="020F0502020204030204"/>
                <a:cs typeface="Calibri" panose="020F0502020204030204"/>
              </a:rPr>
              <a:t>–</a:t>
            </a:r>
            <a:r>
              <a:rPr b="0" spc="-40" dirty="0">
                <a:latin typeface="Calibri" panose="020F0502020204030204"/>
                <a:cs typeface="Calibri" panose="020F0502020204030204"/>
              </a:rPr>
              <a:t> </a:t>
            </a:r>
            <a:r>
              <a:rPr b="0" dirty="0">
                <a:latin typeface="Calibri" panose="020F0502020204030204"/>
                <a:cs typeface="Calibri" panose="020F0502020204030204"/>
              </a:rPr>
              <a:t>Spark</a:t>
            </a:r>
            <a:r>
              <a:rPr b="0" spc="-45" dirty="0">
                <a:latin typeface="Calibri" panose="020F0502020204030204"/>
                <a:cs typeface="Calibri" panose="020F0502020204030204"/>
              </a:rPr>
              <a:t> </a:t>
            </a:r>
            <a:r>
              <a:rPr b="0" dirty="0">
                <a:latin typeface="Calibri" panose="020F0502020204030204"/>
                <a:cs typeface="Calibri" panose="020F0502020204030204"/>
              </a:rPr>
              <a:t>or</a:t>
            </a:r>
            <a:r>
              <a:rPr b="0" spc="-60" dirty="0">
                <a:latin typeface="Calibri" panose="020F0502020204030204"/>
                <a:cs typeface="Calibri" panose="020F0502020204030204"/>
              </a:rPr>
              <a:t> </a:t>
            </a:r>
            <a:r>
              <a:rPr b="0" dirty="0">
                <a:latin typeface="Calibri" panose="020F0502020204030204"/>
                <a:cs typeface="Calibri" panose="020F0502020204030204"/>
              </a:rPr>
              <a:t>Mesos</a:t>
            </a:r>
            <a:r>
              <a:rPr b="0" spc="-40" dirty="0">
                <a:latin typeface="Calibri" panose="020F0502020204030204"/>
                <a:cs typeface="Calibri" panose="020F0502020204030204"/>
              </a:rPr>
              <a:t> </a:t>
            </a:r>
            <a:r>
              <a:rPr b="0" dirty="0">
                <a:latin typeface="Calibri" panose="020F0502020204030204"/>
                <a:cs typeface="Calibri" panose="020F0502020204030204"/>
              </a:rPr>
              <a:t>cluster</a:t>
            </a:r>
            <a:r>
              <a:rPr b="0" spc="-55" dirty="0">
                <a:latin typeface="Calibri" panose="020F0502020204030204"/>
                <a:cs typeface="Calibri" panose="020F0502020204030204"/>
              </a:rPr>
              <a:t> </a:t>
            </a:r>
            <a:r>
              <a:rPr b="0" dirty="0">
                <a:latin typeface="Calibri" panose="020F0502020204030204"/>
                <a:cs typeface="Calibri" panose="020F0502020204030204"/>
              </a:rPr>
              <a:t>manager</a:t>
            </a:r>
            <a:r>
              <a:rPr b="0" spc="-45" dirty="0">
                <a:latin typeface="Calibri" panose="020F0502020204030204"/>
                <a:cs typeface="Calibri" panose="020F0502020204030204"/>
              </a:rPr>
              <a:t> </a:t>
            </a:r>
            <a:r>
              <a:rPr b="0" spc="-25" dirty="0">
                <a:latin typeface="Calibri" panose="020F0502020204030204"/>
                <a:cs typeface="Calibri" panose="020F0502020204030204"/>
              </a:rPr>
              <a:t>URL</a:t>
            </a:r>
          </a:p>
          <a:p>
            <a:pPr marL="165100">
              <a:lnSpc>
                <a:spcPct val="100000"/>
              </a:lnSpc>
            </a:pPr>
            <a:r>
              <a:rPr b="0" spc="-10" dirty="0">
                <a:latin typeface="Calibri" panose="020F0502020204030204"/>
                <a:cs typeface="Calibri" panose="020F0502020204030204"/>
              </a:rPr>
              <a:t>–</a:t>
            </a:r>
            <a:r>
              <a:rPr dirty="0"/>
              <a:t>local[*]</a:t>
            </a:r>
            <a:r>
              <a:rPr spc="-85" dirty="0"/>
              <a:t> </a:t>
            </a:r>
            <a:r>
              <a:rPr b="0" dirty="0">
                <a:latin typeface="Calibri" panose="020F0502020204030204"/>
                <a:cs typeface="Calibri" panose="020F0502020204030204"/>
              </a:rPr>
              <a:t>runs</a:t>
            </a:r>
            <a:r>
              <a:rPr b="0" spc="-50" dirty="0">
                <a:latin typeface="Calibri" panose="020F0502020204030204"/>
                <a:cs typeface="Calibri" panose="020F0502020204030204"/>
              </a:rPr>
              <a:t> </a:t>
            </a:r>
            <a:r>
              <a:rPr b="0" dirty="0">
                <a:latin typeface="Calibri" panose="020F0502020204030204"/>
                <a:cs typeface="Calibri" panose="020F0502020204030204"/>
              </a:rPr>
              <a:t>with</a:t>
            </a:r>
            <a:r>
              <a:rPr b="0" spc="-50" dirty="0">
                <a:latin typeface="Calibri" panose="020F0502020204030204"/>
                <a:cs typeface="Calibri" panose="020F0502020204030204"/>
              </a:rPr>
              <a:t> </a:t>
            </a:r>
            <a:r>
              <a:rPr b="0" dirty="0">
                <a:latin typeface="Calibri" panose="020F0502020204030204"/>
                <a:cs typeface="Calibri" panose="020F0502020204030204"/>
              </a:rPr>
              <a:t>as</a:t>
            </a:r>
            <a:r>
              <a:rPr b="0" spc="-55" dirty="0">
                <a:latin typeface="Calibri" panose="020F0502020204030204"/>
                <a:cs typeface="Calibri" panose="020F0502020204030204"/>
              </a:rPr>
              <a:t> </a:t>
            </a:r>
            <a:r>
              <a:rPr b="0" dirty="0">
                <a:latin typeface="Calibri" panose="020F0502020204030204"/>
                <a:cs typeface="Calibri" panose="020F0502020204030204"/>
              </a:rPr>
              <a:t>many</a:t>
            </a:r>
            <a:r>
              <a:rPr b="0" spc="-45" dirty="0">
                <a:latin typeface="Calibri" panose="020F0502020204030204"/>
                <a:cs typeface="Calibri" panose="020F0502020204030204"/>
              </a:rPr>
              <a:t> </a:t>
            </a:r>
            <a:r>
              <a:rPr b="0" dirty="0">
                <a:latin typeface="Calibri" panose="020F0502020204030204"/>
                <a:cs typeface="Calibri" panose="020F0502020204030204"/>
              </a:rPr>
              <a:t>threads</a:t>
            </a:r>
            <a:r>
              <a:rPr b="0" spc="-45" dirty="0">
                <a:latin typeface="Calibri" panose="020F0502020204030204"/>
                <a:cs typeface="Calibri" panose="020F0502020204030204"/>
              </a:rPr>
              <a:t> </a:t>
            </a:r>
            <a:r>
              <a:rPr b="0" dirty="0">
                <a:latin typeface="Calibri" panose="020F0502020204030204"/>
                <a:cs typeface="Calibri" panose="020F0502020204030204"/>
              </a:rPr>
              <a:t>as</a:t>
            </a:r>
            <a:r>
              <a:rPr b="0" spc="-60" dirty="0">
                <a:latin typeface="Calibri" panose="020F0502020204030204"/>
                <a:cs typeface="Calibri" panose="020F0502020204030204"/>
              </a:rPr>
              <a:t> </a:t>
            </a:r>
            <a:r>
              <a:rPr b="0" dirty="0">
                <a:latin typeface="Calibri" panose="020F0502020204030204"/>
                <a:cs typeface="Calibri" panose="020F0502020204030204"/>
              </a:rPr>
              <a:t>cores</a:t>
            </a:r>
            <a:r>
              <a:rPr b="0" spc="-45" dirty="0">
                <a:latin typeface="Calibri" panose="020F0502020204030204"/>
                <a:cs typeface="Calibri" panose="020F0502020204030204"/>
              </a:rPr>
              <a:t> </a:t>
            </a:r>
            <a:r>
              <a:rPr b="0" spc="-10" dirty="0">
                <a:latin typeface="Calibri" panose="020F0502020204030204"/>
                <a:cs typeface="Calibri" panose="020F0502020204030204"/>
              </a:rPr>
              <a:t>(default)</a:t>
            </a:r>
          </a:p>
          <a:p>
            <a:pPr marL="165100">
              <a:lnSpc>
                <a:spcPct val="100000"/>
              </a:lnSpc>
              <a:spcBef>
                <a:spcPts val="5"/>
              </a:spcBef>
            </a:pPr>
            <a:r>
              <a:rPr b="0" spc="-10" dirty="0">
                <a:latin typeface="Calibri" panose="020F0502020204030204"/>
                <a:cs typeface="Calibri" panose="020F0502020204030204"/>
              </a:rPr>
              <a:t>–</a:t>
            </a:r>
            <a:r>
              <a:rPr dirty="0"/>
              <a:t>local[</a:t>
            </a:r>
            <a:r>
              <a:rPr i="1" dirty="0">
                <a:latin typeface="Calibri" panose="020F0502020204030204"/>
                <a:cs typeface="Calibri" panose="020F0502020204030204"/>
              </a:rPr>
              <a:t>n</a:t>
            </a:r>
            <a:r>
              <a:rPr dirty="0"/>
              <a:t>]</a:t>
            </a:r>
            <a:r>
              <a:rPr spc="-75" dirty="0"/>
              <a:t> </a:t>
            </a:r>
            <a:r>
              <a:rPr b="0" dirty="0">
                <a:latin typeface="Calibri" panose="020F0502020204030204"/>
                <a:cs typeface="Calibri" panose="020F0502020204030204"/>
              </a:rPr>
              <a:t>runs</a:t>
            </a:r>
            <a:r>
              <a:rPr b="0" spc="-30" dirty="0">
                <a:latin typeface="Calibri" panose="020F0502020204030204"/>
                <a:cs typeface="Calibri" panose="020F0502020204030204"/>
              </a:rPr>
              <a:t> </a:t>
            </a:r>
            <a:r>
              <a:rPr b="0" dirty="0">
                <a:latin typeface="Calibri" panose="020F0502020204030204"/>
                <a:cs typeface="Calibri" panose="020F0502020204030204"/>
              </a:rPr>
              <a:t>locally</a:t>
            </a:r>
            <a:r>
              <a:rPr b="0" spc="-55" dirty="0">
                <a:latin typeface="Calibri" panose="020F0502020204030204"/>
                <a:cs typeface="Calibri" panose="020F0502020204030204"/>
              </a:rPr>
              <a:t> </a:t>
            </a:r>
            <a:r>
              <a:rPr b="0" dirty="0">
                <a:latin typeface="Calibri" panose="020F0502020204030204"/>
                <a:cs typeface="Calibri" panose="020F0502020204030204"/>
              </a:rPr>
              <a:t>with</a:t>
            </a:r>
            <a:r>
              <a:rPr b="0" spc="-50" dirty="0">
                <a:latin typeface="Calibri" panose="020F0502020204030204"/>
                <a:cs typeface="Calibri" panose="020F0502020204030204"/>
              </a:rPr>
              <a:t> </a:t>
            </a:r>
            <a:r>
              <a:rPr b="0" i="1" dirty="0">
                <a:latin typeface="Calibri" panose="020F0502020204030204"/>
                <a:cs typeface="Calibri" panose="020F0502020204030204"/>
              </a:rPr>
              <a:t>n</a:t>
            </a:r>
            <a:r>
              <a:rPr b="0" i="1" spc="-50" dirty="0">
                <a:latin typeface="Calibri" panose="020F0502020204030204"/>
                <a:cs typeface="Calibri" panose="020F0502020204030204"/>
              </a:rPr>
              <a:t> </a:t>
            </a:r>
            <a:r>
              <a:rPr b="0" dirty="0">
                <a:latin typeface="Calibri" panose="020F0502020204030204"/>
                <a:cs typeface="Calibri" panose="020F0502020204030204"/>
              </a:rPr>
              <a:t>worker</a:t>
            </a:r>
            <a:r>
              <a:rPr b="0" spc="-45" dirty="0">
                <a:latin typeface="Calibri" panose="020F0502020204030204"/>
                <a:cs typeface="Calibri" panose="020F0502020204030204"/>
              </a:rPr>
              <a:t> </a:t>
            </a:r>
            <a:r>
              <a:rPr b="0" spc="-10" dirty="0">
                <a:latin typeface="Calibri" panose="020F0502020204030204"/>
                <a:cs typeface="Calibri" panose="020F0502020204030204"/>
              </a:rPr>
              <a:t>threads</a:t>
            </a:r>
          </a:p>
          <a:p>
            <a:pPr marL="165100">
              <a:lnSpc>
                <a:spcPct val="100000"/>
              </a:lnSpc>
            </a:pPr>
            <a:r>
              <a:rPr b="0" spc="-10" dirty="0">
                <a:latin typeface="Calibri" panose="020F0502020204030204"/>
                <a:cs typeface="Calibri" panose="020F0502020204030204"/>
              </a:rPr>
              <a:t>–</a:t>
            </a:r>
            <a:r>
              <a:rPr dirty="0"/>
              <a:t>local</a:t>
            </a:r>
            <a:r>
              <a:rPr spc="-70" dirty="0"/>
              <a:t> </a:t>
            </a:r>
            <a:r>
              <a:rPr b="0" dirty="0">
                <a:latin typeface="Calibri" panose="020F0502020204030204"/>
                <a:cs typeface="Calibri" panose="020F0502020204030204"/>
              </a:rPr>
              <a:t>runs</a:t>
            </a:r>
            <a:r>
              <a:rPr b="0" spc="-40" dirty="0">
                <a:latin typeface="Calibri" panose="020F0502020204030204"/>
                <a:cs typeface="Calibri" panose="020F0502020204030204"/>
              </a:rPr>
              <a:t> </a:t>
            </a:r>
            <a:r>
              <a:rPr b="0" dirty="0">
                <a:latin typeface="Calibri" panose="020F0502020204030204"/>
                <a:cs typeface="Calibri" panose="020F0502020204030204"/>
              </a:rPr>
              <a:t>locally</a:t>
            </a:r>
            <a:r>
              <a:rPr b="0" spc="-40" dirty="0">
                <a:latin typeface="Calibri" panose="020F0502020204030204"/>
                <a:cs typeface="Calibri" panose="020F0502020204030204"/>
              </a:rPr>
              <a:t> </a:t>
            </a:r>
            <a:r>
              <a:rPr b="0" dirty="0">
                <a:latin typeface="Calibri" panose="020F0502020204030204"/>
                <a:cs typeface="Calibri" panose="020F0502020204030204"/>
              </a:rPr>
              <a:t>without</a:t>
            </a:r>
            <a:r>
              <a:rPr b="0" spc="-45" dirty="0">
                <a:latin typeface="Calibri" panose="020F0502020204030204"/>
                <a:cs typeface="Calibri" panose="020F0502020204030204"/>
              </a:rPr>
              <a:t> </a:t>
            </a:r>
            <a:r>
              <a:rPr b="0" dirty="0">
                <a:latin typeface="Calibri" panose="020F0502020204030204"/>
                <a:cs typeface="Calibri" panose="020F0502020204030204"/>
              </a:rPr>
              <a:t>distributed</a:t>
            </a:r>
            <a:r>
              <a:rPr b="0" spc="-50" dirty="0">
                <a:latin typeface="Calibri" panose="020F0502020204030204"/>
                <a:cs typeface="Calibri" panose="020F0502020204030204"/>
              </a:rPr>
              <a:t> </a:t>
            </a:r>
            <a:r>
              <a:rPr b="0" spc="-10" dirty="0">
                <a:latin typeface="Calibri" panose="020F0502020204030204"/>
                <a:cs typeface="Calibri" panose="020F0502020204030204"/>
              </a:rPr>
              <a:t>processing</a:t>
            </a:r>
          </a:p>
        </p:txBody>
      </p:sp>
      <p:pic>
        <p:nvPicPr>
          <p:cNvPr id="4" name="object 4"/>
          <p:cNvPicPr/>
          <p:nvPr/>
        </p:nvPicPr>
        <p:blipFill>
          <a:blip r:embed="rId2" cstate="print"/>
          <a:stretch>
            <a:fillRect/>
          </a:stretch>
        </p:blipFill>
        <p:spPr>
          <a:xfrm>
            <a:off x="1141969" y="4901513"/>
            <a:ext cx="7555846" cy="782079"/>
          </a:xfrm>
          <a:prstGeom prst="rect">
            <a:avLst/>
          </a:prstGeom>
        </p:spPr>
      </p:pic>
      <p:pic>
        <p:nvPicPr>
          <p:cNvPr id="5" name="Picture 4"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12065" rIns="0" bIns="0" rtlCol="0">
            <a:spAutoFit/>
          </a:bodyPr>
          <a:lstStyle/>
          <a:p>
            <a:pPr marL="1630045" marR="5080" indent="-1039495">
              <a:lnSpc>
                <a:spcPct val="100000"/>
              </a:lnSpc>
              <a:spcBef>
                <a:spcPts val="95"/>
              </a:spcBef>
            </a:pPr>
            <a:r>
              <a:rPr sz="4000" dirty="0"/>
              <a:t>Options</a:t>
            </a:r>
            <a:r>
              <a:rPr sz="4000" spc="-50" dirty="0"/>
              <a:t> </a:t>
            </a:r>
            <a:r>
              <a:rPr sz="4000" dirty="0"/>
              <a:t>when</a:t>
            </a:r>
            <a:r>
              <a:rPr sz="4000" spc="-45" dirty="0"/>
              <a:t> </a:t>
            </a:r>
            <a:r>
              <a:rPr sz="4000" dirty="0"/>
              <a:t>Submitting</a:t>
            </a:r>
            <a:r>
              <a:rPr sz="4000" spc="-40" dirty="0"/>
              <a:t> </a:t>
            </a:r>
            <a:r>
              <a:rPr sz="4000" dirty="0"/>
              <a:t>a</a:t>
            </a:r>
            <a:r>
              <a:rPr sz="4000" spc="-45" dirty="0"/>
              <a:t> </a:t>
            </a:r>
            <a:r>
              <a:rPr sz="4000" spc="-10" dirty="0"/>
              <a:t>Spark Application</a:t>
            </a:r>
            <a:r>
              <a:rPr sz="4000" spc="-80" dirty="0"/>
              <a:t> </a:t>
            </a:r>
            <a:r>
              <a:rPr sz="4000" dirty="0"/>
              <a:t>to</a:t>
            </a:r>
            <a:r>
              <a:rPr sz="4000" spc="-65" dirty="0"/>
              <a:t> </a:t>
            </a:r>
            <a:r>
              <a:rPr sz="4000" dirty="0"/>
              <a:t>a</a:t>
            </a:r>
            <a:r>
              <a:rPr sz="4000" spc="-75" dirty="0"/>
              <a:t> </a:t>
            </a:r>
            <a:r>
              <a:rPr sz="4000" spc="-10" dirty="0"/>
              <a:t>Cluster</a:t>
            </a:r>
            <a:endParaRPr sz="4000"/>
          </a:p>
        </p:txBody>
      </p:sp>
      <p:sp>
        <p:nvSpPr>
          <p:cNvPr id="3" name="object 3"/>
          <p:cNvSpPr txBox="1"/>
          <p:nvPr/>
        </p:nvSpPr>
        <p:spPr>
          <a:xfrm>
            <a:off x="783742" y="1613408"/>
            <a:ext cx="7784465" cy="514731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50" dirty="0">
                <a:latin typeface="Calibri" panose="020F0502020204030204"/>
                <a:cs typeface="Calibri" panose="020F0502020204030204"/>
              </a:rPr>
              <a:t> </a:t>
            </a:r>
            <a:r>
              <a:rPr sz="2400" b="1" dirty="0">
                <a:latin typeface="Calibri" panose="020F0502020204030204"/>
                <a:cs typeface="Calibri" panose="020F0502020204030204"/>
              </a:rPr>
              <a:t>Some</a:t>
            </a:r>
            <a:r>
              <a:rPr sz="2400" b="1" spc="-65" dirty="0">
                <a:latin typeface="Calibri" panose="020F0502020204030204"/>
                <a:cs typeface="Calibri" panose="020F0502020204030204"/>
              </a:rPr>
              <a:t> </a:t>
            </a:r>
            <a:r>
              <a:rPr sz="2400" b="1" dirty="0">
                <a:latin typeface="Calibri" panose="020F0502020204030204"/>
                <a:cs typeface="Calibri" panose="020F0502020204030204"/>
              </a:rPr>
              <a:t>other</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spark-</a:t>
            </a:r>
            <a:r>
              <a:rPr sz="2400" b="1" dirty="0">
                <a:latin typeface="Calibri" panose="020F0502020204030204"/>
                <a:cs typeface="Calibri" panose="020F0502020204030204"/>
              </a:rPr>
              <a:t>submit</a:t>
            </a:r>
            <a:r>
              <a:rPr sz="2400" b="1" spc="-55" dirty="0">
                <a:latin typeface="Calibri" panose="020F0502020204030204"/>
                <a:cs typeface="Calibri" panose="020F0502020204030204"/>
              </a:rPr>
              <a:t> </a:t>
            </a:r>
            <a:r>
              <a:rPr sz="2400" b="1" dirty="0">
                <a:latin typeface="Calibri" panose="020F0502020204030204"/>
                <a:cs typeface="Calibri" panose="020F0502020204030204"/>
              </a:rPr>
              <a:t>options</a:t>
            </a:r>
            <a:r>
              <a:rPr sz="2400" b="1" spc="-60" dirty="0">
                <a:latin typeface="Calibri" panose="020F0502020204030204"/>
                <a:cs typeface="Calibri" panose="020F0502020204030204"/>
              </a:rPr>
              <a:t> </a:t>
            </a:r>
            <a:r>
              <a:rPr sz="2400" b="1" dirty="0">
                <a:latin typeface="Calibri" panose="020F0502020204030204"/>
                <a:cs typeface="Calibri" panose="020F0502020204030204"/>
              </a:rPr>
              <a:t>for</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clusters</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b="1" spc="-20" dirty="0">
                <a:latin typeface="Calibri" panose="020F0502020204030204"/>
                <a:cs typeface="Calibri" panose="020F0502020204030204"/>
              </a:rPr>
              <a:t>--</a:t>
            </a:r>
            <a:r>
              <a:rPr sz="2400" b="1" dirty="0">
                <a:latin typeface="Calibri" panose="020F0502020204030204"/>
                <a:cs typeface="Calibri" panose="020F0502020204030204"/>
              </a:rPr>
              <a:t>jars</a:t>
            </a: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400" dirty="0">
                <a:latin typeface="Calibri" panose="020F0502020204030204"/>
                <a:cs typeface="Calibri" panose="020F0502020204030204"/>
              </a:rPr>
              <a:t>Additional</a:t>
            </a:r>
            <a:r>
              <a:rPr sz="2400" spc="-55" dirty="0">
                <a:latin typeface="Calibri" panose="020F0502020204030204"/>
                <a:cs typeface="Calibri" panose="020F0502020204030204"/>
              </a:rPr>
              <a:t> </a:t>
            </a:r>
            <a:r>
              <a:rPr sz="2400" dirty="0">
                <a:latin typeface="Calibri" panose="020F0502020204030204"/>
                <a:cs typeface="Calibri" panose="020F0502020204030204"/>
              </a:rPr>
              <a:t>JAR</a:t>
            </a:r>
            <a:r>
              <a:rPr sz="2400" spc="-65" dirty="0">
                <a:latin typeface="Calibri" panose="020F0502020204030204"/>
                <a:cs typeface="Calibri" panose="020F0502020204030204"/>
              </a:rPr>
              <a:t> </a:t>
            </a:r>
            <a:r>
              <a:rPr sz="2400" dirty="0">
                <a:latin typeface="Calibri" panose="020F0502020204030204"/>
                <a:cs typeface="Calibri" panose="020F0502020204030204"/>
              </a:rPr>
              <a:t>files</a:t>
            </a:r>
            <a:r>
              <a:rPr sz="2400" spc="-45" dirty="0">
                <a:latin typeface="Calibri" panose="020F0502020204030204"/>
                <a:cs typeface="Calibri" panose="020F0502020204030204"/>
              </a:rPr>
              <a:t> </a:t>
            </a:r>
            <a:r>
              <a:rPr sz="2400" dirty="0">
                <a:latin typeface="Calibri" panose="020F0502020204030204"/>
                <a:cs typeface="Calibri" panose="020F0502020204030204"/>
              </a:rPr>
              <a:t>(Scala</a:t>
            </a:r>
            <a:r>
              <a:rPr sz="2400" spc="-65" dirty="0">
                <a:latin typeface="Calibri" panose="020F0502020204030204"/>
                <a:cs typeface="Calibri" panose="020F0502020204030204"/>
              </a:rPr>
              <a:t> </a:t>
            </a:r>
            <a:r>
              <a:rPr sz="2400" dirty="0">
                <a:latin typeface="Calibri" panose="020F0502020204030204"/>
                <a:cs typeface="Calibri" panose="020F0502020204030204"/>
              </a:rPr>
              <a:t>and</a:t>
            </a:r>
            <a:r>
              <a:rPr sz="2400" spc="-35" dirty="0">
                <a:latin typeface="Calibri" panose="020F0502020204030204"/>
                <a:cs typeface="Calibri" panose="020F0502020204030204"/>
              </a:rPr>
              <a:t> </a:t>
            </a:r>
            <a:r>
              <a:rPr sz="2400" dirty="0">
                <a:latin typeface="Calibri" panose="020F0502020204030204"/>
                <a:cs typeface="Calibri" panose="020F0502020204030204"/>
              </a:rPr>
              <a:t>Java</a:t>
            </a:r>
            <a:r>
              <a:rPr sz="2400" spc="-55" dirty="0">
                <a:latin typeface="Calibri" panose="020F0502020204030204"/>
                <a:cs typeface="Calibri" panose="020F0502020204030204"/>
              </a:rPr>
              <a:t> </a:t>
            </a:r>
            <a:r>
              <a:rPr sz="2400" spc="-10" dirty="0">
                <a:latin typeface="Calibri" panose="020F0502020204030204"/>
                <a:cs typeface="Calibri" panose="020F0502020204030204"/>
              </a:rPr>
              <a:t>only)</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b="1" spc="-20" dirty="0">
                <a:latin typeface="Calibri" panose="020F0502020204030204"/>
                <a:cs typeface="Calibri" panose="020F0502020204030204"/>
              </a:rPr>
              <a:t>--</a:t>
            </a:r>
            <a:r>
              <a:rPr sz="2400" b="1" spc="-25" dirty="0">
                <a:latin typeface="Calibri" panose="020F0502020204030204"/>
                <a:cs typeface="Calibri" panose="020F0502020204030204"/>
              </a:rPr>
              <a:t>py-</a:t>
            </a:r>
            <a:r>
              <a:rPr sz="2400" b="1" dirty="0">
                <a:latin typeface="Calibri" panose="020F0502020204030204"/>
                <a:cs typeface="Calibri" panose="020F0502020204030204"/>
              </a:rPr>
              <a:t>files</a:t>
            </a:r>
            <a:r>
              <a:rPr sz="2400" dirty="0">
                <a:latin typeface="Calibri" panose="020F0502020204030204"/>
                <a:cs typeface="Calibri" panose="020F0502020204030204"/>
              </a:rPr>
              <a:t>:</a:t>
            </a:r>
            <a:r>
              <a:rPr sz="2400" spc="-5" dirty="0">
                <a:latin typeface="Calibri" panose="020F0502020204030204"/>
                <a:cs typeface="Calibri" panose="020F0502020204030204"/>
              </a:rPr>
              <a:t> </a:t>
            </a:r>
            <a:r>
              <a:rPr sz="2400" dirty="0">
                <a:latin typeface="Calibri" panose="020F0502020204030204"/>
                <a:cs typeface="Calibri" panose="020F0502020204030204"/>
              </a:rPr>
              <a:t>Additional</a:t>
            </a:r>
            <a:r>
              <a:rPr sz="2400" spc="-20" dirty="0">
                <a:latin typeface="Calibri" panose="020F0502020204030204"/>
                <a:cs typeface="Calibri" panose="020F0502020204030204"/>
              </a:rPr>
              <a:t> </a:t>
            </a:r>
            <a:r>
              <a:rPr sz="2400" dirty="0">
                <a:latin typeface="Calibri" panose="020F0502020204030204"/>
                <a:cs typeface="Calibri" panose="020F0502020204030204"/>
              </a:rPr>
              <a:t>Python</a:t>
            </a:r>
            <a:r>
              <a:rPr sz="2400" spc="-20" dirty="0">
                <a:latin typeface="Calibri" panose="020F0502020204030204"/>
                <a:cs typeface="Calibri" panose="020F0502020204030204"/>
              </a:rPr>
              <a:t> </a:t>
            </a:r>
            <a:r>
              <a:rPr sz="2400" dirty="0">
                <a:latin typeface="Calibri" panose="020F0502020204030204"/>
                <a:cs typeface="Calibri" panose="020F0502020204030204"/>
              </a:rPr>
              <a:t>files</a:t>
            </a:r>
            <a:r>
              <a:rPr sz="2400" spc="-15" dirty="0">
                <a:latin typeface="Calibri" panose="020F0502020204030204"/>
                <a:cs typeface="Calibri" panose="020F0502020204030204"/>
              </a:rPr>
              <a:t> </a:t>
            </a:r>
            <a:r>
              <a:rPr sz="2400" dirty="0">
                <a:latin typeface="Calibri" panose="020F0502020204030204"/>
                <a:cs typeface="Calibri" panose="020F0502020204030204"/>
              </a:rPr>
              <a:t>(Python</a:t>
            </a:r>
            <a:r>
              <a:rPr sz="2400" spc="-35" dirty="0">
                <a:latin typeface="Calibri" panose="020F0502020204030204"/>
                <a:cs typeface="Calibri" panose="020F0502020204030204"/>
              </a:rPr>
              <a:t> </a:t>
            </a:r>
            <a:r>
              <a:rPr sz="2400" spc="-10" dirty="0">
                <a:latin typeface="Calibri" panose="020F0502020204030204"/>
                <a:cs typeface="Calibri" panose="020F0502020204030204"/>
              </a:rPr>
              <a:t>only)</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b="1" spc="-20" dirty="0">
                <a:latin typeface="Calibri" panose="020F0502020204030204"/>
                <a:cs typeface="Calibri" panose="020F0502020204030204"/>
              </a:rPr>
              <a:t>--driver-</a:t>
            </a:r>
            <a:r>
              <a:rPr sz="2400" b="1" spc="-30" dirty="0">
                <a:latin typeface="Calibri" panose="020F0502020204030204"/>
                <a:cs typeface="Calibri" panose="020F0502020204030204"/>
              </a:rPr>
              <a:t>java-</a:t>
            </a:r>
            <a:r>
              <a:rPr sz="2400" b="1" dirty="0">
                <a:latin typeface="Calibri" panose="020F0502020204030204"/>
                <a:cs typeface="Calibri" panose="020F0502020204030204"/>
              </a:rPr>
              <a:t>options</a:t>
            </a: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spc="-20" dirty="0">
                <a:latin typeface="Calibri" panose="020F0502020204030204"/>
                <a:cs typeface="Calibri" panose="020F0502020204030204"/>
              </a:rPr>
              <a:t>Parameters</a:t>
            </a:r>
            <a:r>
              <a:rPr sz="2400" spc="-70" dirty="0">
                <a:latin typeface="Calibri" panose="020F0502020204030204"/>
                <a:cs typeface="Calibri" panose="020F0502020204030204"/>
              </a:rPr>
              <a:t> </a:t>
            </a:r>
            <a:r>
              <a:rPr sz="2400" dirty="0">
                <a:latin typeface="Calibri" panose="020F0502020204030204"/>
                <a:cs typeface="Calibri" panose="020F0502020204030204"/>
              </a:rPr>
              <a:t>to</a:t>
            </a:r>
            <a:r>
              <a:rPr sz="2400" spc="-35" dirty="0">
                <a:latin typeface="Calibri" panose="020F0502020204030204"/>
                <a:cs typeface="Calibri" panose="020F0502020204030204"/>
              </a:rPr>
              <a:t> </a:t>
            </a:r>
            <a:r>
              <a:rPr sz="2400" dirty="0">
                <a:latin typeface="Calibri" panose="020F0502020204030204"/>
                <a:cs typeface="Calibri" panose="020F0502020204030204"/>
              </a:rPr>
              <a:t>pass</a:t>
            </a:r>
            <a:r>
              <a:rPr sz="2400" spc="-35" dirty="0">
                <a:latin typeface="Calibri" panose="020F0502020204030204"/>
                <a:cs typeface="Calibri" panose="020F0502020204030204"/>
              </a:rPr>
              <a:t> </a:t>
            </a:r>
            <a:r>
              <a:rPr sz="2400" dirty="0">
                <a:latin typeface="Calibri" panose="020F0502020204030204"/>
                <a:cs typeface="Calibri" panose="020F0502020204030204"/>
              </a:rPr>
              <a:t>to</a:t>
            </a:r>
            <a:r>
              <a:rPr sz="2400" spc="-30"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dirty="0">
                <a:latin typeface="Calibri" panose="020F0502020204030204"/>
                <a:cs typeface="Calibri" panose="020F0502020204030204"/>
              </a:rPr>
              <a:t>driver</a:t>
            </a:r>
            <a:r>
              <a:rPr sz="2400" spc="-30" dirty="0">
                <a:latin typeface="Calibri" panose="020F0502020204030204"/>
                <a:cs typeface="Calibri" panose="020F0502020204030204"/>
              </a:rPr>
              <a:t> </a:t>
            </a:r>
            <a:r>
              <a:rPr sz="2400" spc="-25" dirty="0">
                <a:latin typeface="Calibri" panose="020F0502020204030204"/>
                <a:cs typeface="Calibri" panose="020F0502020204030204"/>
              </a:rPr>
              <a:t>JVM</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b="1" spc="-20" dirty="0">
                <a:latin typeface="Calibri" panose="020F0502020204030204"/>
                <a:cs typeface="Calibri" panose="020F0502020204030204"/>
              </a:rPr>
              <a:t>--</a:t>
            </a:r>
            <a:r>
              <a:rPr sz="2400" b="1" spc="-25" dirty="0">
                <a:latin typeface="Calibri" panose="020F0502020204030204"/>
                <a:cs typeface="Calibri" panose="020F0502020204030204"/>
              </a:rPr>
              <a:t>executor-</a:t>
            </a:r>
            <a:r>
              <a:rPr sz="2400" b="1" dirty="0">
                <a:latin typeface="Calibri" panose="020F0502020204030204"/>
                <a:cs typeface="Calibri" panose="020F0502020204030204"/>
              </a:rPr>
              <a:t>memory</a:t>
            </a:r>
            <a:r>
              <a:rPr sz="2400" dirty="0">
                <a:latin typeface="Calibri" panose="020F0502020204030204"/>
                <a:cs typeface="Calibri" panose="020F0502020204030204"/>
              </a:rPr>
              <a:t>:</a:t>
            </a:r>
            <a:r>
              <a:rPr sz="2400" spc="-60" dirty="0">
                <a:latin typeface="Calibri" panose="020F0502020204030204"/>
                <a:cs typeface="Calibri" panose="020F0502020204030204"/>
              </a:rPr>
              <a:t> </a:t>
            </a:r>
            <a:r>
              <a:rPr sz="2400" dirty="0">
                <a:latin typeface="Calibri" panose="020F0502020204030204"/>
                <a:cs typeface="Calibri" panose="020F0502020204030204"/>
              </a:rPr>
              <a:t>Memory</a:t>
            </a:r>
            <a:r>
              <a:rPr sz="2400" spc="-35" dirty="0">
                <a:latin typeface="Calibri" panose="020F0502020204030204"/>
                <a:cs typeface="Calibri" panose="020F0502020204030204"/>
              </a:rPr>
              <a:t> </a:t>
            </a:r>
            <a:r>
              <a:rPr sz="2400" dirty="0">
                <a:latin typeface="Calibri" panose="020F0502020204030204"/>
                <a:cs typeface="Calibri" panose="020F0502020204030204"/>
              </a:rPr>
              <a:t>per</a:t>
            </a:r>
            <a:r>
              <a:rPr sz="2400" spc="-25" dirty="0">
                <a:latin typeface="Calibri" panose="020F0502020204030204"/>
                <a:cs typeface="Calibri" panose="020F0502020204030204"/>
              </a:rPr>
              <a:t> </a:t>
            </a:r>
            <a:r>
              <a:rPr sz="2400" spc="-10" dirty="0">
                <a:latin typeface="Calibri" panose="020F0502020204030204"/>
                <a:cs typeface="Calibri" panose="020F0502020204030204"/>
              </a:rPr>
              <a:t>executor</a:t>
            </a:r>
            <a:r>
              <a:rPr sz="2400" spc="-55" dirty="0">
                <a:latin typeface="Calibri" panose="020F0502020204030204"/>
                <a:cs typeface="Calibri" panose="020F0502020204030204"/>
              </a:rPr>
              <a:t> </a:t>
            </a:r>
            <a:r>
              <a:rPr sz="2400" dirty="0">
                <a:latin typeface="Calibri" panose="020F0502020204030204"/>
                <a:cs typeface="Calibri" panose="020F0502020204030204"/>
              </a:rPr>
              <a:t>(for</a:t>
            </a:r>
            <a:r>
              <a:rPr sz="2400" spc="-45" dirty="0">
                <a:latin typeface="Calibri" panose="020F0502020204030204"/>
                <a:cs typeface="Calibri" panose="020F0502020204030204"/>
              </a:rPr>
              <a:t> </a:t>
            </a:r>
            <a:r>
              <a:rPr sz="2400" spc="-10" dirty="0">
                <a:latin typeface="Calibri" panose="020F0502020204030204"/>
                <a:cs typeface="Calibri" panose="020F0502020204030204"/>
              </a:rPr>
              <a:t>example:</a:t>
            </a:r>
            <a:endParaRPr sz="2400">
              <a:latin typeface="Calibri" panose="020F0502020204030204"/>
              <a:cs typeface="Calibri" panose="020F0502020204030204"/>
            </a:endParaRPr>
          </a:p>
          <a:p>
            <a:pPr marL="12700">
              <a:lnSpc>
                <a:spcPct val="100000"/>
              </a:lnSpc>
            </a:pPr>
            <a:r>
              <a:rPr sz="2400" b="1" dirty="0">
                <a:latin typeface="Calibri" panose="020F0502020204030204"/>
                <a:cs typeface="Calibri" panose="020F0502020204030204"/>
              </a:rPr>
              <a:t>1000m</a:t>
            </a:r>
            <a:r>
              <a:rPr sz="2400" dirty="0">
                <a:latin typeface="Calibri" panose="020F0502020204030204"/>
                <a:cs typeface="Calibri" panose="020F0502020204030204"/>
              </a:rPr>
              <a:t>,</a:t>
            </a:r>
            <a:r>
              <a:rPr sz="2400" b="1" dirty="0">
                <a:latin typeface="Calibri" panose="020F0502020204030204"/>
                <a:cs typeface="Calibri" panose="020F0502020204030204"/>
              </a:rPr>
              <a:t>2g</a:t>
            </a: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spc="-10" dirty="0">
                <a:latin typeface="Calibri" panose="020F0502020204030204"/>
                <a:cs typeface="Calibri" panose="020F0502020204030204"/>
              </a:rPr>
              <a:t>(Default:</a:t>
            </a:r>
            <a:r>
              <a:rPr sz="2400" spc="-60" dirty="0">
                <a:latin typeface="Calibri" panose="020F0502020204030204"/>
                <a:cs typeface="Calibri" panose="020F0502020204030204"/>
              </a:rPr>
              <a:t> </a:t>
            </a:r>
            <a:r>
              <a:rPr sz="2400" b="1" spc="-25" dirty="0">
                <a:latin typeface="Calibri" panose="020F0502020204030204"/>
                <a:cs typeface="Calibri" panose="020F0502020204030204"/>
              </a:rPr>
              <a:t>1g</a:t>
            </a:r>
            <a:r>
              <a:rPr sz="2400" spc="-25" dirty="0">
                <a:latin typeface="Calibri" panose="020F0502020204030204"/>
                <a:cs typeface="Calibri" panose="020F0502020204030204"/>
              </a:rPr>
              <a:t>)</a:t>
            </a:r>
            <a:endParaRPr sz="2400">
              <a:latin typeface="Calibri" panose="020F0502020204030204"/>
              <a:cs typeface="Calibri" panose="020F0502020204030204"/>
            </a:endParaRPr>
          </a:p>
          <a:p>
            <a:pPr marL="232410" indent="-219710">
              <a:lnSpc>
                <a:spcPct val="100000"/>
              </a:lnSpc>
              <a:spcBef>
                <a:spcPts val="5"/>
              </a:spcBef>
              <a:buFont typeface="Calibri" panose="020F0502020204030204"/>
              <a:buChar char="•"/>
              <a:tabLst>
                <a:tab pos="232410" algn="l"/>
              </a:tabLst>
            </a:pPr>
            <a:r>
              <a:rPr sz="2400" b="1" spc="-20" dirty="0">
                <a:latin typeface="Calibri" panose="020F0502020204030204"/>
                <a:cs typeface="Calibri" panose="020F0502020204030204"/>
              </a:rPr>
              <a:t>--</a:t>
            </a:r>
            <a:r>
              <a:rPr sz="2400" b="1" dirty="0">
                <a:latin typeface="Calibri" panose="020F0502020204030204"/>
                <a:cs typeface="Calibri" panose="020F0502020204030204"/>
              </a:rPr>
              <a:t>packages</a:t>
            </a:r>
            <a:r>
              <a:rPr sz="2400" dirty="0">
                <a:latin typeface="Calibri" panose="020F0502020204030204"/>
                <a:cs typeface="Calibri" panose="020F0502020204030204"/>
              </a:rPr>
              <a:t>:</a:t>
            </a:r>
            <a:r>
              <a:rPr sz="2400" spc="-75" dirty="0">
                <a:latin typeface="Calibri" panose="020F0502020204030204"/>
                <a:cs typeface="Calibri" panose="020F0502020204030204"/>
              </a:rPr>
              <a:t> </a:t>
            </a:r>
            <a:r>
              <a:rPr sz="2400" dirty="0">
                <a:latin typeface="Calibri" panose="020F0502020204030204"/>
                <a:cs typeface="Calibri" panose="020F0502020204030204"/>
              </a:rPr>
              <a:t>Maven</a:t>
            </a:r>
            <a:r>
              <a:rPr sz="2400" spc="-60" dirty="0">
                <a:latin typeface="Calibri" panose="020F0502020204030204"/>
                <a:cs typeface="Calibri" panose="020F0502020204030204"/>
              </a:rPr>
              <a:t> </a:t>
            </a:r>
            <a:r>
              <a:rPr sz="2400" spc="-10" dirty="0">
                <a:latin typeface="Calibri" panose="020F0502020204030204"/>
                <a:cs typeface="Calibri" panose="020F0502020204030204"/>
              </a:rPr>
              <a:t>coordinates</a:t>
            </a:r>
            <a:r>
              <a:rPr sz="2400" spc="-50" dirty="0">
                <a:latin typeface="Calibri" panose="020F0502020204030204"/>
                <a:cs typeface="Calibri" panose="020F0502020204030204"/>
              </a:rPr>
              <a:t> </a:t>
            </a:r>
            <a:r>
              <a:rPr sz="2400" dirty="0">
                <a:latin typeface="Calibri" panose="020F0502020204030204"/>
                <a:cs typeface="Calibri" panose="020F0502020204030204"/>
              </a:rPr>
              <a:t>of</a:t>
            </a:r>
            <a:r>
              <a:rPr sz="2400" spc="-50" dirty="0">
                <a:latin typeface="Calibri" panose="020F0502020204030204"/>
                <a:cs typeface="Calibri" panose="020F0502020204030204"/>
              </a:rPr>
              <a:t> </a:t>
            </a:r>
            <a:r>
              <a:rPr sz="2400" dirty="0">
                <a:latin typeface="Calibri" panose="020F0502020204030204"/>
                <a:cs typeface="Calibri" panose="020F0502020204030204"/>
              </a:rPr>
              <a:t>an</a:t>
            </a:r>
            <a:r>
              <a:rPr sz="2400" spc="-55" dirty="0">
                <a:latin typeface="Calibri" panose="020F0502020204030204"/>
                <a:cs typeface="Calibri" panose="020F0502020204030204"/>
              </a:rPr>
              <a:t> </a:t>
            </a:r>
            <a:r>
              <a:rPr sz="2400" spc="-10" dirty="0">
                <a:latin typeface="Calibri" panose="020F0502020204030204"/>
                <a:cs typeface="Calibri" panose="020F0502020204030204"/>
              </a:rPr>
              <a:t>external</a:t>
            </a:r>
            <a:r>
              <a:rPr sz="2400" spc="-85" dirty="0">
                <a:latin typeface="Calibri" panose="020F0502020204030204"/>
                <a:cs typeface="Calibri" panose="020F0502020204030204"/>
              </a:rPr>
              <a:t> </a:t>
            </a:r>
            <a:r>
              <a:rPr sz="2400" dirty="0">
                <a:latin typeface="Calibri" panose="020F0502020204030204"/>
                <a:cs typeface="Calibri" panose="020F0502020204030204"/>
              </a:rPr>
              <a:t>library</a:t>
            </a:r>
            <a:r>
              <a:rPr sz="2400" spc="-75" dirty="0">
                <a:latin typeface="Calibri" panose="020F0502020204030204"/>
                <a:cs typeface="Calibri" panose="020F0502020204030204"/>
              </a:rPr>
              <a:t> </a:t>
            </a:r>
            <a:r>
              <a:rPr sz="2400" spc="-25" dirty="0">
                <a:latin typeface="Calibri" panose="020F0502020204030204"/>
                <a:cs typeface="Calibri" panose="020F0502020204030204"/>
              </a:rPr>
              <a:t>to</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include</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Plus</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several</a:t>
            </a:r>
            <a:r>
              <a:rPr sz="2400" b="1" spc="-40" dirty="0">
                <a:latin typeface="Calibri" panose="020F0502020204030204"/>
                <a:cs typeface="Calibri" panose="020F0502020204030204"/>
              </a:rPr>
              <a:t> </a:t>
            </a:r>
            <a:r>
              <a:rPr sz="2400" b="1" spc="-55" dirty="0">
                <a:latin typeface="Calibri" panose="020F0502020204030204"/>
                <a:cs typeface="Calibri" panose="020F0502020204030204"/>
              </a:rPr>
              <a:t>YARN-</a:t>
            </a:r>
            <a:r>
              <a:rPr sz="2400" b="1" dirty="0">
                <a:latin typeface="Calibri" panose="020F0502020204030204"/>
                <a:cs typeface="Calibri" panose="020F0502020204030204"/>
              </a:rPr>
              <a:t>specific</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options</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b="1" spc="-20" dirty="0">
                <a:latin typeface="Calibri" panose="020F0502020204030204"/>
                <a:cs typeface="Calibri" panose="020F0502020204030204"/>
              </a:rPr>
              <a:t>--</a:t>
            </a:r>
            <a:r>
              <a:rPr sz="2400" b="1" spc="-10" dirty="0">
                <a:latin typeface="Calibri" panose="020F0502020204030204"/>
                <a:cs typeface="Calibri" panose="020F0502020204030204"/>
              </a:rPr>
              <a:t>num-executors</a:t>
            </a:r>
            <a:r>
              <a:rPr sz="2400" spc="-10" dirty="0">
                <a:latin typeface="Calibri" panose="020F0502020204030204"/>
                <a:cs typeface="Calibri" panose="020F0502020204030204"/>
              </a:rPr>
              <a:t>:</a:t>
            </a:r>
            <a:r>
              <a:rPr sz="2400" spc="-50" dirty="0">
                <a:latin typeface="Calibri" panose="020F0502020204030204"/>
                <a:cs typeface="Calibri" panose="020F0502020204030204"/>
              </a:rPr>
              <a:t> </a:t>
            </a:r>
            <a:r>
              <a:rPr sz="2400" dirty="0">
                <a:latin typeface="Calibri" panose="020F0502020204030204"/>
                <a:cs typeface="Calibri" panose="020F0502020204030204"/>
              </a:rPr>
              <a:t>Number</a:t>
            </a:r>
            <a:r>
              <a:rPr sz="2400" spc="-35" dirty="0">
                <a:latin typeface="Calibri" panose="020F0502020204030204"/>
                <a:cs typeface="Calibri" panose="020F0502020204030204"/>
              </a:rPr>
              <a:t> </a:t>
            </a:r>
            <a:r>
              <a:rPr sz="2400" dirty="0">
                <a:latin typeface="Calibri" panose="020F0502020204030204"/>
                <a:cs typeface="Calibri" panose="020F0502020204030204"/>
              </a:rPr>
              <a:t>of</a:t>
            </a:r>
            <a:r>
              <a:rPr sz="2400" spc="-45" dirty="0">
                <a:latin typeface="Calibri" panose="020F0502020204030204"/>
                <a:cs typeface="Calibri" panose="020F0502020204030204"/>
              </a:rPr>
              <a:t> </a:t>
            </a:r>
            <a:r>
              <a:rPr sz="2400" spc="-20" dirty="0">
                <a:latin typeface="Calibri" panose="020F0502020204030204"/>
                <a:cs typeface="Calibri" panose="020F0502020204030204"/>
              </a:rPr>
              <a:t>executors</a:t>
            </a:r>
            <a:r>
              <a:rPr sz="2400" spc="-70" dirty="0">
                <a:latin typeface="Calibri" panose="020F0502020204030204"/>
                <a:cs typeface="Calibri" panose="020F0502020204030204"/>
              </a:rPr>
              <a:t> </a:t>
            </a:r>
            <a:r>
              <a:rPr sz="2400" dirty="0">
                <a:latin typeface="Calibri" panose="020F0502020204030204"/>
                <a:cs typeface="Calibri" panose="020F0502020204030204"/>
              </a:rPr>
              <a:t>to</a:t>
            </a:r>
            <a:r>
              <a:rPr sz="2400" spc="-45" dirty="0">
                <a:latin typeface="Calibri" panose="020F0502020204030204"/>
                <a:cs typeface="Calibri" panose="020F0502020204030204"/>
              </a:rPr>
              <a:t> </a:t>
            </a:r>
            <a:r>
              <a:rPr sz="2400" spc="-10" dirty="0">
                <a:latin typeface="Calibri" panose="020F0502020204030204"/>
                <a:cs typeface="Calibri" panose="020F0502020204030204"/>
              </a:rPr>
              <a:t>start</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b="1" spc="-20" dirty="0">
                <a:latin typeface="Calibri" panose="020F0502020204030204"/>
                <a:cs typeface="Calibri" panose="020F0502020204030204"/>
              </a:rPr>
              <a:t>--</a:t>
            </a:r>
            <a:r>
              <a:rPr sz="2400" b="1" spc="-30" dirty="0">
                <a:latin typeface="Calibri" panose="020F0502020204030204"/>
                <a:cs typeface="Calibri" panose="020F0502020204030204"/>
              </a:rPr>
              <a:t>executor-</a:t>
            </a:r>
            <a:r>
              <a:rPr sz="2400" b="1" dirty="0">
                <a:latin typeface="Calibri" panose="020F0502020204030204"/>
                <a:cs typeface="Calibri" panose="020F0502020204030204"/>
              </a:rPr>
              <a:t>cores</a:t>
            </a:r>
            <a:r>
              <a:rPr sz="2400" dirty="0">
                <a:latin typeface="Calibri" panose="020F0502020204030204"/>
                <a:cs typeface="Calibri" panose="020F0502020204030204"/>
              </a:rPr>
              <a:t>:</a:t>
            </a:r>
            <a:r>
              <a:rPr sz="2400" spc="-65" dirty="0">
                <a:latin typeface="Calibri" panose="020F0502020204030204"/>
                <a:cs typeface="Calibri" panose="020F0502020204030204"/>
              </a:rPr>
              <a:t> </a:t>
            </a:r>
            <a:r>
              <a:rPr sz="2400" dirty="0">
                <a:latin typeface="Calibri" panose="020F0502020204030204"/>
                <a:cs typeface="Calibri" panose="020F0502020204030204"/>
              </a:rPr>
              <a:t>Number</a:t>
            </a:r>
            <a:r>
              <a:rPr sz="2400" spc="-40" dirty="0">
                <a:latin typeface="Calibri" panose="020F0502020204030204"/>
                <a:cs typeface="Calibri" panose="020F0502020204030204"/>
              </a:rPr>
              <a:t> </a:t>
            </a:r>
            <a:r>
              <a:rPr sz="2400" dirty="0">
                <a:latin typeface="Calibri" panose="020F0502020204030204"/>
                <a:cs typeface="Calibri" panose="020F0502020204030204"/>
              </a:rPr>
              <a:t>cores</a:t>
            </a:r>
            <a:r>
              <a:rPr sz="2400" spc="-40" dirty="0">
                <a:latin typeface="Calibri" panose="020F0502020204030204"/>
                <a:cs typeface="Calibri" panose="020F0502020204030204"/>
              </a:rPr>
              <a:t> </a:t>
            </a:r>
            <a:r>
              <a:rPr sz="2400" dirty="0">
                <a:latin typeface="Calibri" panose="020F0502020204030204"/>
                <a:cs typeface="Calibri" panose="020F0502020204030204"/>
              </a:rPr>
              <a:t>to</a:t>
            </a:r>
            <a:r>
              <a:rPr sz="2400" spc="-60" dirty="0">
                <a:latin typeface="Calibri" panose="020F0502020204030204"/>
                <a:cs typeface="Calibri" panose="020F0502020204030204"/>
              </a:rPr>
              <a:t> </a:t>
            </a:r>
            <a:r>
              <a:rPr sz="2400" dirty="0">
                <a:latin typeface="Calibri" panose="020F0502020204030204"/>
                <a:cs typeface="Calibri" panose="020F0502020204030204"/>
              </a:rPr>
              <a:t>allocate</a:t>
            </a:r>
            <a:r>
              <a:rPr sz="2400" spc="-55" dirty="0">
                <a:latin typeface="Calibri" panose="020F0502020204030204"/>
                <a:cs typeface="Calibri" panose="020F0502020204030204"/>
              </a:rPr>
              <a:t> </a:t>
            </a:r>
            <a:r>
              <a:rPr sz="2400" dirty="0">
                <a:latin typeface="Calibri" panose="020F0502020204030204"/>
                <a:cs typeface="Calibri" panose="020F0502020204030204"/>
              </a:rPr>
              <a:t>for</a:t>
            </a:r>
            <a:r>
              <a:rPr sz="2400" spc="-50" dirty="0">
                <a:latin typeface="Calibri" panose="020F0502020204030204"/>
                <a:cs typeface="Calibri" panose="020F0502020204030204"/>
              </a:rPr>
              <a:t> </a:t>
            </a:r>
            <a:r>
              <a:rPr sz="2400" dirty="0">
                <a:latin typeface="Calibri" panose="020F0502020204030204"/>
                <a:cs typeface="Calibri" panose="020F0502020204030204"/>
              </a:rPr>
              <a:t>each</a:t>
            </a:r>
            <a:r>
              <a:rPr sz="2400" spc="-55" dirty="0">
                <a:latin typeface="Calibri" panose="020F0502020204030204"/>
                <a:cs typeface="Calibri" panose="020F0502020204030204"/>
              </a:rPr>
              <a:t> </a:t>
            </a:r>
            <a:r>
              <a:rPr sz="2400" spc="-10" dirty="0">
                <a:latin typeface="Calibri" panose="020F0502020204030204"/>
                <a:cs typeface="Calibri" panose="020F0502020204030204"/>
              </a:rPr>
              <a:t>executor</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b="1" spc="-20" dirty="0">
                <a:latin typeface="Calibri" panose="020F0502020204030204"/>
                <a:cs typeface="Calibri" panose="020F0502020204030204"/>
              </a:rPr>
              <a:t>--</a:t>
            </a:r>
            <a:r>
              <a:rPr sz="2400" b="1" dirty="0">
                <a:latin typeface="Calibri" panose="020F0502020204030204"/>
                <a:cs typeface="Calibri" panose="020F0502020204030204"/>
              </a:rPr>
              <a:t>queue</a:t>
            </a: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spc="-30" dirty="0">
                <a:latin typeface="Calibri" panose="020F0502020204030204"/>
                <a:cs typeface="Calibri" panose="020F0502020204030204"/>
              </a:rPr>
              <a:t>YARN</a:t>
            </a:r>
            <a:r>
              <a:rPr sz="2400" spc="-50" dirty="0">
                <a:latin typeface="Calibri" panose="020F0502020204030204"/>
                <a:cs typeface="Calibri" panose="020F0502020204030204"/>
              </a:rPr>
              <a:t> </a:t>
            </a:r>
            <a:r>
              <a:rPr sz="2400" dirty="0">
                <a:latin typeface="Calibri" panose="020F0502020204030204"/>
                <a:cs typeface="Calibri" panose="020F0502020204030204"/>
              </a:rPr>
              <a:t>queue</a:t>
            </a:r>
            <a:r>
              <a:rPr sz="2400" spc="-45" dirty="0">
                <a:latin typeface="Calibri" panose="020F0502020204030204"/>
                <a:cs typeface="Calibri" panose="020F0502020204030204"/>
              </a:rPr>
              <a:t> </a:t>
            </a:r>
            <a:r>
              <a:rPr sz="2400" dirty="0">
                <a:latin typeface="Calibri" panose="020F0502020204030204"/>
                <a:cs typeface="Calibri" panose="020F0502020204030204"/>
              </a:rPr>
              <a:t>to</a:t>
            </a:r>
            <a:r>
              <a:rPr sz="2400" spc="-55" dirty="0">
                <a:latin typeface="Calibri" panose="020F0502020204030204"/>
                <a:cs typeface="Calibri" panose="020F0502020204030204"/>
              </a:rPr>
              <a:t> </a:t>
            </a:r>
            <a:r>
              <a:rPr sz="2400" dirty="0">
                <a:latin typeface="Calibri" panose="020F0502020204030204"/>
                <a:cs typeface="Calibri" panose="020F0502020204030204"/>
              </a:rPr>
              <a:t>submit</a:t>
            </a:r>
            <a:r>
              <a:rPr sz="2400" spc="-60"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dirty="0">
                <a:latin typeface="Calibri" panose="020F0502020204030204"/>
                <a:cs typeface="Calibri" panose="020F0502020204030204"/>
              </a:rPr>
              <a:t>application</a:t>
            </a:r>
            <a:r>
              <a:rPr sz="2400" spc="-75" dirty="0">
                <a:latin typeface="Calibri" panose="020F0502020204030204"/>
                <a:cs typeface="Calibri" panose="020F0502020204030204"/>
              </a:rPr>
              <a:t> </a:t>
            </a:r>
            <a:r>
              <a:rPr sz="2400" spc="-25" dirty="0">
                <a:latin typeface="Calibri" panose="020F0502020204030204"/>
                <a:cs typeface="Calibri" panose="020F0502020204030204"/>
              </a:rPr>
              <a:t>to</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Show</a:t>
            </a:r>
            <a:r>
              <a:rPr sz="2400" b="1" spc="-45" dirty="0">
                <a:latin typeface="Calibri" panose="020F0502020204030204"/>
                <a:cs typeface="Calibri" panose="020F0502020204030204"/>
              </a:rPr>
              <a:t> </a:t>
            </a:r>
            <a:r>
              <a:rPr sz="2400" b="1" dirty="0">
                <a:latin typeface="Calibri" panose="020F0502020204030204"/>
                <a:cs typeface="Calibri" panose="020F0502020204030204"/>
              </a:rPr>
              <a:t>all</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available</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options</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b="1" spc="-20" dirty="0">
                <a:latin typeface="Calibri" panose="020F0502020204030204"/>
                <a:cs typeface="Calibri" panose="020F0502020204030204"/>
              </a:rPr>
              <a:t>-help</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655320">
              <a:lnSpc>
                <a:spcPct val="100000"/>
              </a:lnSpc>
              <a:spcBef>
                <a:spcPts val="105"/>
              </a:spcBef>
            </a:pPr>
            <a:r>
              <a:rPr dirty="0"/>
              <a:t>The</a:t>
            </a:r>
            <a:r>
              <a:rPr spc="-60" dirty="0"/>
              <a:t> </a:t>
            </a:r>
            <a:r>
              <a:rPr dirty="0"/>
              <a:t>Spark</a:t>
            </a:r>
            <a:r>
              <a:rPr spc="-65" dirty="0"/>
              <a:t> </a:t>
            </a:r>
            <a:r>
              <a:rPr dirty="0"/>
              <a:t>Application</a:t>
            </a:r>
            <a:r>
              <a:rPr spc="-60" dirty="0"/>
              <a:t> </a:t>
            </a:r>
            <a:r>
              <a:rPr dirty="0"/>
              <a:t>Web</a:t>
            </a:r>
            <a:r>
              <a:rPr spc="-80" dirty="0"/>
              <a:t> </a:t>
            </a:r>
            <a:r>
              <a:rPr spc="-25" dirty="0"/>
              <a:t>UI</a:t>
            </a:r>
          </a:p>
        </p:txBody>
      </p:sp>
      <p:pic>
        <p:nvPicPr>
          <p:cNvPr id="3" name="object 3"/>
          <p:cNvPicPr/>
          <p:nvPr/>
        </p:nvPicPr>
        <p:blipFill>
          <a:blip r:embed="rId2" cstate="print"/>
          <a:stretch>
            <a:fillRect/>
          </a:stretch>
        </p:blipFill>
        <p:spPr>
          <a:xfrm>
            <a:off x="1032468" y="1277619"/>
            <a:ext cx="7644210" cy="4646930"/>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470660">
              <a:lnSpc>
                <a:spcPct val="100000"/>
              </a:lnSpc>
              <a:spcBef>
                <a:spcPts val="105"/>
              </a:spcBef>
            </a:pPr>
            <a:r>
              <a:rPr dirty="0"/>
              <a:t>Accessing</a:t>
            </a:r>
            <a:r>
              <a:rPr spc="-5" dirty="0"/>
              <a:t> </a:t>
            </a:r>
            <a:r>
              <a:rPr dirty="0"/>
              <a:t>the</a:t>
            </a:r>
            <a:r>
              <a:rPr spc="5" dirty="0"/>
              <a:t> </a:t>
            </a:r>
            <a:r>
              <a:rPr dirty="0"/>
              <a:t>Spark</a:t>
            </a:r>
            <a:r>
              <a:rPr spc="-5" dirty="0"/>
              <a:t> </a:t>
            </a:r>
            <a:r>
              <a:rPr spc="-25" dirty="0"/>
              <a:t>UI</a:t>
            </a:r>
          </a:p>
        </p:txBody>
      </p:sp>
      <p:sp>
        <p:nvSpPr>
          <p:cNvPr id="3" name="object 3"/>
          <p:cNvSpPr txBox="1"/>
          <p:nvPr/>
        </p:nvSpPr>
        <p:spPr>
          <a:xfrm>
            <a:off x="688340" y="1537461"/>
            <a:ext cx="6344285" cy="112331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b="1" dirty="0">
                <a:latin typeface="Calibri" panose="020F0502020204030204"/>
                <a:cs typeface="Calibri" panose="020F0502020204030204"/>
              </a:rPr>
              <a:t>The</a:t>
            </a:r>
            <a:r>
              <a:rPr sz="2400" b="1" spc="-30" dirty="0">
                <a:latin typeface="Calibri" panose="020F0502020204030204"/>
                <a:cs typeface="Calibri" panose="020F0502020204030204"/>
              </a:rPr>
              <a:t> </a:t>
            </a:r>
            <a:r>
              <a:rPr sz="2400" b="1" dirty="0">
                <a:latin typeface="Calibri" panose="020F0502020204030204"/>
                <a:cs typeface="Calibri" panose="020F0502020204030204"/>
              </a:rPr>
              <a:t>web</a:t>
            </a:r>
            <a:r>
              <a:rPr sz="2400" b="1" spc="-20" dirty="0">
                <a:latin typeface="Calibri" panose="020F0502020204030204"/>
                <a:cs typeface="Calibri" panose="020F0502020204030204"/>
              </a:rPr>
              <a:t> </a:t>
            </a:r>
            <a:r>
              <a:rPr sz="2400" b="1" dirty="0">
                <a:latin typeface="Calibri" panose="020F0502020204030204"/>
                <a:cs typeface="Calibri" panose="020F0502020204030204"/>
              </a:rPr>
              <a:t>UI</a:t>
            </a:r>
            <a:r>
              <a:rPr sz="2400" b="1" spc="-25" dirty="0">
                <a:latin typeface="Calibri" panose="020F0502020204030204"/>
                <a:cs typeface="Calibri" panose="020F0502020204030204"/>
              </a:rPr>
              <a:t> </a:t>
            </a:r>
            <a:r>
              <a:rPr sz="2400" b="1" dirty="0">
                <a:latin typeface="Calibri" panose="020F0502020204030204"/>
                <a:cs typeface="Calibri" panose="020F0502020204030204"/>
              </a:rPr>
              <a:t>is</a:t>
            </a:r>
            <a:r>
              <a:rPr sz="2400" b="1" spc="-40" dirty="0">
                <a:latin typeface="Calibri" panose="020F0502020204030204"/>
                <a:cs typeface="Calibri" panose="020F0502020204030204"/>
              </a:rPr>
              <a:t> </a:t>
            </a:r>
            <a:r>
              <a:rPr sz="2400" b="1" dirty="0">
                <a:latin typeface="Calibri" panose="020F0502020204030204"/>
                <a:cs typeface="Calibri" panose="020F0502020204030204"/>
              </a:rPr>
              <a:t>run</a:t>
            </a:r>
            <a:r>
              <a:rPr sz="2400" b="1" spc="-25" dirty="0">
                <a:latin typeface="Calibri" panose="020F0502020204030204"/>
                <a:cs typeface="Calibri" panose="020F0502020204030204"/>
              </a:rPr>
              <a:t> </a:t>
            </a:r>
            <a:r>
              <a:rPr sz="2400" b="1" dirty="0">
                <a:latin typeface="Calibri" panose="020F0502020204030204"/>
                <a:cs typeface="Calibri" panose="020F0502020204030204"/>
              </a:rPr>
              <a:t>by</a:t>
            </a:r>
            <a:r>
              <a:rPr sz="2400" b="1" spc="-40" dirty="0">
                <a:latin typeface="Calibri" panose="020F0502020204030204"/>
                <a:cs typeface="Calibri" panose="020F0502020204030204"/>
              </a:rPr>
              <a:t> </a:t>
            </a:r>
            <a:r>
              <a:rPr sz="2400" b="1" dirty="0">
                <a:latin typeface="Calibri" panose="020F0502020204030204"/>
                <a:cs typeface="Calibri" panose="020F0502020204030204"/>
              </a:rPr>
              <a:t>the</a:t>
            </a:r>
            <a:r>
              <a:rPr sz="2400" b="1" spc="-1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25" dirty="0">
                <a:latin typeface="Calibri" panose="020F0502020204030204"/>
                <a:cs typeface="Calibri" panose="020F0502020204030204"/>
              </a:rPr>
              <a:t> </a:t>
            </a:r>
            <a:r>
              <a:rPr sz="2400" b="1" spc="-10" dirty="0">
                <a:latin typeface="Calibri" panose="020F0502020204030204"/>
                <a:cs typeface="Calibri" panose="020F0502020204030204"/>
              </a:rPr>
              <a:t>driver</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dirty="0">
                <a:latin typeface="Calibri" panose="020F0502020204030204"/>
                <a:cs typeface="Calibri" panose="020F0502020204030204"/>
              </a:rPr>
              <a:t>When</a:t>
            </a:r>
            <a:r>
              <a:rPr sz="2400" spc="-45" dirty="0">
                <a:latin typeface="Calibri" panose="020F0502020204030204"/>
                <a:cs typeface="Calibri" panose="020F0502020204030204"/>
              </a:rPr>
              <a:t> </a:t>
            </a:r>
            <a:r>
              <a:rPr sz="2400" dirty="0">
                <a:latin typeface="Calibri" panose="020F0502020204030204"/>
                <a:cs typeface="Calibri" panose="020F0502020204030204"/>
              </a:rPr>
              <a:t>running</a:t>
            </a:r>
            <a:r>
              <a:rPr sz="2400" spc="-45" dirty="0">
                <a:latin typeface="Calibri" panose="020F0502020204030204"/>
                <a:cs typeface="Calibri" panose="020F0502020204030204"/>
              </a:rPr>
              <a:t> </a:t>
            </a:r>
            <a:r>
              <a:rPr sz="2400" dirty="0">
                <a:latin typeface="Calibri" panose="020F0502020204030204"/>
                <a:cs typeface="Calibri" panose="020F0502020204030204"/>
              </a:rPr>
              <a:t>locally:</a:t>
            </a:r>
            <a:r>
              <a:rPr sz="2400" spc="-55" dirty="0">
                <a:latin typeface="Calibri" panose="020F0502020204030204"/>
                <a:cs typeface="Calibri" panose="020F0502020204030204"/>
              </a:rPr>
              <a:t> </a:t>
            </a:r>
            <a:r>
              <a:rPr sz="2400" b="1" spc="-10" dirty="0">
                <a:latin typeface="Calibri" panose="020F0502020204030204"/>
                <a:cs typeface="Calibri" panose="020F0502020204030204"/>
                <a:hlinkClick r:id="rId2"/>
              </a:rPr>
              <a:t>http://localhost:4040</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dirty="0">
                <a:latin typeface="Calibri" panose="020F0502020204030204"/>
                <a:cs typeface="Calibri" panose="020F0502020204030204"/>
              </a:rPr>
              <a:t>When</a:t>
            </a:r>
            <a:r>
              <a:rPr sz="2400" spc="-50" dirty="0">
                <a:latin typeface="Calibri" panose="020F0502020204030204"/>
                <a:cs typeface="Calibri" panose="020F0502020204030204"/>
              </a:rPr>
              <a:t> </a:t>
            </a:r>
            <a:r>
              <a:rPr sz="2400" dirty="0">
                <a:latin typeface="Calibri" panose="020F0502020204030204"/>
                <a:cs typeface="Calibri" panose="020F0502020204030204"/>
              </a:rPr>
              <a:t>running</a:t>
            </a:r>
            <a:r>
              <a:rPr sz="2400" spc="-45" dirty="0">
                <a:latin typeface="Calibri" panose="020F0502020204030204"/>
                <a:cs typeface="Calibri" panose="020F0502020204030204"/>
              </a:rPr>
              <a:t> </a:t>
            </a:r>
            <a:r>
              <a:rPr sz="2400" dirty="0">
                <a:latin typeface="Calibri" panose="020F0502020204030204"/>
                <a:cs typeface="Calibri" panose="020F0502020204030204"/>
              </a:rPr>
              <a:t>on</a:t>
            </a:r>
            <a:r>
              <a:rPr sz="2400" spc="-40" dirty="0">
                <a:latin typeface="Calibri" panose="020F0502020204030204"/>
                <a:cs typeface="Calibri" panose="020F0502020204030204"/>
              </a:rPr>
              <a:t> </a:t>
            </a:r>
            <a:r>
              <a:rPr sz="2400" dirty="0">
                <a:latin typeface="Calibri" panose="020F0502020204030204"/>
                <a:cs typeface="Calibri" panose="020F0502020204030204"/>
              </a:rPr>
              <a:t>a</a:t>
            </a:r>
            <a:r>
              <a:rPr sz="2400" spc="-55" dirty="0">
                <a:latin typeface="Calibri" panose="020F0502020204030204"/>
                <a:cs typeface="Calibri" panose="020F0502020204030204"/>
              </a:rPr>
              <a:t> </a:t>
            </a:r>
            <a:r>
              <a:rPr sz="2400" spc="-30" dirty="0">
                <a:latin typeface="Calibri" panose="020F0502020204030204"/>
                <a:cs typeface="Calibri" panose="020F0502020204030204"/>
              </a:rPr>
              <a:t>cluster,</a:t>
            </a:r>
            <a:r>
              <a:rPr sz="2400" spc="-70" dirty="0">
                <a:latin typeface="Calibri" panose="020F0502020204030204"/>
                <a:cs typeface="Calibri" panose="020F0502020204030204"/>
              </a:rPr>
              <a:t> </a:t>
            </a:r>
            <a:r>
              <a:rPr sz="2400" dirty="0">
                <a:latin typeface="Calibri" panose="020F0502020204030204"/>
                <a:cs typeface="Calibri" panose="020F0502020204030204"/>
              </a:rPr>
              <a:t>access</a:t>
            </a:r>
            <a:r>
              <a:rPr sz="2400" spc="-65" dirty="0">
                <a:latin typeface="Calibri" panose="020F0502020204030204"/>
                <a:cs typeface="Calibri" panose="020F0502020204030204"/>
              </a:rPr>
              <a:t> </a:t>
            </a:r>
            <a:r>
              <a:rPr sz="2400" dirty="0">
                <a:latin typeface="Calibri" panose="020F0502020204030204"/>
                <a:cs typeface="Calibri" panose="020F0502020204030204"/>
              </a:rPr>
              <a:t>via</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spc="-30" dirty="0">
                <a:latin typeface="Calibri" panose="020F0502020204030204"/>
                <a:cs typeface="Calibri" panose="020F0502020204030204"/>
              </a:rPr>
              <a:t>YARN</a:t>
            </a:r>
            <a:r>
              <a:rPr sz="2400" spc="-45" dirty="0">
                <a:latin typeface="Calibri" panose="020F0502020204030204"/>
                <a:cs typeface="Calibri" panose="020F0502020204030204"/>
              </a:rPr>
              <a:t> </a:t>
            </a:r>
            <a:r>
              <a:rPr sz="2400" spc="-25" dirty="0">
                <a:latin typeface="Calibri" panose="020F0502020204030204"/>
                <a:cs typeface="Calibri" panose="020F0502020204030204"/>
              </a:rPr>
              <a:t>UI</a:t>
            </a:r>
            <a:endParaRPr sz="2400">
              <a:latin typeface="Calibri" panose="020F0502020204030204"/>
              <a:cs typeface="Calibri" panose="020F0502020204030204"/>
            </a:endParaRPr>
          </a:p>
        </p:txBody>
      </p:sp>
      <p:pic>
        <p:nvPicPr>
          <p:cNvPr id="4" name="object 4"/>
          <p:cNvPicPr/>
          <p:nvPr/>
        </p:nvPicPr>
        <p:blipFill>
          <a:blip r:embed="rId3" cstate="print"/>
          <a:stretch>
            <a:fillRect/>
          </a:stretch>
        </p:blipFill>
        <p:spPr>
          <a:xfrm>
            <a:off x="699286" y="3142385"/>
            <a:ext cx="8127848" cy="2354276"/>
          </a:xfrm>
          <a:prstGeom prst="rect">
            <a:avLst/>
          </a:prstGeom>
        </p:spPr>
      </p:pic>
      <p:pic>
        <p:nvPicPr>
          <p:cNvPr id="5" name="Picture 4" descr="wingspan_logo.png"/>
          <p:cNvPicPr>
            <a:picLocks noChangeAspect="1"/>
          </p:cNvPicPr>
          <p:nvPr/>
        </p:nvPicPr>
        <p:blipFill>
          <a:blip r:embed="rId4"/>
          <a:stretch>
            <a:fillRect/>
          </a:stretch>
        </p:blipFill>
        <p:spPr>
          <a:xfrm>
            <a:off x="8394192" y="-3110"/>
            <a:ext cx="749808" cy="630936"/>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103630">
              <a:lnSpc>
                <a:spcPct val="100000"/>
              </a:lnSpc>
              <a:spcBef>
                <a:spcPts val="105"/>
              </a:spcBef>
            </a:pPr>
            <a:r>
              <a:rPr dirty="0"/>
              <a:t>Viewing</a:t>
            </a:r>
            <a:r>
              <a:rPr spc="-20" dirty="0"/>
              <a:t> </a:t>
            </a:r>
            <a:r>
              <a:rPr dirty="0"/>
              <a:t>Spark</a:t>
            </a:r>
            <a:r>
              <a:rPr spc="-10" dirty="0"/>
              <a:t> </a:t>
            </a:r>
            <a:r>
              <a:rPr dirty="0"/>
              <a:t>Job</a:t>
            </a:r>
            <a:r>
              <a:rPr spc="-15" dirty="0"/>
              <a:t> </a:t>
            </a:r>
            <a:r>
              <a:rPr spc="-10" dirty="0"/>
              <a:t>History</a:t>
            </a:r>
          </a:p>
        </p:txBody>
      </p:sp>
      <p:sp>
        <p:nvSpPr>
          <p:cNvPr id="3" name="object 3"/>
          <p:cNvSpPr txBox="1"/>
          <p:nvPr/>
        </p:nvSpPr>
        <p:spPr>
          <a:xfrm>
            <a:off x="417068" y="1464309"/>
            <a:ext cx="7279005" cy="2465070"/>
          </a:xfrm>
          <a:prstGeom prst="rect">
            <a:avLst/>
          </a:prstGeom>
        </p:spPr>
        <p:txBody>
          <a:bodyPr vert="horz" wrap="square" lIns="0" tIns="13335" rIns="0" bIns="0" rtlCol="0">
            <a:spAutoFit/>
          </a:bodyPr>
          <a:lstStyle/>
          <a:p>
            <a:pPr marL="12700">
              <a:lnSpc>
                <a:spcPct val="100000"/>
              </a:lnSpc>
              <a:spcBef>
                <a:spcPts val="105"/>
              </a:spcBef>
            </a:pPr>
            <a:r>
              <a:rPr sz="2000" dirty="0">
                <a:latin typeface="Calibri" panose="020F0502020204030204"/>
                <a:cs typeface="Calibri" panose="020F0502020204030204"/>
              </a:rPr>
              <a:t>§</a:t>
            </a:r>
            <a:r>
              <a:rPr sz="2000" spc="-35" dirty="0">
                <a:latin typeface="Calibri" panose="020F0502020204030204"/>
                <a:cs typeface="Calibri" panose="020F0502020204030204"/>
              </a:rPr>
              <a:t> </a:t>
            </a:r>
            <a:r>
              <a:rPr sz="2000" b="1" dirty="0">
                <a:latin typeface="Calibri" panose="020F0502020204030204"/>
                <a:cs typeface="Calibri" panose="020F0502020204030204"/>
              </a:rPr>
              <a:t>Viewing</a:t>
            </a:r>
            <a:r>
              <a:rPr sz="2000" b="1" spc="-45" dirty="0">
                <a:latin typeface="Calibri" panose="020F0502020204030204"/>
                <a:cs typeface="Calibri" panose="020F0502020204030204"/>
              </a:rPr>
              <a:t> </a:t>
            </a:r>
            <a:r>
              <a:rPr sz="2000" b="1" dirty="0">
                <a:latin typeface="Calibri" panose="020F0502020204030204"/>
                <a:cs typeface="Calibri" panose="020F0502020204030204"/>
              </a:rPr>
              <a:t>Spark</a:t>
            </a:r>
            <a:r>
              <a:rPr sz="2000" b="1" spc="-40" dirty="0">
                <a:latin typeface="Calibri" panose="020F0502020204030204"/>
                <a:cs typeface="Calibri" panose="020F0502020204030204"/>
              </a:rPr>
              <a:t> </a:t>
            </a:r>
            <a:r>
              <a:rPr sz="2000" b="1" dirty="0">
                <a:latin typeface="Calibri" panose="020F0502020204030204"/>
                <a:cs typeface="Calibri" panose="020F0502020204030204"/>
              </a:rPr>
              <a:t>Job</a:t>
            </a:r>
            <a:r>
              <a:rPr sz="2000" b="1" spc="-30" dirty="0">
                <a:latin typeface="Calibri" panose="020F0502020204030204"/>
                <a:cs typeface="Calibri" panose="020F0502020204030204"/>
              </a:rPr>
              <a:t> </a:t>
            </a:r>
            <a:r>
              <a:rPr sz="2000" b="1" spc="-10" dirty="0">
                <a:latin typeface="Calibri" panose="020F0502020204030204"/>
                <a:cs typeface="Calibri" panose="020F0502020204030204"/>
              </a:rPr>
              <a:t>History</a:t>
            </a:r>
            <a:endParaRPr sz="2000">
              <a:latin typeface="Calibri" panose="020F0502020204030204"/>
              <a:cs typeface="Calibri" panose="020F0502020204030204"/>
            </a:endParaRPr>
          </a:p>
          <a:p>
            <a:pPr marL="196215" indent="-183515">
              <a:lnSpc>
                <a:spcPct val="100000"/>
              </a:lnSpc>
              <a:buChar char="–"/>
              <a:tabLst>
                <a:tab pos="196215" algn="l"/>
              </a:tabLst>
            </a:pPr>
            <a:r>
              <a:rPr sz="2000" dirty="0">
                <a:latin typeface="Calibri" panose="020F0502020204030204"/>
                <a:cs typeface="Calibri" panose="020F0502020204030204"/>
              </a:rPr>
              <a:t>Spark</a:t>
            </a:r>
            <a:r>
              <a:rPr sz="2000" spc="-45" dirty="0">
                <a:latin typeface="Calibri" panose="020F0502020204030204"/>
                <a:cs typeface="Calibri" panose="020F0502020204030204"/>
              </a:rPr>
              <a:t> </a:t>
            </a:r>
            <a:r>
              <a:rPr sz="2000" dirty="0">
                <a:latin typeface="Calibri" panose="020F0502020204030204"/>
                <a:cs typeface="Calibri" panose="020F0502020204030204"/>
              </a:rPr>
              <a:t>UI</a:t>
            </a:r>
            <a:r>
              <a:rPr sz="2000" spc="-30" dirty="0">
                <a:latin typeface="Calibri" panose="020F0502020204030204"/>
                <a:cs typeface="Calibri" panose="020F0502020204030204"/>
              </a:rPr>
              <a:t> </a:t>
            </a:r>
            <a:r>
              <a:rPr sz="2000" dirty="0">
                <a:latin typeface="Calibri" panose="020F0502020204030204"/>
                <a:cs typeface="Calibri" panose="020F0502020204030204"/>
              </a:rPr>
              <a:t>is</a:t>
            </a:r>
            <a:r>
              <a:rPr sz="2000" spc="-30" dirty="0">
                <a:latin typeface="Calibri" panose="020F0502020204030204"/>
                <a:cs typeface="Calibri" panose="020F0502020204030204"/>
              </a:rPr>
              <a:t> </a:t>
            </a:r>
            <a:r>
              <a:rPr sz="2000" dirty="0">
                <a:latin typeface="Calibri" panose="020F0502020204030204"/>
                <a:cs typeface="Calibri" panose="020F0502020204030204"/>
              </a:rPr>
              <a:t>only</a:t>
            </a:r>
            <a:r>
              <a:rPr sz="2000" spc="-45" dirty="0">
                <a:latin typeface="Calibri" panose="020F0502020204030204"/>
                <a:cs typeface="Calibri" panose="020F0502020204030204"/>
              </a:rPr>
              <a:t> </a:t>
            </a:r>
            <a:r>
              <a:rPr sz="2000" spc="-10" dirty="0">
                <a:latin typeface="Calibri" panose="020F0502020204030204"/>
                <a:cs typeface="Calibri" panose="020F0502020204030204"/>
              </a:rPr>
              <a:t>available</a:t>
            </a:r>
            <a:r>
              <a:rPr sz="2000" spc="-25" dirty="0">
                <a:latin typeface="Calibri" panose="020F0502020204030204"/>
                <a:cs typeface="Calibri" panose="020F0502020204030204"/>
              </a:rPr>
              <a:t> </a:t>
            </a:r>
            <a:r>
              <a:rPr sz="2000" dirty="0">
                <a:latin typeface="Calibri" panose="020F0502020204030204"/>
                <a:cs typeface="Calibri" panose="020F0502020204030204"/>
              </a:rPr>
              <a:t>while</a:t>
            </a:r>
            <a:r>
              <a:rPr sz="2000" spc="-30" dirty="0">
                <a:latin typeface="Calibri" panose="020F0502020204030204"/>
                <a:cs typeface="Calibri" panose="020F0502020204030204"/>
              </a:rPr>
              <a:t> </a:t>
            </a:r>
            <a:r>
              <a:rPr sz="2000" dirty="0">
                <a:latin typeface="Calibri" panose="020F0502020204030204"/>
                <a:cs typeface="Calibri" panose="020F0502020204030204"/>
              </a:rPr>
              <a:t>the</a:t>
            </a:r>
            <a:r>
              <a:rPr sz="2000" spc="-25" dirty="0">
                <a:latin typeface="Calibri" panose="020F0502020204030204"/>
                <a:cs typeface="Calibri" panose="020F0502020204030204"/>
              </a:rPr>
              <a:t> </a:t>
            </a:r>
            <a:r>
              <a:rPr sz="2000" dirty="0">
                <a:latin typeface="Calibri" panose="020F0502020204030204"/>
                <a:cs typeface="Calibri" panose="020F0502020204030204"/>
              </a:rPr>
              <a:t>application</a:t>
            </a:r>
            <a:r>
              <a:rPr sz="2000" spc="-30" dirty="0">
                <a:latin typeface="Calibri" panose="020F0502020204030204"/>
                <a:cs typeface="Calibri" panose="020F0502020204030204"/>
              </a:rPr>
              <a:t> </a:t>
            </a:r>
            <a:r>
              <a:rPr sz="2000" dirty="0">
                <a:latin typeface="Calibri" panose="020F0502020204030204"/>
                <a:cs typeface="Calibri" panose="020F0502020204030204"/>
              </a:rPr>
              <a:t>is</a:t>
            </a:r>
            <a:r>
              <a:rPr sz="2000" spc="-30" dirty="0">
                <a:latin typeface="Calibri" panose="020F0502020204030204"/>
                <a:cs typeface="Calibri" panose="020F0502020204030204"/>
              </a:rPr>
              <a:t> </a:t>
            </a:r>
            <a:r>
              <a:rPr sz="2000" spc="-10" dirty="0">
                <a:latin typeface="Calibri" panose="020F0502020204030204"/>
                <a:cs typeface="Calibri" panose="020F0502020204030204"/>
              </a:rPr>
              <a:t>running</a:t>
            </a:r>
            <a:endParaRPr sz="2000">
              <a:latin typeface="Calibri" panose="020F0502020204030204"/>
              <a:cs typeface="Calibri" panose="020F0502020204030204"/>
            </a:endParaRPr>
          </a:p>
          <a:p>
            <a:pPr marL="196215" indent="-183515">
              <a:lnSpc>
                <a:spcPct val="100000"/>
              </a:lnSpc>
              <a:buChar char="–"/>
              <a:tabLst>
                <a:tab pos="196215" algn="l"/>
              </a:tabLst>
            </a:pPr>
            <a:r>
              <a:rPr sz="2000" dirty="0">
                <a:latin typeface="Calibri" panose="020F0502020204030204"/>
                <a:cs typeface="Calibri" panose="020F0502020204030204"/>
              </a:rPr>
              <a:t>Use</a:t>
            </a:r>
            <a:r>
              <a:rPr sz="2000" spc="-45" dirty="0">
                <a:latin typeface="Calibri" panose="020F0502020204030204"/>
                <a:cs typeface="Calibri" panose="020F0502020204030204"/>
              </a:rPr>
              <a:t> </a:t>
            </a:r>
            <a:r>
              <a:rPr sz="2000" dirty="0">
                <a:latin typeface="Calibri" panose="020F0502020204030204"/>
                <a:cs typeface="Calibri" panose="020F0502020204030204"/>
              </a:rPr>
              <a:t>Spark</a:t>
            </a:r>
            <a:r>
              <a:rPr sz="2000" spc="-65" dirty="0">
                <a:latin typeface="Calibri" panose="020F0502020204030204"/>
                <a:cs typeface="Calibri" panose="020F0502020204030204"/>
              </a:rPr>
              <a:t> </a:t>
            </a:r>
            <a:r>
              <a:rPr sz="2000" dirty="0">
                <a:latin typeface="Calibri" panose="020F0502020204030204"/>
                <a:cs typeface="Calibri" panose="020F0502020204030204"/>
              </a:rPr>
              <a:t>History</a:t>
            </a:r>
            <a:r>
              <a:rPr sz="2000" spc="-40" dirty="0">
                <a:latin typeface="Calibri" panose="020F0502020204030204"/>
                <a:cs typeface="Calibri" panose="020F0502020204030204"/>
              </a:rPr>
              <a:t> </a:t>
            </a:r>
            <a:r>
              <a:rPr sz="2000" dirty="0">
                <a:latin typeface="Calibri" panose="020F0502020204030204"/>
                <a:cs typeface="Calibri" panose="020F0502020204030204"/>
              </a:rPr>
              <a:t>Server</a:t>
            </a:r>
            <a:r>
              <a:rPr sz="2000" spc="-60" dirty="0">
                <a:latin typeface="Calibri" panose="020F0502020204030204"/>
                <a:cs typeface="Calibri" panose="020F0502020204030204"/>
              </a:rPr>
              <a:t> </a:t>
            </a:r>
            <a:r>
              <a:rPr sz="2000" dirty="0">
                <a:latin typeface="Calibri" panose="020F0502020204030204"/>
                <a:cs typeface="Calibri" panose="020F0502020204030204"/>
              </a:rPr>
              <a:t>to</a:t>
            </a:r>
            <a:r>
              <a:rPr sz="2000" spc="-55" dirty="0">
                <a:latin typeface="Calibri" panose="020F0502020204030204"/>
                <a:cs typeface="Calibri" panose="020F0502020204030204"/>
              </a:rPr>
              <a:t> </a:t>
            </a:r>
            <a:r>
              <a:rPr sz="2000" dirty="0">
                <a:latin typeface="Calibri" panose="020F0502020204030204"/>
                <a:cs typeface="Calibri" panose="020F0502020204030204"/>
              </a:rPr>
              <a:t>view</a:t>
            </a:r>
            <a:r>
              <a:rPr sz="2000" spc="-60" dirty="0">
                <a:latin typeface="Calibri" panose="020F0502020204030204"/>
                <a:cs typeface="Calibri" panose="020F0502020204030204"/>
              </a:rPr>
              <a:t> </a:t>
            </a:r>
            <a:r>
              <a:rPr sz="2000" dirty="0">
                <a:latin typeface="Calibri" panose="020F0502020204030204"/>
                <a:cs typeface="Calibri" panose="020F0502020204030204"/>
              </a:rPr>
              <a:t>metrics</a:t>
            </a:r>
            <a:r>
              <a:rPr sz="2000" spc="-30" dirty="0">
                <a:latin typeface="Calibri" panose="020F0502020204030204"/>
                <a:cs typeface="Calibri" panose="020F0502020204030204"/>
              </a:rPr>
              <a:t> </a:t>
            </a:r>
            <a:r>
              <a:rPr sz="2000" dirty="0">
                <a:latin typeface="Calibri" panose="020F0502020204030204"/>
                <a:cs typeface="Calibri" panose="020F0502020204030204"/>
              </a:rPr>
              <a:t>for</a:t>
            </a:r>
            <a:r>
              <a:rPr sz="2000" spc="-65" dirty="0">
                <a:latin typeface="Calibri" panose="020F0502020204030204"/>
                <a:cs typeface="Calibri" panose="020F0502020204030204"/>
              </a:rPr>
              <a:t> </a:t>
            </a:r>
            <a:r>
              <a:rPr sz="2000" dirty="0">
                <a:latin typeface="Calibri" panose="020F0502020204030204"/>
                <a:cs typeface="Calibri" panose="020F0502020204030204"/>
              </a:rPr>
              <a:t>a</a:t>
            </a:r>
            <a:r>
              <a:rPr sz="2000" spc="-55" dirty="0">
                <a:latin typeface="Calibri" panose="020F0502020204030204"/>
                <a:cs typeface="Calibri" panose="020F0502020204030204"/>
              </a:rPr>
              <a:t> </a:t>
            </a:r>
            <a:r>
              <a:rPr sz="2000" dirty="0">
                <a:latin typeface="Calibri" panose="020F0502020204030204"/>
                <a:cs typeface="Calibri" panose="020F0502020204030204"/>
              </a:rPr>
              <a:t>completed</a:t>
            </a:r>
            <a:r>
              <a:rPr sz="2000" spc="-60" dirty="0">
                <a:latin typeface="Calibri" panose="020F0502020204030204"/>
                <a:cs typeface="Calibri" panose="020F0502020204030204"/>
              </a:rPr>
              <a:t> </a:t>
            </a:r>
            <a:r>
              <a:rPr sz="2000" spc="-10" dirty="0">
                <a:latin typeface="Calibri" panose="020F0502020204030204"/>
                <a:cs typeface="Calibri" panose="020F0502020204030204"/>
              </a:rPr>
              <a:t>application</a:t>
            </a:r>
            <a:endParaRPr sz="2000">
              <a:latin typeface="Calibri" panose="020F0502020204030204"/>
              <a:cs typeface="Calibri" panose="020F0502020204030204"/>
            </a:endParaRPr>
          </a:p>
          <a:p>
            <a:pPr marL="196215" indent="-183515">
              <a:lnSpc>
                <a:spcPct val="100000"/>
              </a:lnSpc>
              <a:buChar char="–"/>
              <a:tabLst>
                <a:tab pos="196215" algn="l"/>
              </a:tabLst>
            </a:pPr>
            <a:r>
              <a:rPr sz="2000" dirty="0">
                <a:latin typeface="Calibri" panose="020F0502020204030204"/>
                <a:cs typeface="Calibri" panose="020F0502020204030204"/>
              </a:rPr>
              <a:t>Optional</a:t>
            </a:r>
            <a:r>
              <a:rPr sz="2000" spc="-55" dirty="0">
                <a:latin typeface="Calibri" panose="020F0502020204030204"/>
                <a:cs typeface="Calibri" panose="020F0502020204030204"/>
              </a:rPr>
              <a:t> </a:t>
            </a:r>
            <a:r>
              <a:rPr sz="2000" dirty="0">
                <a:latin typeface="Calibri" panose="020F0502020204030204"/>
                <a:cs typeface="Calibri" panose="020F0502020204030204"/>
              </a:rPr>
              <a:t>Spark</a:t>
            </a:r>
            <a:r>
              <a:rPr sz="2000" spc="-45" dirty="0">
                <a:latin typeface="Calibri" panose="020F0502020204030204"/>
                <a:cs typeface="Calibri" panose="020F0502020204030204"/>
              </a:rPr>
              <a:t> </a:t>
            </a:r>
            <a:r>
              <a:rPr sz="2000" spc="-10" dirty="0">
                <a:latin typeface="Calibri" panose="020F0502020204030204"/>
                <a:cs typeface="Calibri" panose="020F0502020204030204"/>
              </a:rPr>
              <a:t>component</a:t>
            </a:r>
            <a:endParaRPr sz="2000">
              <a:latin typeface="Calibri" panose="020F0502020204030204"/>
              <a:cs typeface="Calibri" panose="020F0502020204030204"/>
            </a:endParaRPr>
          </a:p>
          <a:p>
            <a:pPr marL="12700">
              <a:lnSpc>
                <a:spcPct val="100000"/>
              </a:lnSpc>
            </a:pPr>
            <a:r>
              <a:rPr sz="2000" dirty="0">
                <a:latin typeface="Calibri" panose="020F0502020204030204"/>
                <a:cs typeface="Calibri" panose="020F0502020204030204"/>
              </a:rPr>
              <a:t>§</a:t>
            </a:r>
            <a:r>
              <a:rPr sz="2000" spc="-20" dirty="0">
                <a:latin typeface="Calibri" panose="020F0502020204030204"/>
                <a:cs typeface="Calibri" panose="020F0502020204030204"/>
              </a:rPr>
              <a:t> </a:t>
            </a:r>
            <a:r>
              <a:rPr sz="2000" b="1" dirty="0">
                <a:latin typeface="Calibri" panose="020F0502020204030204"/>
                <a:cs typeface="Calibri" panose="020F0502020204030204"/>
              </a:rPr>
              <a:t>Accessing</a:t>
            </a:r>
            <a:r>
              <a:rPr sz="2000" b="1" spc="-45" dirty="0">
                <a:latin typeface="Calibri" panose="020F0502020204030204"/>
                <a:cs typeface="Calibri" panose="020F0502020204030204"/>
              </a:rPr>
              <a:t> </a:t>
            </a:r>
            <a:r>
              <a:rPr sz="2000" b="1" dirty="0">
                <a:latin typeface="Calibri" panose="020F0502020204030204"/>
                <a:cs typeface="Calibri" panose="020F0502020204030204"/>
              </a:rPr>
              <a:t>the</a:t>
            </a:r>
            <a:r>
              <a:rPr sz="2000" b="1" spc="-20" dirty="0">
                <a:latin typeface="Calibri" panose="020F0502020204030204"/>
                <a:cs typeface="Calibri" panose="020F0502020204030204"/>
              </a:rPr>
              <a:t> </a:t>
            </a:r>
            <a:r>
              <a:rPr sz="2000" b="1" dirty="0">
                <a:latin typeface="Calibri" panose="020F0502020204030204"/>
                <a:cs typeface="Calibri" panose="020F0502020204030204"/>
              </a:rPr>
              <a:t>History</a:t>
            </a:r>
            <a:r>
              <a:rPr sz="2000" b="1" spc="-45" dirty="0">
                <a:latin typeface="Calibri" panose="020F0502020204030204"/>
                <a:cs typeface="Calibri" panose="020F0502020204030204"/>
              </a:rPr>
              <a:t> </a:t>
            </a:r>
            <a:r>
              <a:rPr sz="2000" b="1" spc="-10" dirty="0">
                <a:latin typeface="Calibri" panose="020F0502020204030204"/>
                <a:cs typeface="Calibri" panose="020F0502020204030204"/>
              </a:rPr>
              <a:t>Server</a:t>
            </a:r>
            <a:endParaRPr sz="2000">
              <a:latin typeface="Calibri" panose="020F0502020204030204"/>
              <a:cs typeface="Calibri" panose="020F0502020204030204"/>
            </a:endParaRPr>
          </a:p>
          <a:p>
            <a:pPr marL="196215" indent="-183515">
              <a:lnSpc>
                <a:spcPct val="100000"/>
              </a:lnSpc>
              <a:buChar char="–"/>
              <a:tabLst>
                <a:tab pos="196215" algn="l"/>
              </a:tabLst>
            </a:pPr>
            <a:r>
              <a:rPr sz="2000" dirty="0">
                <a:latin typeface="Calibri" panose="020F0502020204030204"/>
                <a:cs typeface="Calibri" panose="020F0502020204030204"/>
              </a:rPr>
              <a:t>For</a:t>
            </a:r>
            <a:r>
              <a:rPr sz="2000" spc="-50" dirty="0">
                <a:latin typeface="Calibri" panose="020F0502020204030204"/>
                <a:cs typeface="Calibri" panose="020F0502020204030204"/>
              </a:rPr>
              <a:t> </a:t>
            </a:r>
            <a:r>
              <a:rPr sz="2000" dirty="0">
                <a:latin typeface="Calibri" panose="020F0502020204030204"/>
                <a:cs typeface="Calibri" panose="020F0502020204030204"/>
              </a:rPr>
              <a:t>local</a:t>
            </a:r>
            <a:r>
              <a:rPr sz="2000" spc="-35" dirty="0">
                <a:latin typeface="Calibri" panose="020F0502020204030204"/>
                <a:cs typeface="Calibri" panose="020F0502020204030204"/>
              </a:rPr>
              <a:t> </a:t>
            </a:r>
            <a:r>
              <a:rPr sz="2000" dirty="0">
                <a:latin typeface="Calibri" panose="020F0502020204030204"/>
                <a:cs typeface="Calibri" panose="020F0502020204030204"/>
              </a:rPr>
              <a:t>jobs,</a:t>
            </a:r>
            <a:r>
              <a:rPr sz="2000" spc="-55" dirty="0">
                <a:latin typeface="Calibri" panose="020F0502020204030204"/>
                <a:cs typeface="Calibri" panose="020F0502020204030204"/>
              </a:rPr>
              <a:t> </a:t>
            </a:r>
            <a:r>
              <a:rPr sz="2000" dirty="0">
                <a:latin typeface="Calibri" panose="020F0502020204030204"/>
                <a:cs typeface="Calibri" panose="020F0502020204030204"/>
              </a:rPr>
              <a:t>access</a:t>
            </a:r>
            <a:r>
              <a:rPr sz="2000" spc="-35" dirty="0">
                <a:latin typeface="Calibri" panose="020F0502020204030204"/>
                <a:cs typeface="Calibri" panose="020F0502020204030204"/>
              </a:rPr>
              <a:t> </a:t>
            </a:r>
            <a:r>
              <a:rPr sz="2000" dirty="0">
                <a:latin typeface="Calibri" panose="020F0502020204030204"/>
                <a:cs typeface="Calibri" panose="020F0502020204030204"/>
              </a:rPr>
              <a:t>by</a:t>
            </a:r>
            <a:r>
              <a:rPr sz="2000" spc="-45" dirty="0">
                <a:latin typeface="Calibri" panose="020F0502020204030204"/>
                <a:cs typeface="Calibri" panose="020F0502020204030204"/>
              </a:rPr>
              <a:t> </a:t>
            </a:r>
            <a:r>
              <a:rPr sz="2000" spc="-25" dirty="0">
                <a:latin typeface="Calibri" panose="020F0502020204030204"/>
                <a:cs typeface="Calibri" panose="020F0502020204030204"/>
              </a:rPr>
              <a:t>URL</a:t>
            </a:r>
            <a:endParaRPr sz="2000">
              <a:latin typeface="Calibri" panose="020F0502020204030204"/>
              <a:cs typeface="Calibri" panose="020F0502020204030204"/>
            </a:endParaRPr>
          </a:p>
          <a:p>
            <a:pPr marL="196215" indent="-183515">
              <a:lnSpc>
                <a:spcPct val="100000"/>
              </a:lnSpc>
              <a:buChar char="–"/>
              <a:tabLst>
                <a:tab pos="196215" algn="l"/>
              </a:tabLst>
            </a:pPr>
            <a:r>
              <a:rPr sz="2000" spc="-10" dirty="0">
                <a:latin typeface="Calibri" panose="020F0502020204030204"/>
                <a:cs typeface="Calibri" panose="020F0502020204030204"/>
              </a:rPr>
              <a:t>Example:</a:t>
            </a:r>
            <a:r>
              <a:rPr sz="2000" spc="-40" dirty="0">
                <a:latin typeface="Calibri" panose="020F0502020204030204"/>
                <a:cs typeface="Calibri" panose="020F0502020204030204"/>
              </a:rPr>
              <a:t> </a:t>
            </a:r>
            <a:r>
              <a:rPr sz="2000" b="1" spc="-10" dirty="0">
                <a:latin typeface="Calibri" panose="020F0502020204030204"/>
                <a:cs typeface="Calibri" panose="020F0502020204030204"/>
              </a:rPr>
              <a:t>localhost:18080</a:t>
            </a:r>
            <a:endParaRPr sz="2000">
              <a:latin typeface="Calibri" panose="020F0502020204030204"/>
              <a:cs typeface="Calibri" panose="020F0502020204030204"/>
            </a:endParaRPr>
          </a:p>
          <a:p>
            <a:pPr marL="196215" indent="-183515">
              <a:lnSpc>
                <a:spcPct val="100000"/>
              </a:lnSpc>
              <a:spcBef>
                <a:spcPts val="5"/>
              </a:spcBef>
              <a:buChar char="–"/>
              <a:tabLst>
                <a:tab pos="196215" algn="l"/>
              </a:tabLst>
            </a:pPr>
            <a:r>
              <a:rPr sz="2000" dirty="0">
                <a:latin typeface="Calibri" panose="020F0502020204030204"/>
                <a:cs typeface="Calibri" panose="020F0502020204030204"/>
              </a:rPr>
              <a:t>For</a:t>
            </a:r>
            <a:r>
              <a:rPr sz="2000" spc="-60" dirty="0">
                <a:latin typeface="Calibri" panose="020F0502020204030204"/>
                <a:cs typeface="Calibri" panose="020F0502020204030204"/>
              </a:rPr>
              <a:t> </a:t>
            </a:r>
            <a:r>
              <a:rPr sz="2000" spc="-25" dirty="0">
                <a:latin typeface="Calibri" panose="020F0502020204030204"/>
                <a:cs typeface="Calibri" panose="020F0502020204030204"/>
              </a:rPr>
              <a:t>YARN</a:t>
            </a:r>
            <a:r>
              <a:rPr sz="2000" spc="-65" dirty="0">
                <a:latin typeface="Calibri" panose="020F0502020204030204"/>
                <a:cs typeface="Calibri" panose="020F0502020204030204"/>
              </a:rPr>
              <a:t> </a:t>
            </a:r>
            <a:r>
              <a:rPr sz="2000" dirty="0">
                <a:latin typeface="Calibri" panose="020F0502020204030204"/>
                <a:cs typeface="Calibri" panose="020F0502020204030204"/>
              </a:rPr>
              <a:t>Jobs,</a:t>
            </a:r>
            <a:r>
              <a:rPr sz="2000" spc="-55" dirty="0">
                <a:latin typeface="Calibri" panose="020F0502020204030204"/>
                <a:cs typeface="Calibri" panose="020F0502020204030204"/>
              </a:rPr>
              <a:t> </a:t>
            </a:r>
            <a:r>
              <a:rPr sz="2000" dirty="0">
                <a:latin typeface="Calibri" panose="020F0502020204030204"/>
                <a:cs typeface="Calibri" panose="020F0502020204030204"/>
              </a:rPr>
              <a:t>click</a:t>
            </a:r>
            <a:r>
              <a:rPr sz="2000" spc="-35" dirty="0">
                <a:latin typeface="Calibri" panose="020F0502020204030204"/>
                <a:cs typeface="Calibri" panose="020F0502020204030204"/>
              </a:rPr>
              <a:t> </a:t>
            </a:r>
            <a:r>
              <a:rPr sz="2000" dirty="0">
                <a:latin typeface="Calibri" panose="020F0502020204030204"/>
                <a:cs typeface="Calibri" panose="020F0502020204030204"/>
              </a:rPr>
              <a:t>History</a:t>
            </a:r>
            <a:r>
              <a:rPr sz="2000" spc="-45" dirty="0">
                <a:latin typeface="Calibri" panose="020F0502020204030204"/>
                <a:cs typeface="Calibri" panose="020F0502020204030204"/>
              </a:rPr>
              <a:t> </a:t>
            </a:r>
            <a:r>
              <a:rPr sz="2000" dirty="0">
                <a:latin typeface="Calibri" panose="020F0502020204030204"/>
                <a:cs typeface="Calibri" panose="020F0502020204030204"/>
              </a:rPr>
              <a:t>link</a:t>
            </a:r>
            <a:r>
              <a:rPr sz="2000" spc="-40" dirty="0">
                <a:latin typeface="Calibri" panose="020F0502020204030204"/>
                <a:cs typeface="Calibri" panose="020F0502020204030204"/>
              </a:rPr>
              <a:t> </a:t>
            </a:r>
            <a:r>
              <a:rPr sz="2000" dirty="0">
                <a:latin typeface="Calibri" panose="020F0502020204030204"/>
                <a:cs typeface="Calibri" panose="020F0502020204030204"/>
              </a:rPr>
              <a:t>in</a:t>
            </a:r>
            <a:r>
              <a:rPr sz="2000" spc="-55" dirty="0">
                <a:latin typeface="Calibri" panose="020F0502020204030204"/>
                <a:cs typeface="Calibri" panose="020F0502020204030204"/>
              </a:rPr>
              <a:t> </a:t>
            </a:r>
            <a:r>
              <a:rPr sz="2000" spc="-20" dirty="0">
                <a:latin typeface="Calibri" panose="020F0502020204030204"/>
                <a:cs typeface="Calibri" panose="020F0502020204030204"/>
              </a:rPr>
              <a:t>YARN</a:t>
            </a:r>
            <a:r>
              <a:rPr sz="2000" spc="-55" dirty="0">
                <a:latin typeface="Calibri" panose="020F0502020204030204"/>
                <a:cs typeface="Calibri" panose="020F0502020204030204"/>
              </a:rPr>
              <a:t> </a:t>
            </a:r>
            <a:r>
              <a:rPr sz="2000" spc="-25" dirty="0">
                <a:latin typeface="Calibri" panose="020F0502020204030204"/>
                <a:cs typeface="Calibri" panose="020F0502020204030204"/>
              </a:rPr>
              <a:t>UI</a:t>
            </a:r>
            <a:endParaRPr sz="20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100313" y="4114863"/>
            <a:ext cx="7145395" cy="2310286"/>
          </a:xfrm>
          <a:prstGeom prst="rect">
            <a:avLst/>
          </a:prstGeom>
        </p:spPr>
      </p:pic>
      <p:pic>
        <p:nvPicPr>
          <p:cNvPr id="5" name="Picture 4" descr="wingspan_logo.png"/>
          <p:cNvPicPr>
            <a:picLocks noChangeAspect="1"/>
          </p:cNvPicPr>
          <p:nvPr/>
        </p:nvPicPr>
        <p:blipFill>
          <a:blip r:embed="rId3"/>
          <a:stretch>
            <a:fillRect/>
          </a:stretch>
        </p:blipFill>
        <p:spPr>
          <a:xfrm>
            <a:off x="8405078" y="0"/>
            <a:ext cx="749808" cy="630936"/>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103630">
              <a:lnSpc>
                <a:spcPct val="100000"/>
              </a:lnSpc>
              <a:spcBef>
                <a:spcPts val="105"/>
              </a:spcBef>
            </a:pPr>
            <a:r>
              <a:rPr dirty="0"/>
              <a:t>Viewing</a:t>
            </a:r>
            <a:r>
              <a:rPr spc="-20" dirty="0"/>
              <a:t> </a:t>
            </a:r>
            <a:r>
              <a:rPr dirty="0"/>
              <a:t>Spark</a:t>
            </a:r>
            <a:r>
              <a:rPr spc="-10" dirty="0"/>
              <a:t> </a:t>
            </a:r>
            <a:r>
              <a:rPr dirty="0"/>
              <a:t>Job</a:t>
            </a:r>
            <a:r>
              <a:rPr spc="-15" dirty="0"/>
              <a:t> </a:t>
            </a:r>
            <a:r>
              <a:rPr spc="-10" dirty="0"/>
              <a:t>History</a:t>
            </a:r>
          </a:p>
        </p:txBody>
      </p:sp>
      <p:pic>
        <p:nvPicPr>
          <p:cNvPr id="3" name="object 3"/>
          <p:cNvPicPr/>
          <p:nvPr/>
        </p:nvPicPr>
        <p:blipFill>
          <a:blip r:embed="rId2" cstate="print"/>
          <a:stretch>
            <a:fillRect/>
          </a:stretch>
        </p:blipFill>
        <p:spPr>
          <a:xfrm>
            <a:off x="546961" y="1462150"/>
            <a:ext cx="8168275" cy="4577749"/>
          </a:xfrm>
          <a:prstGeom prst="rect">
            <a:avLst/>
          </a:prstGeom>
        </p:spPr>
      </p:pic>
      <p:pic>
        <p:nvPicPr>
          <p:cNvPr id="4" name="Picture 3" descr="wingspan_logo.png"/>
          <p:cNvPicPr>
            <a:picLocks noChangeAspect="1"/>
          </p:cNvPicPr>
          <p:nvPr/>
        </p:nvPicPr>
        <p:blipFill>
          <a:blip r:embed="rId3"/>
          <a:stretch>
            <a:fillRect/>
          </a:stretch>
        </p:blipFill>
        <p:spPr>
          <a:xfrm>
            <a:off x="8405078" y="0"/>
            <a:ext cx="749808" cy="630936"/>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9600" y="2846958"/>
            <a:ext cx="8229600" cy="935990"/>
          </a:xfrm>
          <a:custGeom>
            <a:avLst/>
            <a:gdLst/>
            <a:ahLst/>
            <a:cxnLst/>
            <a:rect l="l" t="t" r="r" b="b"/>
            <a:pathLst>
              <a:path w="8229600" h="935989">
                <a:moveTo>
                  <a:pt x="8073644" y="0"/>
                </a:moveTo>
                <a:lnTo>
                  <a:pt x="155905" y="0"/>
                </a:lnTo>
                <a:lnTo>
                  <a:pt x="106626" y="7953"/>
                </a:lnTo>
                <a:lnTo>
                  <a:pt x="63828" y="30097"/>
                </a:lnTo>
                <a:lnTo>
                  <a:pt x="30080" y="63861"/>
                </a:lnTo>
                <a:lnTo>
                  <a:pt x="7947" y="106671"/>
                </a:lnTo>
                <a:lnTo>
                  <a:pt x="0" y="155955"/>
                </a:lnTo>
                <a:lnTo>
                  <a:pt x="0" y="779526"/>
                </a:lnTo>
                <a:lnTo>
                  <a:pt x="7947" y="828810"/>
                </a:lnTo>
                <a:lnTo>
                  <a:pt x="30080" y="871620"/>
                </a:lnTo>
                <a:lnTo>
                  <a:pt x="63828" y="905384"/>
                </a:lnTo>
                <a:lnTo>
                  <a:pt x="106626" y="927528"/>
                </a:lnTo>
                <a:lnTo>
                  <a:pt x="155905" y="935482"/>
                </a:lnTo>
                <a:lnTo>
                  <a:pt x="8073644" y="935482"/>
                </a:lnTo>
                <a:lnTo>
                  <a:pt x="8122928" y="927528"/>
                </a:lnTo>
                <a:lnTo>
                  <a:pt x="8165738" y="905384"/>
                </a:lnTo>
                <a:lnTo>
                  <a:pt x="8199502" y="871620"/>
                </a:lnTo>
                <a:lnTo>
                  <a:pt x="8221646" y="828810"/>
                </a:lnTo>
                <a:lnTo>
                  <a:pt x="8229600" y="779526"/>
                </a:lnTo>
                <a:lnTo>
                  <a:pt x="8229600" y="155955"/>
                </a:lnTo>
                <a:lnTo>
                  <a:pt x="8221646" y="106671"/>
                </a:lnTo>
                <a:lnTo>
                  <a:pt x="8199502" y="63861"/>
                </a:lnTo>
                <a:lnTo>
                  <a:pt x="8165738" y="30097"/>
                </a:lnTo>
                <a:lnTo>
                  <a:pt x="8122928" y="7953"/>
                </a:lnTo>
                <a:lnTo>
                  <a:pt x="8073644" y="0"/>
                </a:lnTo>
                <a:close/>
              </a:path>
            </a:pathLst>
          </a:custGeom>
          <a:solidFill>
            <a:srgbClr val="4F81BC"/>
          </a:solidFill>
        </p:spPr>
        <p:txBody>
          <a:bodyPr wrap="square" lIns="0" tIns="0" rIns="0" bIns="0" rtlCol="0"/>
          <a:lstStyle/>
          <a:p>
            <a:endParaRPr/>
          </a:p>
        </p:txBody>
      </p:sp>
      <p:sp>
        <p:nvSpPr>
          <p:cNvPr id="3" name="object 3" descr="$PPTXTitle"/>
          <p:cNvSpPr txBox="1">
            <a:spLocks noGrp="1"/>
          </p:cNvSpPr>
          <p:nvPr>
            <p:ph type="title"/>
          </p:nvPr>
        </p:nvSpPr>
        <p:spPr>
          <a:xfrm>
            <a:off x="791362" y="2946603"/>
            <a:ext cx="7776209" cy="620395"/>
          </a:xfrm>
          <a:prstGeom prst="rect">
            <a:avLst/>
          </a:prstGeom>
        </p:spPr>
        <p:txBody>
          <a:bodyPr vert="horz" wrap="square" lIns="0" tIns="12700" rIns="0" bIns="0" rtlCol="0">
            <a:spAutoFit/>
          </a:bodyPr>
          <a:lstStyle/>
          <a:p>
            <a:pPr marL="12700">
              <a:lnSpc>
                <a:spcPct val="100000"/>
              </a:lnSpc>
              <a:spcBef>
                <a:spcPts val="100"/>
              </a:spcBef>
            </a:pPr>
            <a:r>
              <a:rPr sz="3900" dirty="0">
                <a:solidFill>
                  <a:srgbClr val="FFFFFF"/>
                </a:solidFill>
              </a:rPr>
              <a:t>Configuring</a:t>
            </a:r>
            <a:r>
              <a:rPr sz="3900" spc="-60" dirty="0">
                <a:solidFill>
                  <a:srgbClr val="FFFFFF"/>
                </a:solidFill>
              </a:rPr>
              <a:t> </a:t>
            </a:r>
            <a:r>
              <a:rPr sz="3900" dirty="0">
                <a:solidFill>
                  <a:srgbClr val="FFFFFF"/>
                </a:solidFill>
              </a:rPr>
              <a:t>Apache</a:t>
            </a:r>
            <a:r>
              <a:rPr sz="3900" spc="-65" dirty="0">
                <a:solidFill>
                  <a:srgbClr val="FFFFFF"/>
                </a:solidFill>
              </a:rPr>
              <a:t> </a:t>
            </a:r>
            <a:r>
              <a:rPr sz="3900" dirty="0">
                <a:solidFill>
                  <a:srgbClr val="FFFFFF"/>
                </a:solidFill>
              </a:rPr>
              <a:t>Spark</a:t>
            </a:r>
            <a:r>
              <a:rPr sz="3900" spc="-55" dirty="0">
                <a:solidFill>
                  <a:srgbClr val="FFFFFF"/>
                </a:solidFill>
              </a:rPr>
              <a:t> </a:t>
            </a:r>
            <a:r>
              <a:rPr sz="3900" spc="-10" dirty="0">
                <a:solidFill>
                  <a:srgbClr val="FFFFFF"/>
                </a:solidFill>
              </a:rPr>
              <a:t>Applications</a:t>
            </a:r>
            <a:endParaRPr sz="3900"/>
          </a:p>
        </p:txBody>
      </p:sp>
      <p:pic>
        <p:nvPicPr>
          <p:cNvPr id="4" name="object 4"/>
          <p:cNvPicPr/>
          <p:nvPr/>
        </p:nvPicPr>
        <p:blipFill>
          <a:blip r:embed="rId2" cstate="print"/>
          <a:stretch>
            <a:fillRect/>
          </a:stretch>
        </p:blipFill>
        <p:spPr>
          <a:xfrm>
            <a:off x="7391400" y="1981200"/>
            <a:ext cx="771525" cy="771525"/>
          </a:xfrm>
          <a:prstGeom prst="rect">
            <a:avLst/>
          </a:prstGeom>
        </p:spPr>
      </p:pic>
      <p:pic>
        <p:nvPicPr>
          <p:cNvPr id="5" name="Picture 4"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966622" y="461594"/>
            <a:ext cx="7216140" cy="697230"/>
          </a:xfrm>
          <a:prstGeom prst="rect">
            <a:avLst/>
          </a:prstGeom>
        </p:spPr>
        <p:txBody>
          <a:bodyPr vert="horz" wrap="square" lIns="0" tIns="13335" rIns="0" bIns="0" rtlCol="0">
            <a:spAutoFit/>
          </a:bodyPr>
          <a:lstStyle/>
          <a:p>
            <a:pPr marL="12700">
              <a:lnSpc>
                <a:spcPct val="100000"/>
              </a:lnSpc>
              <a:spcBef>
                <a:spcPts val="105"/>
              </a:spcBef>
            </a:pPr>
            <a:r>
              <a:rPr dirty="0"/>
              <a:t>Spark</a:t>
            </a:r>
            <a:r>
              <a:rPr spc="-55" dirty="0"/>
              <a:t> </a:t>
            </a:r>
            <a:r>
              <a:rPr dirty="0"/>
              <a:t>Application</a:t>
            </a:r>
            <a:r>
              <a:rPr spc="-60" dirty="0"/>
              <a:t> </a:t>
            </a:r>
            <a:r>
              <a:rPr spc="-10" dirty="0"/>
              <a:t>Configuration</a:t>
            </a:r>
          </a:p>
        </p:txBody>
      </p:sp>
      <p:sp>
        <p:nvSpPr>
          <p:cNvPr id="3" name="object 3"/>
          <p:cNvSpPr txBox="1"/>
          <p:nvPr/>
        </p:nvSpPr>
        <p:spPr>
          <a:xfrm>
            <a:off x="459740" y="1308861"/>
            <a:ext cx="7989570" cy="5147310"/>
          </a:xfrm>
          <a:prstGeom prst="rect">
            <a:avLst/>
          </a:prstGeom>
        </p:spPr>
        <p:txBody>
          <a:bodyPr vert="horz" wrap="square" lIns="0" tIns="12700" rIns="0" bIns="0" rtlCol="0">
            <a:spAutoFit/>
          </a:bodyPr>
          <a:lstStyle/>
          <a:p>
            <a:pPr marL="12700" marR="580390">
              <a:lnSpc>
                <a:spcPct val="100000"/>
              </a:lnSpc>
              <a:spcBef>
                <a:spcPts val="100"/>
              </a:spcBef>
            </a:pPr>
            <a:r>
              <a:rPr sz="2400" dirty="0">
                <a:latin typeface="Calibri" panose="020F0502020204030204"/>
                <a:cs typeface="Calibri" panose="020F0502020204030204"/>
              </a:rPr>
              <a:t>§</a:t>
            </a:r>
            <a:r>
              <a:rPr sz="2400" spc="-6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70" dirty="0">
                <a:latin typeface="Calibri" panose="020F0502020204030204"/>
                <a:cs typeface="Calibri" panose="020F0502020204030204"/>
              </a:rPr>
              <a:t> </a:t>
            </a:r>
            <a:r>
              <a:rPr sz="2400" b="1" dirty="0">
                <a:latin typeface="Calibri" panose="020F0502020204030204"/>
                <a:cs typeface="Calibri" panose="020F0502020204030204"/>
              </a:rPr>
              <a:t>provides</a:t>
            </a:r>
            <a:r>
              <a:rPr sz="2400" b="1" spc="-60" dirty="0">
                <a:latin typeface="Calibri" panose="020F0502020204030204"/>
                <a:cs typeface="Calibri" panose="020F0502020204030204"/>
              </a:rPr>
              <a:t> </a:t>
            </a:r>
            <a:r>
              <a:rPr sz="2400" b="1" dirty="0">
                <a:latin typeface="Calibri" panose="020F0502020204030204"/>
                <a:cs typeface="Calibri" panose="020F0502020204030204"/>
              </a:rPr>
              <a:t>numerous</a:t>
            </a:r>
            <a:r>
              <a:rPr sz="2400" b="1" spc="-75" dirty="0">
                <a:latin typeface="Calibri" panose="020F0502020204030204"/>
                <a:cs typeface="Calibri" panose="020F0502020204030204"/>
              </a:rPr>
              <a:t> </a:t>
            </a:r>
            <a:r>
              <a:rPr sz="2400" b="1" dirty="0">
                <a:latin typeface="Calibri" panose="020F0502020204030204"/>
                <a:cs typeface="Calibri" panose="020F0502020204030204"/>
              </a:rPr>
              <a:t>properties</a:t>
            </a:r>
            <a:r>
              <a:rPr sz="2400" b="1" spc="-60" dirty="0">
                <a:latin typeface="Calibri" panose="020F0502020204030204"/>
                <a:cs typeface="Calibri" panose="020F0502020204030204"/>
              </a:rPr>
              <a:t> </a:t>
            </a:r>
            <a:r>
              <a:rPr sz="2400" b="1" dirty="0">
                <a:latin typeface="Calibri" panose="020F0502020204030204"/>
                <a:cs typeface="Calibri" panose="020F0502020204030204"/>
              </a:rPr>
              <a:t>for</a:t>
            </a:r>
            <a:r>
              <a:rPr sz="2400" b="1" spc="-75" dirty="0">
                <a:latin typeface="Calibri" panose="020F0502020204030204"/>
                <a:cs typeface="Calibri" panose="020F0502020204030204"/>
              </a:rPr>
              <a:t> </a:t>
            </a:r>
            <a:r>
              <a:rPr sz="2400" b="1" dirty="0">
                <a:latin typeface="Calibri" panose="020F0502020204030204"/>
                <a:cs typeface="Calibri" panose="020F0502020204030204"/>
              </a:rPr>
              <a:t>configuring</a:t>
            </a:r>
            <a:r>
              <a:rPr sz="2400" b="1" spc="-75" dirty="0">
                <a:latin typeface="Calibri" panose="020F0502020204030204"/>
                <a:cs typeface="Calibri" panose="020F0502020204030204"/>
              </a:rPr>
              <a:t> </a:t>
            </a:r>
            <a:r>
              <a:rPr sz="2400" b="1" spc="-20" dirty="0">
                <a:latin typeface="Calibri" panose="020F0502020204030204"/>
                <a:cs typeface="Calibri" panose="020F0502020204030204"/>
              </a:rPr>
              <a:t>your </a:t>
            </a:r>
            <a:r>
              <a:rPr sz="2400" b="1" spc="-10" dirty="0">
                <a:latin typeface="Calibri" panose="020F0502020204030204"/>
                <a:cs typeface="Calibri" panose="020F0502020204030204"/>
              </a:rPr>
              <a:t>application</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Some</a:t>
            </a:r>
            <a:r>
              <a:rPr sz="2400" b="1" spc="-70" dirty="0">
                <a:latin typeface="Calibri" panose="020F0502020204030204"/>
                <a:cs typeface="Calibri" panose="020F0502020204030204"/>
              </a:rPr>
              <a:t> </a:t>
            </a:r>
            <a:r>
              <a:rPr sz="2400" b="1" dirty="0">
                <a:latin typeface="Calibri" panose="020F0502020204030204"/>
                <a:cs typeface="Calibri" panose="020F0502020204030204"/>
              </a:rPr>
              <a:t>example</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properties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spark.master</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spark.app.name</a:t>
            </a:r>
            <a:endParaRPr sz="2400">
              <a:latin typeface="Calibri" panose="020F0502020204030204"/>
              <a:cs typeface="Calibri" panose="020F0502020204030204"/>
            </a:endParaRPr>
          </a:p>
          <a:p>
            <a:pPr marL="12700" marR="508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spark.local.dir</a:t>
            </a:r>
            <a:r>
              <a:rPr sz="2400" dirty="0">
                <a:latin typeface="Calibri" panose="020F0502020204030204"/>
                <a:cs typeface="Calibri" panose="020F0502020204030204"/>
              </a:rPr>
              <a:t>:</a:t>
            </a:r>
            <a:r>
              <a:rPr sz="2400" spc="-80" dirty="0">
                <a:latin typeface="Calibri" panose="020F0502020204030204"/>
                <a:cs typeface="Calibri" panose="020F0502020204030204"/>
              </a:rPr>
              <a:t> </a:t>
            </a:r>
            <a:r>
              <a:rPr sz="2400" dirty="0">
                <a:latin typeface="Calibri" panose="020F0502020204030204"/>
                <a:cs typeface="Calibri" panose="020F0502020204030204"/>
              </a:rPr>
              <a:t>Where</a:t>
            </a:r>
            <a:r>
              <a:rPr sz="2400" spc="-60" dirty="0">
                <a:latin typeface="Calibri" panose="020F0502020204030204"/>
                <a:cs typeface="Calibri" panose="020F0502020204030204"/>
              </a:rPr>
              <a:t> </a:t>
            </a:r>
            <a:r>
              <a:rPr sz="2400" dirty="0">
                <a:latin typeface="Calibri" panose="020F0502020204030204"/>
                <a:cs typeface="Calibri" panose="020F0502020204030204"/>
              </a:rPr>
              <a:t>to</a:t>
            </a:r>
            <a:r>
              <a:rPr sz="2400" spc="-60" dirty="0">
                <a:latin typeface="Calibri" panose="020F0502020204030204"/>
                <a:cs typeface="Calibri" panose="020F0502020204030204"/>
              </a:rPr>
              <a:t> </a:t>
            </a:r>
            <a:r>
              <a:rPr sz="2400" dirty="0">
                <a:latin typeface="Calibri" panose="020F0502020204030204"/>
                <a:cs typeface="Calibri" panose="020F0502020204030204"/>
              </a:rPr>
              <a:t>store</a:t>
            </a:r>
            <a:r>
              <a:rPr sz="2400" spc="-65" dirty="0">
                <a:latin typeface="Calibri" panose="020F0502020204030204"/>
                <a:cs typeface="Calibri" panose="020F0502020204030204"/>
              </a:rPr>
              <a:t> </a:t>
            </a:r>
            <a:r>
              <a:rPr sz="2400" dirty="0">
                <a:latin typeface="Calibri" panose="020F0502020204030204"/>
                <a:cs typeface="Calibri" panose="020F0502020204030204"/>
              </a:rPr>
              <a:t>local</a:t>
            </a:r>
            <a:r>
              <a:rPr sz="2400" spc="-55" dirty="0">
                <a:latin typeface="Calibri" panose="020F0502020204030204"/>
                <a:cs typeface="Calibri" panose="020F0502020204030204"/>
              </a:rPr>
              <a:t> </a:t>
            </a:r>
            <a:r>
              <a:rPr sz="2400" dirty="0">
                <a:latin typeface="Calibri" panose="020F0502020204030204"/>
                <a:cs typeface="Calibri" panose="020F0502020204030204"/>
              </a:rPr>
              <a:t>files</a:t>
            </a:r>
            <a:r>
              <a:rPr sz="2400" spc="-60" dirty="0">
                <a:latin typeface="Calibri" panose="020F0502020204030204"/>
                <a:cs typeface="Calibri" panose="020F0502020204030204"/>
              </a:rPr>
              <a:t> </a:t>
            </a:r>
            <a:r>
              <a:rPr sz="2400" dirty="0">
                <a:latin typeface="Calibri" panose="020F0502020204030204"/>
                <a:cs typeface="Calibri" panose="020F0502020204030204"/>
              </a:rPr>
              <a:t>such</a:t>
            </a:r>
            <a:r>
              <a:rPr sz="2400" spc="-70" dirty="0">
                <a:latin typeface="Calibri" panose="020F0502020204030204"/>
                <a:cs typeface="Calibri" panose="020F0502020204030204"/>
              </a:rPr>
              <a:t> </a:t>
            </a:r>
            <a:r>
              <a:rPr sz="2400" dirty="0">
                <a:latin typeface="Calibri" panose="020F0502020204030204"/>
                <a:cs typeface="Calibri" panose="020F0502020204030204"/>
              </a:rPr>
              <a:t>as</a:t>
            </a:r>
            <a:r>
              <a:rPr sz="2400" spc="-60" dirty="0">
                <a:latin typeface="Calibri" panose="020F0502020204030204"/>
                <a:cs typeface="Calibri" panose="020F0502020204030204"/>
              </a:rPr>
              <a:t> </a:t>
            </a:r>
            <a:r>
              <a:rPr sz="2400" dirty="0">
                <a:latin typeface="Calibri" panose="020F0502020204030204"/>
                <a:cs typeface="Calibri" panose="020F0502020204030204"/>
              </a:rPr>
              <a:t>shuffle</a:t>
            </a:r>
            <a:r>
              <a:rPr sz="2400" spc="-50" dirty="0">
                <a:latin typeface="Calibri" panose="020F0502020204030204"/>
                <a:cs typeface="Calibri" panose="020F0502020204030204"/>
              </a:rPr>
              <a:t> </a:t>
            </a:r>
            <a:r>
              <a:rPr sz="2400" spc="-10" dirty="0">
                <a:latin typeface="Calibri" panose="020F0502020204030204"/>
                <a:cs typeface="Calibri" panose="020F0502020204030204"/>
              </a:rPr>
              <a:t>output </a:t>
            </a:r>
            <a:r>
              <a:rPr sz="2400" dirty="0">
                <a:latin typeface="Calibri" panose="020F0502020204030204"/>
                <a:cs typeface="Calibri" panose="020F0502020204030204"/>
              </a:rPr>
              <a:t>(default</a:t>
            </a:r>
            <a:r>
              <a:rPr sz="2400" spc="-120" dirty="0">
                <a:latin typeface="Calibri" panose="020F0502020204030204"/>
                <a:cs typeface="Calibri" panose="020F0502020204030204"/>
              </a:rPr>
              <a:t> </a:t>
            </a:r>
            <a:r>
              <a:rPr sz="2400" b="1" spc="-10" dirty="0">
                <a:latin typeface="Calibri" panose="020F0502020204030204"/>
                <a:cs typeface="Calibri" panose="020F0502020204030204"/>
              </a:rPr>
              <a:t>/tmp</a:t>
            </a:r>
            <a:r>
              <a:rPr sz="2400"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spcBef>
                <a:spcPts val="5"/>
              </a:spcBef>
            </a:pPr>
            <a:r>
              <a:rPr sz="2400" spc="-20" dirty="0">
                <a:latin typeface="Calibri" panose="020F0502020204030204"/>
                <a:cs typeface="Calibri" panose="020F0502020204030204"/>
              </a:rPr>
              <a:t>–</a:t>
            </a:r>
            <a:r>
              <a:rPr sz="2400" b="1" dirty="0">
                <a:latin typeface="Calibri" panose="020F0502020204030204"/>
                <a:cs typeface="Calibri" panose="020F0502020204030204"/>
              </a:rPr>
              <a:t>spark.ui.port</a:t>
            </a: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dirty="0">
                <a:latin typeface="Calibri" panose="020F0502020204030204"/>
                <a:cs typeface="Calibri" panose="020F0502020204030204"/>
              </a:rPr>
              <a:t>Port</a:t>
            </a:r>
            <a:r>
              <a:rPr sz="2400" spc="-50" dirty="0">
                <a:latin typeface="Calibri" panose="020F0502020204030204"/>
                <a:cs typeface="Calibri" panose="020F0502020204030204"/>
              </a:rPr>
              <a:t> </a:t>
            </a:r>
            <a:r>
              <a:rPr sz="2400" dirty="0">
                <a:latin typeface="Calibri" panose="020F0502020204030204"/>
                <a:cs typeface="Calibri" panose="020F0502020204030204"/>
              </a:rPr>
              <a:t>to</a:t>
            </a:r>
            <a:r>
              <a:rPr sz="2400" spc="-35" dirty="0">
                <a:latin typeface="Calibri" panose="020F0502020204030204"/>
                <a:cs typeface="Calibri" panose="020F0502020204030204"/>
              </a:rPr>
              <a:t> </a:t>
            </a:r>
            <a:r>
              <a:rPr sz="2400" dirty="0">
                <a:latin typeface="Calibri" panose="020F0502020204030204"/>
                <a:cs typeface="Calibri" panose="020F0502020204030204"/>
              </a:rPr>
              <a:t>run</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30" dirty="0">
                <a:latin typeface="Calibri" panose="020F0502020204030204"/>
                <a:cs typeface="Calibri" panose="020F0502020204030204"/>
              </a:rPr>
              <a:t> </a:t>
            </a:r>
            <a:r>
              <a:rPr sz="2400" dirty="0">
                <a:latin typeface="Calibri" panose="020F0502020204030204"/>
                <a:cs typeface="Calibri" panose="020F0502020204030204"/>
              </a:rPr>
              <a:t>Spark</a:t>
            </a:r>
            <a:r>
              <a:rPr sz="2400" spc="-45" dirty="0">
                <a:latin typeface="Calibri" panose="020F0502020204030204"/>
                <a:cs typeface="Calibri" panose="020F0502020204030204"/>
              </a:rPr>
              <a:t> </a:t>
            </a:r>
            <a:r>
              <a:rPr sz="2400" dirty="0">
                <a:latin typeface="Calibri" panose="020F0502020204030204"/>
                <a:cs typeface="Calibri" panose="020F0502020204030204"/>
              </a:rPr>
              <a:t>Application</a:t>
            </a:r>
            <a:r>
              <a:rPr sz="2400" spc="-55" dirty="0">
                <a:latin typeface="Calibri" panose="020F0502020204030204"/>
                <a:cs typeface="Calibri" panose="020F0502020204030204"/>
              </a:rPr>
              <a:t> </a:t>
            </a:r>
            <a:r>
              <a:rPr sz="2400" dirty="0">
                <a:latin typeface="Calibri" panose="020F0502020204030204"/>
                <a:cs typeface="Calibri" panose="020F0502020204030204"/>
              </a:rPr>
              <a:t>UI</a:t>
            </a:r>
            <a:r>
              <a:rPr sz="2400" spc="-40" dirty="0">
                <a:latin typeface="Calibri" panose="020F0502020204030204"/>
                <a:cs typeface="Calibri" panose="020F0502020204030204"/>
              </a:rPr>
              <a:t> </a:t>
            </a:r>
            <a:r>
              <a:rPr sz="2400" spc="-10" dirty="0">
                <a:latin typeface="Calibri" panose="020F0502020204030204"/>
                <a:cs typeface="Calibri" panose="020F0502020204030204"/>
              </a:rPr>
              <a:t>(default</a:t>
            </a:r>
            <a:endParaRPr sz="2400">
              <a:latin typeface="Calibri" panose="020F0502020204030204"/>
              <a:cs typeface="Calibri" panose="020F0502020204030204"/>
            </a:endParaRPr>
          </a:p>
          <a:p>
            <a:pPr marL="12700">
              <a:lnSpc>
                <a:spcPct val="100000"/>
              </a:lnSpc>
            </a:pPr>
            <a:r>
              <a:rPr sz="2400" b="1" spc="-10" dirty="0">
                <a:latin typeface="Calibri" panose="020F0502020204030204"/>
                <a:cs typeface="Calibri" panose="020F0502020204030204"/>
              </a:rPr>
              <a:t>4040</a:t>
            </a:r>
            <a:r>
              <a:rPr sz="2400" spc="-10" dirty="0">
                <a:latin typeface="Calibri" panose="020F0502020204030204"/>
                <a:cs typeface="Calibri" panose="020F0502020204030204"/>
              </a:rPr>
              <a:t>)</a:t>
            </a:r>
            <a:endParaRPr sz="2400">
              <a:latin typeface="Calibri" panose="020F0502020204030204"/>
              <a:cs typeface="Calibri" panose="020F0502020204030204"/>
            </a:endParaRPr>
          </a:p>
          <a:p>
            <a:pPr marL="12700" marR="545465">
              <a:lnSpc>
                <a:spcPct val="100000"/>
              </a:lnSpc>
            </a:pPr>
            <a:r>
              <a:rPr sz="2400" spc="-20" dirty="0">
                <a:latin typeface="Calibri" panose="020F0502020204030204"/>
                <a:cs typeface="Calibri" panose="020F0502020204030204"/>
              </a:rPr>
              <a:t>–</a:t>
            </a:r>
            <a:r>
              <a:rPr sz="2400" b="1" spc="-25" dirty="0">
                <a:latin typeface="Calibri" panose="020F0502020204030204"/>
                <a:cs typeface="Calibri" panose="020F0502020204030204"/>
              </a:rPr>
              <a:t>spark.executor.memory</a:t>
            </a:r>
            <a:r>
              <a:rPr sz="2400" spc="-25" dirty="0">
                <a:latin typeface="Calibri" panose="020F0502020204030204"/>
                <a:cs typeface="Calibri" panose="020F0502020204030204"/>
              </a:rPr>
              <a:t>:</a:t>
            </a:r>
            <a:r>
              <a:rPr sz="2400" spc="-45" dirty="0">
                <a:latin typeface="Calibri" panose="020F0502020204030204"/>
                <a:cs typeface="Calibri" panose="020F0502020204030204"/>
              </a:rPr>
              <a:t> </a:t>
            </a:r>
            <a:r>
              <a:rPr sz="2400" dirty="0">
                <a:latin typeface="Calibri" panose="020F0502020204030204"/>
                <a:cs typeface="Calibri" panose="020F0502020204030204"/>
              </a:rPr>
              <a:t>How</a:t>
            </a:r>
            <a:r>
              <a:rPr sz="2400" spc="-5" dirty="0">
                <a:latin typeface="Calibri" panose="020F0502020204030204"/>
                <a:cs typeface="Calibri" panose="020F0502020204030204"/>
              </a:rPr>
              <a:t> </a:t>
            </a:r>
            <a:r>
              <a:rPr sz="2400" dirty="0">
                <a:latin typeface="Calibri" panose="020F0502020204030204"/>
                <a:cs typeface="Calibri" panose="020F0502020204030204"/>
              </a:rPr>
              <a:t>much</a:t>
            </a:r>
            <a:r>
              <a:rPr sz="2400" spc="-25" dirty="0">
                <a:latin typeface="Calibri" panose="020F0502020204030204"/>
                <a:cs typeface="Calibri" panose="020F0502020204030204"/>
              </a:rPr>
              <a:t> </a:t>
            </a:r>
            <a:r>
              <a:rPr sz="2400" dirty="0">
                <a:latin typeface="Calibri" panose="020F0502020204030204"/>
                <a:cs typeface="Calibri" panose="020F0502020204030204"/>
              </a:rPr>
              <a:t>memory</a:t>
            </a:r>
            <a:r>
              <a:rPr sz="2400" spc="-30" dirty="0">
                <a:latin typeface="Calibri" panose="020F0502020204030204"/>
                <a:cs typeface="Calibri" panose="020F0502020204030204"/>
              </a:rPr>
              <a:t> </a:t>
            </a:r>
            <a:r>
              <a:rPr sz="2400" dirty="0">
                <a:latin typeface="Calibri" panose="020F0502020204030204"/>
                <a:cs typeface="Calibri" panose="020F0502020204030204"/>
              </a:rPr>
              <a:t>to</a:t>
            </a:r>
            <a:r>
              <a:rPr sz="2400" spc="-15" dirty="0">
                <a:latin typeface="Calibri" panose="020F0502020204030204"/>
                <a:cs typeface="Calibri" panose="020F0502020204030204"/>
              </a:rPr>
              <a:t> </a:t>
            </a:r>
            <a:r>
              <a:rPr sz="2400" spc="-10" dirty="0">
                <a:latin typeface="Calibri" panose="020F0502020204030204"/>
                <a:cs typeface="Calibri" panose="020F0502020204030204"/>
              </a:rPr>
              <a:t>allocate</a:t>
            </a:r>
            <a:r>
              <a:rPr sz="2400" spc="-30" dirty="0">
                <a:latin typeface="Calibri" panose="020F0502020204030204"/>
                <a:cs typeface="Calibri" panose="020F0502020204030204"/>
              </a:rPr>
              <a:t> </a:t>
            </a:r>
            <a:r>
              <a:rPr sz="2400" spc="-25" dirty="0">
                <a:latin typeface="Calibri" panose="020F0502020204030204"/>
                <a:cs typeface="Calibri" panose="020F0502020204030204"/>
              </a:rPr>
              <a:t>to </a:t>
            </a:r>
            <a:r>
              <a:rPr sz="2400" spc="-20" dirty="0">
                <a:latin typeface="Calibri" panose="020F0502020204030204"/>
                <a:cs typeface="Calibri" panose="020F0502020204030204"/>
              </a:rPr>
              <a:t>each</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Executor</a:t>
            </a:r>
            <a:r>
              <a:rPr sz="2400" spc="-105" dirty="0">
                <a:latin typeface="Calibri" panose="020F0502020204030204"/>
                <a:cs typeface="Calibri" panose="020F0502020204030204"/>
              </a:rPr>
              <a:t> </a:t>
            </a:r>
            <a:r>
              <a:rPr sz="2400" dirty="0">
                <a:latin typeface="Calibri" panose="020F0502020204030204"/>
                <a:cs typeface="Calibri" panose="020F0502020204030204"/>
              </a:rPr>
              <a:t>(default</a:t>
            </a:r>
            <a:r>
              <a:rPr sz="2400" spc="-80" dirty="0">
                <a:latin typeface="Calibri" panose="020F0502020204030204"/>
                <a:cs typeface="Calibri" panose="020F0502020204030204"/>
              </a:rPr>
              <a:t> </a:t>
            </a:r>
            <a:r>
              <a:rPr sz="2400" b="1" spc="-25" dirty="0">
                <a:latin typeface="Calibri" panose="020F0502020204030204"/>
                <a:cs typeface="Calibri" panose="020F0502020204030204"/>
              </a:rPr>
              <a:t>1g</a:t>
            </a:r>
            <a:r>
              <a:rPr sz="2400" spc="-25" dirty="0">
                <a:latin typeface="Calibri" panose="020F0502020204030204"/>
                <a:cs typeface="Calibri" panose="020F0502020204030204"/>
              </a:rPr>
              <a:t>)</a:t>
            </a:r>
            <a:endParaRPr sz="2400">
              <a:latin typeface="Calibri" panose="020F0502020204030204"/>
              <a:cs typeface="Calibri" panose="020F0502020204030204"/>
            </a:endParaRPr>
          </a:p>
          <a:p>
            <a:pPr marL="12700" marR="41402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spark.driver.memory</a:t>
            </a:r>
            <a:r>
              <a:rPr sz="2400" spc="-10" dirty="0">
                <a:latin typeface="Calibri" panose="020F0502020204030204"/>
                <a:cs typeface="Calibri" panose="020F0502020204030204"/>
              </a:rPr>
              <a:t>:</a:t>
            </a:r>
            <a:r>
              <a:rPr sz="2400" spc="-80" dirty="0">
                <a:latin typeface="Calibri" panose="020F0502020204030204"/>
                <a:cs typeface="Calibri" panose="020F0502020204030204"/>
              </a:rPr>
              <a:t> </a:t>
            </a:r>
            <a:r>
              <a:rPr sz="2400" dirty="0">
                <a:latin typeface="Calibri" panose="020F0502020204030204"/>
                <a:cs typeface="Calibri" panose="020F0502020204030204"/>
              </a:rPr>
              <a:t>How</a:t>
            </a:r>
            <a:r>
              <a:rPr sz="2400" spc="-45" dirty="0">
                <a:latin typeface="Calibri" panose="020F0502020204030204"/>
                <a:cs typeface="Calibri" panose="020F0502020204030204"/>
              </a:rPr>
              <a:t> </a:t>
            </a:r>
            <a:r>
              <a:rPr sz="2400" dirty="0">
                <a:latin typeface="Calibri" panose="020F0502020204030204"/>
                <a:cs typeface="Calibri" panose="020F0502020204030204"/>
              </a:rPr>
              <a:t>much</a:t>
            </a:r>
            <a:r>
              <a:rPr sz="2400" spc="-60" dirty="0">
                <a:latin typeface="Calibri" panose="020F0502020204030204"/>
                <a:cs typeface="Calibri" panose="020F0502020204030204"/>
              </a:rPr>
              <a:t> </a:t>
            </a:r>
            <a:r>
              <a:rPr sz="2400" dirty="0">
                <a:latin typeface="Calibri" panose="020F0502020204030204"/>
                <a:cs typeface="Calibri" panose="020F0502020204030204"/>
              </a:rPr>
              <a:t>memory</a:t>
            </a:r>
            <a:r>
              <a:rPr sz="2400" spc="-70" dirty="0">
                <a:latin typeface="Calibri" panose="020F0502020204030204"/>
                <a:cs typeface="Calibri" panose="020F0502020204030204"/>
              </a:rPr>
              <a:t> </a:t>
            </a:r>
            <a:r>
              <a:rPr sz="2400" dirty="0">
                <a:latin typeface="Calibri" panose="020F0502020204030204"/>
                <a:cs typeface="Calibri" panose="020F0502020204030204"/>
              </a:rPr>
              <a:t>to</a:t>
            </a:r>
            <a:r>
              <a:rPr sz="2400" spc="-50" dirty="0">
                <a:latin typeface="Calibri" panose="020F0502020204030204"/>
                <a:cs typeface="Calibri" panose="020F0502020204030204"/>
              </a:rPr>
              <a:t> </a:t>
            </a:r>
            <a:r>
              <a:rPr sz="2400" dirty="0">
                <a:latin typeface="Calibri" panose="020F0502020204030204"/>
                <a:cs typeface="Calibri" panose="020F0502020204030204"/>
              </a:rPr>
              <a:t>allocate</a:t>
            </a:r>
            <a:r>
              <a:rPr sz="2400" spc="-55" dirty="0">
                <a:latin typeface="Calibri" panose="020F0502020204030204"/>
                <a:cs typeface="Calibri" panose="020F0502020204030204"/>
              </a:rPr>
              <a:t> </a:t>
            </a:r>
            <a:r>
              <a:rPr sz="2400" dirty="0">
                <a:latin typeface="Calibri" panose="020F0502020204030204"/>
                <a:cs typeface="Calibri" panose="020F0502020204030204"/>
              </a:rPr>
              <a:t>to</a:t>
            </a:r>
            <a:r>
              <a:rPr sz="2400" spc="-50" dirty="0">
                <a:latin typeface="Calibri" panose="020F0502020204030204"/>
                <a:cs typeface="Calibri" panose="020F0502020204030204"/>
              </a:rPr>
              <a:t> </a:t>
            </a:r>
            <a:r>
              <a:rPr sz="2400" spc="-25" dirty="0">
                <a:latin typeface="Calibri" panose="020F0502020204030204"/>
                <a:cs typeface="Calibri" panose="020F0502020204030204"/>
              </a:rPr>
              <a:t>the </a:t>
            </a:r>
            <a:r>
              <a:rPr sz="2400" dirty="0">
                <a:latin typeface="Calibri" panose="020F0502020204030204"/>
                <a:cs typeface="Calibri" panose="020F0502020204030204"/>
              </a:rPr>
              <a:t>driver</a:t>
            </a:r>
            <a:r>
              <a:rPr sz="2400" spc="-60" dirty="0">
                <a:latin typeface="Calibri" panose="020F0502020204030204"/>
                <a:cs typeface="Calibri" panose="020F0502020204030204"/>
              </a:rPr>
              <a:t> </a:t>
            </a:r>
            <a:r>
              <a:rPr sz="2400" dirty="0">
                <a:latin typeface="Calibri" panose="020F0502020204030204"/>
                <a:cs typeface="Calibri" panose="020F0502020204030204"/>
              </a:rPr>
              <a:t>in</a:t>
            </a:r>
            <a:r>
              <a:rPr sz="2400" spc="-60" dirty="0">
                <a:latin typeface="Calibri" panose="020F0502020204030204"/>
                <a:cs typeface="Calibri" panose="020F0502020204030204"/>
              </a:rPr>
              <a:t> </a:t>
            </a:r>
            <a:r>
              <a:rPr sz="2400" dirty="0">
                <a:latin typeface="Calibri" panose="020F0502020204030204"/>
                <a:cs typeface="Calibri" panose="020F0502020204030204"/>
              </a:rPr>
              <a:t>client</a:t>
            </a:r>
            <a:r>
              <a:rPr sz="2400" spc="-70" dirty="0">
                <a:latin typeface="Calibri" panose="020F0502020204030204"/>
                <a:cs typeface="Calibri" panose="020F0502020204030204"/>
              </a:rPr>
              <a:t> </a:t>
            </a:r>
            <a:r>
              <a:rPr sz="2400" dirty="0">
                <a:latin typeface="Calibri" panose="020F0502020204030204"/>
                <a:cs typeface="Calibri" panose="020F0502020204030204"/>
              </a:rPr>
              <a:t>mode</a:t>
            </a:r>
            <a:r>
              <a:rPr sz="2400" spc="-70" dirty="0">
                <a:latin typeface="Calibri" panose="020F0502020204030204"/>
                <a:cs typeface="Calibri" panose="020F0502020204030204"/>
              </a:rPr>
              <a:t> </a:t>
            </a:r>
            <a:r>
              <a:rPr sz="2400" dirty="0">
                <a:latin typeface="Calibri" panose="020F0502020204030204"/>
                <a:cs typeface="Calibri" panose="020F0502020204030204"/>
              </a:rPr>
              <a:t>(default</a:t>
            </a:r>
            <a:r>
              <a:rPr sz="2400" spc="-60" dirty="0">
                <a:latin typeface="Calibri" panose="020F0502020204030204"/>
                <a:cs typeface="Calibri" panose="020F0502020204030204"/>
              </a:rPr>
              <a:t> </a:t>
            </a:r>
            <a:r>
              <a:rPr sz="2400" b="1" spc="-25" dirty="0">
                <a:latin typeface="Calibri" panose="020F0502020204030204"/>
                <a:cs typeface="Calibri" panose="020F0502020204030204"/>
              </a:rPr>
              <a:t>1g</a:t>
            </a:r>
            <a:r>
              <a:rPr sz="2400" spc="-25" dirty="0">
                <a:latin typeface="Calibri" panose="020F0502020204030204"/>
                <a:cs typeface="Calibri" panose="020F0502020204030204"/>
              </a:rPr>
              <a: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1555"/>
            <a:ext cx="749808" cy="630936"/>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86055">
              <a:lnSpc>
                <a:spcPct val="100000"/>
              </a:lnSpc>
              <a:spcBef>
                <a:spcPts val="105"/>
              </a:spcBef>
            </a:pPr>
            <a:r>
              <a:rPr spc="-10" dirty="0"/>
              <a:t>Declarative</a:t>
            </a:r>
            <a:r>
              <a:rPr spc="-210" dirty="0"/>
              <a:t> </a:t>
            </a:r>
            <a:r>
              <a:rPr dirty="0"/>
              <a:t>Configuration</a:t>
            </a:r>
            <a:r>
              <a:rPr spc="-229" dirty="0"/>
              <a:t> </a:t>
            </a:r>
            <a:r>
              <a:rPr spc="-10" dirty="0"/>
              <a:t>Options</a:t>
            </a:r>
          </a:p>
        </p:txBody>
      </p:sp>
      <p:sp>
        <p:nvSpPr>
          <p:cNvPr id="3" name="object 3"/>
          <p:cNvSpPr txBox="1"/>
          <p:nvPr/>
        </p:nvSpPr>
        <p:spPr>
          <a:xfrm>
            <a:off x="421640" y="1613661"/>
            <a:ext cx="6690359" cy="25863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15" dirty="0">
                <a:latin typeface="Calibri" panose="020F0502020204030204"/>
                <a:cs typeface="Calibri" panose="020F0502020204030204"/>
              </a:rPr>
              <a:t> </a:t>
            </a:r>
            <a:r>
              <a:rPr sz="2400" b="1" spc="-20" dirty="0">
                <a:latin typeface="Calibri" panose="020F0502020204030204"/>
                <a:cs typeface="Calibri" panose="020F0502020204030204"/>
              </a:rPr>
              <a:t>spark-</a:t>
            </a:r>
            <a:r>
              <a:rPr sz="2400" b="1" dirty="0">
                <a:latin typeface="Calibri" panose="020F0502020204030204"/>
                <a:cs typeface="Calibri" panose="020F0502020204030204"/>
              </a:rPr>
              <a:t>submit</a:t>
            </a:r>
            <a:r>
              <a:rPr sz="2400" b="1" spc="-5" dirty="0">
                <a:latin typeface="Calibri" panose="020F0502020204030204"/>
                <a:cs typeface="Calibri" panose="020F0502020204030204"/>
              </a:rPr>
              <a:t> </a:t>
            </a:r>
            <a:r>
              <a:rPr sz="2400" b="1" spc="-10" dirty="0">
                <a:latin typeface="Calibri" panose="020F0502020204030204"/>
                <a:cs typeface="Calibri" panose="020F0502020204030204"/>
              </a:rPr>
              <a:t>script</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Examples: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20" dirty="0">
                <a:latin typeface="Calibri" panose="020F0502020204030204"/>
                <a:cs typeface="Calibri" panose="020F0502020204030204"/>
              </a:rPr>
              <a:t>spark-</a:t>
            </a:r>
            <a:r>
              <a:rPr sz="2400" b="1" dirty="0">
                <a:latin typeface="Calibri" panose="020F0502020204030204"/>
                <a:cs typeface="Calibri" panose="020F0502020204030204"/>
              </a:rPr>
              <a:t>submit</a:t>
            </a:r>
            <a:r>
              <a:rPr sz="2400" b="1" spc="15" dirty="0">
                <a:latin typeface="Calibri" panose="020F0502020204030204"/>
                <a:cs typeface="Calibri" panose="020F0502020204030204"/>
              </a:rPr>
              <a:t> </a:t>
            </a:r>
            <a:r>
              <a:rPr sz="2400" b="1" spc="-20" dirty="0">
                <a:latin typeface="Calibri" panose="020F0502020204030204"/>
                <a:cs typeface="Calibri" panose="020F0502020204030204"/>
              </a:rPr>
              <a:t>--driver-</a:t>
            </a:r>
            <a:r>
              <a:rPr sz="2400" b="1" dirty="0">
                <a:latin typeface="Calibri" panose="020F0502020204030204"/>
                <a:cs typeface="Calibri" panose="020F0502020204030204"/>
              </a:rPr>
              <a:t>memory </a:t>
            </a:r>
            <a:r>
              <a:rPr sz="2400" b="1" spc="-20" dirty="0">
                <a:latin typeface="Calibri" panose="020F0502020204030204"/>
                <a:cs typeface="Calibri" panose="020F0502020204030204"/>
              </a:rPr>
              <a:t>500M</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20" dirty="0">
                <a:latin typeface="Calibri" panose="020F0502020204030204"/>
                <a:cs typeface="Calibri" panose="020F0502020204030204"/>
              </a:rPr>
              <a:t>spark-</a:t>
            </a:r>
            <a:r>
              <a:rPr sz="2400" b="1" dirty="0">
                <a:latin typeface="Calibri" panose="020F0502020204030204"/>
                <a:cs typeface="Calibri" panose="020F0502020204030204"/>
              </a:rPr>
              <a:t>submit</a:t>
            </a:r>
            <a:r>
              <a:rPr sz="2400" b="1" spc="-15" dirty="0">
                <a:latin typeface="Calibri" panose="020F0502020204030204"/>
                <a:cs typeface="Calibri" panose="020F0502020204030204"/>
              </a:rPr>
              <a:t> </a:t>
            </a:r>
            <a:r>
              <a:rPr sz="2400" b="1" spc="-20" dirty="0">
                <a:latin typeface="Calibri" panose="020F0502020204030204"/>
                <a:cs typeface="Calibri" panose="020F0502020204030204"/>
              </a:rPr>
              <a:t>--</a:t>
            </a:r>
            <a:r>
              <a:rPr sz="2400" b="1" dirty="0">
                <a:latin typeface="Calibri" panose="020F0502020204030204"/>
                <a:cs typeface="Calibri" panose="020F0502020204030204"/>
              </a:rPr>
              <a:t>conf</a:t>
            </a:r>
            <a:r>
              <a:rPr sz="2400" b="1" spc="-15" dirty="0">
                <a:latin typeface="Calibri" panose="020F0502020204030204"/>
                <a:cs typeface="Calibri" panose="020F0502020204030204"/>
              </a:rPr>
              <a:t> </a:t>
            </a:r>
            <a:r>
              <a:rPr sz="2400" b="1" spc="-10" dirty="0">
                <a:latin typeface="Calibri" panose="020F0502020204030204"/>
                <a:cs typeface="Calibri" panose="020F0502020204030204"/>
              </a:rPr>
              <a:t>spark.executor.cores=4</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65" dirty="0">
                <a:latin typeface="Calibri" panose="020F0502020204030204"/>
                <a:cs typeface="Calibri" panose="020F0502020204030204"/>
              </a:rPr>
              <a:t> </a:t>
            </a:r>
            <a:r>
              <a:rPr sz="2400" b="1" dirty="0">
                <a:latin typeface="Calibri" panose="020F0502020204030204"/>
                <a:cs typeface="Calibri" panose="020F0502020204030204"/>
              </a:rPr>
              <a:t>Properties</a:t>
            </a:r>
            <a:r>
              <a:rPr sz="2400" b="1" spc="-65" dirty="0">
                <a:latin typeface="Calibri" panose="020F0502020204030204"/>
                <a:cs typeface="Calibri" panose="020F0502020204030204"/>
              </a:rPr>
              <a:t> </a:t>
            </a:r>
            <a:r>
              <a:rPr sz="2400" b="1" spc="-20" dirty="0">
                <a:latin typeface="Calibri" panose="020F0502020204030204"/>
                <a:cs typeface="Calibri" panose="020F0502020204030204"/>
              </a:rPr>
              <a:t>file</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spc="-40" dirty="0">
                <a:latin typeface="Calibri" panose="020F0502020204030204"/>
                <a:cs typeface="Calibri" panose="020F0502020204030204"/>
              </a:rPr>
              <a:t>Tab-</a:t>
            </a:r>
            <a:r>
              <a:rPr sz="2400" spc="-25" dirty="0">
                <a:latin typeface="Calibri" panose="020F0502020204030204"/>
                <a:cs typeface="Calibri" panose="020F0502020204030204"/>
              </a:rPr>
              <a:t> </a:t>
            </a:r>
            <a:r>
              <a:rPr sz="2400" dirty="0">
                <a:latin typeface="Calibri" panose="020F0502020204030204"/>
                <a:cs typeface="Calibri" panose="020F0502020204030204"/>
              </a:rPr>
              <a:t>or</a:t>
            </a:r>
            <a:r>
              <a:rPr sz="2400" spc="-40" dirty="0">
                <a:latin typeface="Calibri" panose="020F0502020204030204"/>
                <a:cs typeface="Calibri" panose="020F0502020204030204"/>
              </a:rPr>
              <a:t> </a:t>
            </a:r>
            <a:r>
              <a:rPr sz="2400" spc="-10" dirty="0">
                <a:latin typeface="Calibri" panose="020F0502020204030204"/>
                <a:cs typeface="Calibri" panose="020F0502020204030204"/>
              </a:rPr>
              <a:t>space-separated</a:t>
            </a:r>
            <a:r>
              <a:rPr sz="2400" spc="-30" dirty="0">
                <a:latin typeface="Calibri" panose="020F0502020204030204"/>
                <a:cs typeface="Calibri" panose="020F0502020204030204"/>
              </a:rPr>
              <a:t> </a:t>
            </a:r>
            <a:r>
              <a:rPr sz="2400" dirty="0">
                <a:latin typeface="Calibri" panose="020F0502020204030204"/>
                <a:cs typeface="Calibri" panose="020F0502020204030204"/>
              </a:rPr>
              <a:t>list</a:t>
            </a:r>
            <a:r>
              <a:rPr sz="2400" spc="-50" dirty="0">
                <a:latin typeface="Calibri" panose="020F0502020204030204"/>
                <a:cs typeface="Calibri" panose="020F0502020204030204"/>
              </a:rPr>
              <a:t> </a:t>
            </a:r>
            <a:r>
              <a:rPr sz="2400" dirty="0">
                <a:latin typeface="Calibri" panose="020F0502020204030204"/>
                <a:cs typeface="Calibri" panose="020F0502020204030204"/>
              </a:rPr>
              <a:t>of</a:t>
            </a:r>
            <a:r>
              <a:rPr sz="2400" spc="-35" dirty="0">
                <a:latin typeface="Calibri" panose="020F0502020204030204"/>
                <a:cs typeface="Calibri" panose="020F0502020204030204"/>
              </a:rPr>
              <a:t> </a:t>
            </a:r>
            <a:r>
              <a:rPr sz="2400" spc="-10" dirty="0">
                <a:latin typeface="Calibri" panose="020F0502020204030204"/>
                <a:cs typeface="Calibri" panose="020F0502020204030204"/>
              </a:rPr>
              <a:t>properties</a:t>
            </a:r>
            <a:r>
              <a:rPr sz="2400" spc="-50" dirty="0">
                <a:latin typeface="Calibri" panose="020F0502020204030204"/>
                <a:cs typeface="Calibri" panose="020F0502020204030204"/>
              </a:rPr>
              <a:t> </a:t>
            </a:r>
            <a:r>
              <a:rPr sz="2400" dirty="0">
                <a:latin typeface="Calibri" panose="020F0502020204030204"/>
                <a:cs typeface="Calibri" panose="020F0502020204030204"/>
              </a:rPr>
              <a:t>and</a:t>
            </a:r>
            <a:r>
              <a:rPr sz="2400" spc="-30" dirty="0">
                <a:latin typeface="Calibri" panose="020F0502020204030204"/>
                <a:cs typeface="Calibri" panose="020F0502020204030204"/>
              </a:rPr>
              <a:t> </a:t>
            </a:r>
            <a:r>
              <a:rPr sz="2400" spc="-10" dirty="0">
                <a:latin typeface="Calibri" panose="020F0502020204030204"/>
                <a:cs typeface="Calibri" panose="020F0502020204030204"/>
              </a:rPr>
              <a:t>values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Load</a:t>
            </a:r>
            <a:r>
              <a:rPr sz="2400" spc="-10" dirty="0">
                <a:latin typeface="Calibri" panose="020F0502020204030204"/>
                <a:cs typeface="Calibri" panose="020F0502020204030204"/>
              </a:rPr>
              <a:t> </a:t>
            </a:r>
            <a:r>
              <a:rPr sz="2400" dirty="0">
                <a:latin typeface="Calibri" panose="020F0502020204030204"/>
                <a:cs typeface="Calibri" panose="020F0502020204030204"/>
              </a:rPr>
              <a:t>with</a:t>
            </a:r>
            <a:r>
              <a:rPr sz="2400" spc="-20" dirty="0">
                <a:latin typeface="Calibri" panose="020F0502020204030204"/>
                <a:cs typeface="Calibri" panose="020F0502020204030204"/>
              </a:rPr>
              <a:t> </a:t>
            </a:r>
            <a:r>
              <a:rPr sz="2400" b="1" spc="-20" dirty="0">
                <a:latin typeface="Calibri" panose="020F0502020204030204"/>
                <a:cs typeface="Calibri" panose="020F0502020204030204"/>
              </a:rPr>
              <a:t>spark-</a:t>
            </a:r>
            <a:r>
              <a:rPr sz="2400" b="1" dirty="0">
                <a:latin typeface="Calibri" panose="020F0502020204030204"/>
                <a:cs typeface="Calibri" panose="020F0502020204030204"/>
              </a:rPr>
              <a:t>submit</a:t>
            </a:r>
            <a:r>
              <a:rPr sz="2400" b="1" spc="15" dirty="0">
                <a:latin typeface="Calibri" panose="020F0502020204030204"/>
                <a:cs typeface="Calibri" panose="020F0502020204030204"/>
              </a:rPr>
              <a:t> </a:t>
            </a:r>
            <a:r>
              <a:rPr sz="2400" b="1" spc="-20" dirty="0">
                <a:latin typeface="Calibri" panose="020F0502020204030204"/>
                <a:cs typeface="Calibri" panose="020F0502020204030204"/>
              </a:rPr>
              <a:t>--properties-</a:t>
            </a:r>
            <a:r>
              <a:rPr sz="2400" b="1" dirty="0">
                <a:latin typeface="Calibri" panose="020F0502020204030204"/>
                <a:cs typeface="Calibri" panose="020F0502020204030204"/>
              </a:rPr>
              <a:t>file</a:t>
            </a:r>
            <a:r>
              <a:rPr sz="2400" b="1" spc="20" dirty="0">
                <a:latin typeface="Calibri" panose="020F0502020204030204"/>
                <a:cs typeface="Calibri" panose="020F0502020204030204"/>
              </a:rPr>
              <a:t> </a:t>
            </a:r>
            <a:r>
              <a:rPr sz="2400" b="1" i="1" spc="-10" dirty="0">
                <a:latin typeface="Calibri" panose="020F0502020204030204"/>
                <a:cs typeface="Calibri" panose="020F0502020204030204"/>
              </a:rPr>
              <a:t>filename</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761094" y="4336411"/>
            <a:ext cx="6625884" cy="1742513"/>
          </a:xfrm>
          <a:prstGeom prst="rect">
            <a:avLst/>
          </a:prstGeom>
        </p:spPr>
      </p:pic>
      <p:pic>
        <p:nvPicPr>
          <p:cNvPr id="5" name="Picture 4"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12065" rIns="0" bIns="0" rtlCol="0">
            <a:spAutoFit/>
          </a:bodyPr>
          <a:lstStyle/>
          <a:p>
            <a:pPr marL="2223770" marR="5080" indent="-1504950">
              <a:lnSpc>
                <a:spcPct val="100000"/>
              </a:lnSpc>
              <a:spcBef>
                <a:spcPts val="95"/>
              </a:spcBef>
            </a:pPr>
            <a:r>
              <a:rPr sz="4000" dirty="0"/>
              <a:t>Setting</a:t>
            </a:r>
            <a:r>
              <a:rPr sz="4000" spc="-150" dirty="0"/>
              <a:t> </a:t>
            </a:r>
            <a:r>
              <a:rPr sz="4000" spc="-10" dirty="0"/>
              <a:t>Configuration</a:t>
            </a:r>
            <a:r>
              <a:rPr sz="4000" spc="-135" dirty="0"/>
              <a:t> </a:t>
            </a:r>
            <a:r>
              <a:rPr sz="4000" spc="-10" dirty="0"/>
              <a:t>Properties Programmatically</a:t>
            </a:r>
            <a:endParaRPr sz="4000"/>
          </a:p>
        </p:txBody>
      </p:sp>
      <p:sp>
        <p:nvSpPr>
          <p:cNvPr id="3" name="object 3"/>
          <p:cNvSpPr txBox="1"/>
          <p:nvPr/>
        </p:nvSpPr>
        <p:spPr>
          <a:xfrm>
            <a:off x="688340" y="2150109"/>
            <a:ext cx="7711440" cy="368427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configuration</a:t>
            </a:r>
            <a:r>
              <a:rPr sz="2400" b="1" spc="-60" dirty="0">
                <a:latin typeface="Calibri" panose="020F0502020204030204"/>
                <a:cs typeface="Calibri" panose="020F0502020204030204"/>
              </a:rPr>
              <a:t> </a:t>
            </a:r>
            <a:r>
              <a:rPr sz="2400" b="1" dirty="0">
                <a:latin typeface="Calibri" panose="020F0502020204030204"/>
                <a:cs typeface="Calibri" panose="020F0502020204030204"/>
              </a:rPr>
              <a:t>settings</a:t>
            </a:r>
            <a:r>
              <a:rPr sz="2400" b="1" spc="-25" dirty="0">
                <a:latin typeface="Calibri" panose="020F0502020204030204"/>
                <a:cs typeface="Calibri" panose="020F0502020204030204"/>
              </a:rPr>
              <a:t> </a:t>
            </a:r>
            <a:r>
              <a:rPr sz="2400" b="1" dirty="0">
                <a:latin typeface="Calibri" panose="020F0502020204030204"/>
                <a:cs typeface="Calibri" panose="020F0502020204030204"/>
              </a:rPr>
              <a:t>are</a:t>
            </a:r>
            <a:r>
              <a:rPr sz="2400" b="1" spc="-55" dirty="0">
                <a:latin typeface="Calibri" panose="020F0502020204030204"/>
                <a:cs typeface="Calibri" panose="020F0502020204030204"/>
              </a:rPr>
              <a:t> </a:t>
            </a:r>
            <a:r>
              <a:rPr sz="2400" b="1" dirty="0">
                <a:latin typeface="Calibri" panose="020F0502020204030204"/>
                <a:cs typeface="Calibri" panose="020F0502020204030204"/>
              </a:rPr>
              <a:t>part</a:t>
            </a:r>
            <a:r>
              <a:rPr sz="2400" b="1" spc="-40" dirty="0">
                <a:latin typeface="Calibri" panose="020F0502020204030204"/>
                <a:cs typeface="Calibri" panose="020F0502020204030204"/>
              </a:rPr>
              <a:t> </a:t>
            </a:r>
            <a:r>
              <a:rPr sz="2400" b="1" dirty="0">
                <a:latin typeface="Calibri" panose="020F0502020204030204"/>
                <a:cs typeface="Calibri" panose="020F0502020204030204"/>
              </a:rPr>
              <a:t>of</a:t>
            </a:r>
            <a:r>
              <a:rPr sz="2400" b="1" spc="-55" dirty="0">
                <a:latin typeface="Calibri" panose="020F0502020204030204"/>
                <a:cs typeface="Calibri" panose="020F0502020204030204"/>
              </a:rPr>
              <a:t> </a:t>
            </a:r>
            <a:r>
              <a:rPr sz="2400" b="1" dirty="0">
                <a:latin typeface="Calibri" panose="020F0502020204030204"/>
                <a:cs typeface="Calibri" panose="020F0502020204030204"/>
              </a:rPr>
              <a:t>the</a:t>
            </a:r>
            <a:r>
              <a:rPr sz="2400" b="1" spc="-3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context</a:t>
            </a:r>
            <a:endParaRPr sz="2400">
              <a:latin typeface="Calibri" panose="020F0502020204030204"/>
              <a:cs typeface="Calibri" panose="020F0502020204030204"/>
            </a:endParaRPr>
          </a:p>
          <a:p>
            <a:pPr marL="12700">
              <a:lnSpc>
                <a:spcPct val="100000"/>
              </a:lnSpc>
              <a:spcBef>
                <a:spcPts val="2795"/>
              </a:spcBef>
            </a:pP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400" b="1" spc="-10" dirty="0">
                <a:latin typeface="Calibri" panose="020F0502020204030204"/>
                <a:cs typeface="Calibri" panose="020F0502020204030204"/>
              </a:rPr>
              <a:t>Configure</a:t>
            </a:r>
            <a:r>
              <a:rPr sz="2400" b="1" spc="-50" dirty="0">
                <a:latin typeface="Calibri" panose="020F0502020204030204"/>
                <a:cs typeface="Calibri" panose="020F0502020204030204"/>
              </a:rPr>
              <a:t> </a:t>
            </a:r>
            <a:r>
              <a:rPr sz="2400" b="1" dirty="0">
                <a:latin typeface="Calibri" panose="020F0502020204030204"/>
                <a:cs typeface="Calibri" panose="020F0502020204030204"/>
              </a:rPr>
              <a:t>using</a:t>
            </a:r>
            <a:r>
              <a:rPr sz="2400" b="1" spc="-50" dirty="0">
                <a:latin typeface="Calibri" panose="020F0502020204030204"/>
                <a:cs typeface="Calibri" panose="020F0502020204030204"/>
              </a:rPr>
              <a:t> </a:t>
            </a:r>
            <a:r>
              <a:rPr sz="2400" b="1" dirty="0">
                <a:latin typeface="Calibri" panose="020F0502020204030204"/>
                <a:cs typeface="Calibri" panose="020F0502020204030204"/>
              </a:rPr>
              <a:t>a</a:t>
            </a:r>
            <a:r>
              <a:rPr sz="2400" b="1" spc="-45" dirty="0">
                <a:latin typeface="Calibri" panose="020F0502020204030204"/>
                <a:cs typeface="Calibri" panose="020F0502020204030204"/>
              </a:rPr>
              <a:t> </a:t>
            </a:r>
            <a:r>
              <a:rPr sz="2400" b="1" dirty="0">
                <a:latin typeface="Calibri" panose="020F0502020204030204"/>
                <a:cs typeface="Calibri" panose="020F0502020204030204"/>
              </a:rPr>
              <a:t>SparkConf</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object</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Some</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example</a:t>
            </a:r>
            <a:r>
              <a:rPr sz="2400" b="1" spc="-65" dirty="0">
                <a:latin typeface="Calibri" panose="020F0502020204030204"/>
                <a:cs typeface="Calibri" panose="020F0502020204030204"/>
              </a:rPr>
              <a:t> </a:t>
            </a:r>
            <a:r>
              <a:rPr sz="2400" b="1" dirty="0">
                <a:latin typeface="Calibri" panose="020F0502020204030204"/>
                <a:cs typeface="Calibri" panose="020F0502020204030204"/>
              </a:rPr>
              <a:t>set</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functions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setAppName(</a:t>
            </a:r>
            <a:r>
              <a:rPr sz="2400" b="1" i="1" spc="-10" dirty="0">
                <a:latin typeface="Calibri" panose="020F0502020204030204"/>
                <a:cs typeface="Calibri" panose="020F0502020204030204"/>
              </a:rPr>
              <a:t>name</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setMaster(</a:t>
            </a:r>
            <a:r>
              <a:rPr sz="2400" b="1" i="1" spc="-10" dirty="0">
                <a:latin typeface="Calibri" panose="020F0502020204030204"/>
                <a:cs typeface="Calibri" panose="020F0502020204030204"/>
              </a:rPr>
              <a:t>master</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set(</a:t>
            </a:r>
            <a:r>
              <a:rPr sz="2400" b="1" i="1" spc="-10" dirty="0">
                <a:latin typeface="Calibri" panose="020F0502020204030204"/>
                <a:cs typeface="Calibri" panose="020F0502020204030204"/>
              </a:rPr>
              <a:t>property-</a:t>
            </a:r>
            <a:r>
              <a:rPr sz="2400" b="1" i="1" dirty="0">
                <a:latin typeface="Calibri" panose="020F0502020204030204"/>
                <a:cs typeface="Calibri" panose="020F0502020204030204"/>
              </a:rPr>
              <a:t>name</a:t>
            </a:r>
            <a:r>
              <a:rPr sz="2400" b="1" dirty="0">
                <a:latin typeface="Calibri" panose="020F0502020204030204"/>
                <a:cs typeface="Calibri" panose="020F0502020204030204"/>
              </a:rPr>
              <a:t>,</a:t>
            </a:r>
            <a:r>
              <a:rPr sz="2400" b="1" spc="-5" dirty="0">
                <a:latin typeface="Calibri" panose="020F0502020204030204"/>
                <a:cs typeface="Calibri" panose="020F0502020204030204"/>
              </a:rPr>
              <a:t> </a:t>
            </a:r>
            <a:r>
              <a:rPr sz="2400" b="1" i="1" spc="-10" dirty="0">
                <a:latin typeface="Calibri" panose="020F0502020204030204"/>
                <a:cs typeface="Calibri" panose="020F0502020204030204"/>
              </a:rPr>
              <a:t>value</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spcBef>
                <a:spcPts val="2885"/>
              </a:spcBef>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set</a:t>
            </a:r>
            <a:r>
              <a:rPr sz="2400" b="1" spc="-60" dirty="0">
                <a:latin typeface="Calibri" panose="020F0502020204030204"/>
                <a:cs typeface="Calibri" panose="020F0502020204030204"/>
              </a:rPr>
              <a:t> </a:t>
            </a:r>
            <a:r>
              <a:rPr sz="2400" b="1" dirty="0">
                <a:latin typeface="Calibri" panose="020F0502020204030204"/>
                <a:cs typeface="Calibri" panose="020F0502020204030204"/>
              </a:rPr>
              <a:t>functions</a:t>
            </a:r>
            <a:r>
              <a:rPr sz="2400" b="1" spc="-45" dirty="0">
                <a:latin typeface="Calibri" panose="020F0502020204030204"/>
                <a:cs typeface="Calibri" panose="020F0502020204030204"/>
              </a:rPr>
              <a:t> </a:t>
            </a:r>
            <a:r>
              <a:rPr sz="2400" b="1" dirty="0">
                <a:latin typeface="Calibri" panose="020F0502020204030204"/>
                <a:cs typeface="Calibri" panose="020F0502020204030204"/>
              </a:rPr>
              <a:t>return</a:t>
            </a:r>
            <a:r>
              <a:rPr sz="2400" b="1" spc="-50" dirty="0">
                <a:latin typeface="Calibri" panose="020F0502020204030204"/>
                <a:cs typeface="Calibri" panose="020F0502020204030204"/>
              </a:rPr>
              <a:t> </a:t>
            </a:r>
            <a:r>
              <a:rPr sz="2400" b="1" dirty="0">
                <a:latin typeface="Calibri" panose="020F0502020204030204"/>
                <a:cs typeface="Calibri" panose="020F0502020204030204"/>
              </a:rPr>
              <a:t>a</a:t>
            </a:r>
            <a:r>
              <a:rPr sz="2400" b="1" spc="-55" dirty="0">
                <a:latin typeface="Calibri" panose="020F0502020204030204"/>
                <a:cs typeface="Calibri" panose="020F0502020204030204"/>
              </a:rPr>
              <a:t> </a:t>
            </a:r>
            <a:r>
              <a:rPr sz="2400" b="1" dirty="0">
                <a:latin typeface="Calibri" panose="020F0502020204030204"/>
                <a:cs typeface="Calibri" panose="020F0502020204030204"/>
              </a:rPr>
              <a:t>SparkConf</a:t>
            </a:r>
            <a:r>
              <a:rPr sz="2400" b="1" spc="-60" dirty="0">
                <a:latin typeface="Calibri" panose="020F0502020204030204"/>
                <a:cs typeface="Calibri" panose="020F0502020204030204"/>
              </a:rPr>
              <a:t> </a:t>
            </a:r>
            <a:r>
              <a:rPr sz="2400" b="1" dirty="0">
                <a:latin typeface="Calibri" panose="020F0502020204030204"/>
                <a:cs typeface="Calibri" panose="020F0502020204030204"/>
              </a:rPr>
              <a:t>object</a:t>
            </a:r>
            <a:r>
              <a:rPr sz="2400" b="1" spc="-65" dirty="0">
                <a:latin typeface="Calibri" panose="020F0502020204030204"/>
                <a:cs typeface="Calibri" panose="020F0502020204030204"/>
              </a:rPr>
              <a:t> </a:t>
            </a:r>
            <a:r>
              <a:rPr sz="2400" b="1" dirty="0">
                <a:latin typeface="Calibri" panose="020F0502020204030204"/>
                <a:cs typeface="Calibri" panose="020F0502020204030204"/>
              </a:rPr>
              <a:t>to</a:t>
            </a:r>
            <a:r>
              <a:rPr sz="2400" b="1" spc="-50" dirty="0">
                <a:latin typeface="Calibri" panose="020F0502020204030204"/>
                <a:cs typeface="Calibri" panose="020F0502020204030204"/>
              </a:rPr>
              <a:t> </a:t>
            </a:r>
            <a:r>
              <a:rPr sz="2400" b="1" dirty="0">
                <a:latin typeface="Calibri" panose="020F0502020204030204"/>
                <a:cs typeface="Calibri" panose="020F0502020204030204"/>
              </a:rPr>
              <a:t>support</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chaining</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30882" y="0"/>
            <a:ext cx="749808" cy="630936"/>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812290">
              <a:lnSpc>
                <a:spcPct val="100000"/>
              </a:lnSpc>
              <a:spcBef>
                <a:spcPts val="105"/>
              </a:spcBef>
            </a:pPr>
            <a:r>
              <a:rPr b="1" dirty="0">
                <a:latin typeface="Calibri" panose="020F0502020204030204"/>
                <a:cs typeface="Calibri" panose="020F0502020204030204"/>
              </a:rPr>
              <a:t>SparkConf</a:t>
            </a:r>
            <a:r>
              <a:rPr b="1" spc="-70" dirty="0">
                <a:latin typeface="Calibri" panose="020F0502020204030204"/>
                <a:cs typeface="Calibri" panose="020F0502020204030204"/>
              </a:rPr>
              <a:t> </a:t>
            </a:r>
            <a:r>
              <a:rPr spc="-10" dirty="0"/>
              <a:t>Example</a:t>
            </a:r>
          </a:p>
        </p:txBody>
      </p:sp>
      <p:pic>
        <p:nvPicPr>
          <p:cNvPr id="3" name="object 3"/>
          <p:cNvPicPr/>
          <p:nvPr/>
        </p:nvPicPr>
        <p:blipFill>
          <a:blip r:embed="rId2" cstate="print"/>
          <a:stretch>
            <a:fillRect/>
          </a:stretch>
        </p:blipFill>
        <p:spPr>
          <a:xfrm>
            <a:off x="708329" y="1447800"/>
            <a:ext cx="7959298" cy="5029200"/>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183005">
              <a:lnSpc>
                <a:spcPct val="100000"/>
              </a:lnSpc>
              <a:spcBef>
                <a:spcPts val="105"/>
              </a:spcBef>
            </a:pPr>
            <a:r>
              <a:rPr dirty="0"/>
              <a:t>Viewing</a:t>
            </a:r>
            <a:r>
              <a:rPr spc="-20" dirty="0"/>
              <a:t> </a:t>
            </a:r>
            <a:r>
              <a:rPr dirty="0"/>
              <a:t>Spark</a:t>
            </a:r>
            <a:r>
              <a:rPr spc="-20" dirty="0"/>
              <a:t> </a:t>
            </a:r>
            <a:r>
              <a:rPr spc="-10" dirty="0"/>
              <a:t>Properties</a:t>
            </a:r>
          </a:p>
        </p:txBody>
      </p:sp>
      <p:sp>
        <p:nvSpPr>
          <p:cNvPr id="3" name="object 3"/>
          <p:cNvSpPr txBox="1"/>
          <p:nvPr/>
        </p:nvSpPr>
        <p:spPr>
          <a:xfrm>
            <a:off x="535940" y="1660905"/>
            <a:ext cx="2371725" cy="112268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1800" b="1" spc="-35" dirty="0">
                <a:latin typeface="Calibri" panose="020F0502020204030204"/>
                <a:cs typeface="Calibri" panose="020F0502020204030204"/>
              </a:rPr>
              <a:t>You</a:t>
            </a:r>
            <a:r>
              <a:rPr sz="1800" b="1" spc="-25" dirty="0">
                <a:latin typeface="Calibri" panose="020F0502020204030204"/>
                <a:cs typeface="Calibri" panose="020F0502020204030204"/>
              </a:rPr>
              <a:t> </a:t>
            </a:r>
            <a:r>
              <a:rPr sz="1800" b="1" dirty="0">
                <a:latin typeface="Calibri" panose="020F0502020204030204"/>
                <a:cs typeface="Calibri" panose="020F0502020204030204"/>
              </a:rPr>
              <a:t>can</a:t>
            </a:r>
            <a:r>
              <a:rPr sz="1800" b="1" spc="-30" dirty="0">
                <a:latin typeface="Calibri" panose="020F0502020204030204"/>
                <a:cs typeface="Calibri" panose="020F0502020204030204"/>
              </a:rPr>
              <a:t> </a:t>
            </a:r>
            <a:r>
              <a:rPr sz="1800" b="1" dirty="0">
                <a:latin typeface="Calibri" panose="020F0502020204030204"/>
                <a:cs typeface="Calibri" panose="020F0502020204030204"/>
              </a:rPr>
              <a:t>view</a:t>
            </a:r>
            <a:r>
              <a:rPr sz="1800" b="1" spc="-35" dirty="0">
                <a:latin typeface="Calibri" panose="020F0502020204030204"/>
                <a:cs typeface="Calibri" panose="020F0502020204030204"/>
              </a:rPr>
              <a:t> </a:t>
            </a:r>
            <a:r>
              <a:rPr sz="1800" b="1" dirty="0">
                <a:latin typeface="Calibri" panose="020F0502020204030204"/>
                <a:cs typeface="Calibri" panose="020F0502020204030204"/>
              </a:rPr>
              <a:t>the</a:t>
            </a:r>
            <a:r>
              <a:rPr sz="1800" b="1" spc="-35" dirty="0">
                <a:latin typeface="Calibri" panose="020F0502020204030204"/>
                <a:cs typeface="Calibri" panose="020F0502020204030204"/>
              </a:rPr>
              <a:t> </a:t>
            </a:r>
            <a:r>
              <a:rPr sz="1800" b="1" spc="-20" dirty="0">
                <a:latin typeface="Calibri" panose="020F0502020204030204"/>
                <a:cs typeface="Calibri" panose="020F0502020204030204"/>
              </a:rPr>
              <a:t>Spark </a:t>
            </a:r>
            <a:r>
              <a:rPr sz="1800" b="1" dirty="0">
                <a:latin typeface="Calibri" panose="020F0502020204030204"/>
                <a:cs typeface="Calibri" panose="020F0502020204030204"/>
              </a:rPr>
              <a:t>property</a:t>
            </a:r>
            <a:r>
              <a:rPr sz="1800" b="1" spc="-70" dirty="0">
                <a:latin typeface="Calibri" panose="020F0502020204030204"/>
                <a:cs typeface="Calibri" panose="020F0502020204030204"/>
              </a:rPr>
              <a:t> </a:t>
            </a:r>
            <a:r>
              <a:rPr sz="1800" b="1" dirty="0">
                <a:latin typeface="Calibri" panose="020F0502020204030204"/>
                <a:cs typeface="Calibri" panose="020F0502020204030204"/>
              </a:rPr>
              <a:t>settings</a:t>
            </a:r>
            <a:r>
              <a:rPr sz="1800" b="1" spc="-55" dirty="0">
                <a:latin typeface="Calibri" panose="020F0502020204030204"/>
                <a:cs typeface="Calibri" panose="020F0502020204030204"/>
              </a:rPr>
              <a:t> </a:t>
            </a:r>
            <a:r>
              <a:rPr sz="1800" b="1" dirty="0">
                <a:latin typeface="Calibri" panose="020F0502020204030204"/>
                <a:cs typeface="Calibri" panose="020F0502020204030204"/>
              </a:rPr>
              <a:t>in</a:t>
            </a:r>
            <a:r>
              <a:rPr sz="1800" b="1" spc="-20" dirty="0">
                <a:latin typeface="Calibri" panose="020F0502020204030204"/>
                <a:cs typeface="Calibri" panose="020F0502020204030204"/>
              </a:rPr>
              <a:t> </a:t>
            </a:r>
            <a:r>
              <a:rPr sz="1800" b="1" spc="-25" dirty="0">
                <a:latin typeface="Calibri" panose="020F0502020204030204"/>
                <a:cs typeface="Calibri" panose="020F0502020204030204"/>
              </a:rPr>
              <a:t>the </a:t>
            </a:r>
            <a:r>
              <a:rPr sz="1800" b="1" dirty="0">
                <a:latin typeface="Calibri" panose="020F0502020204030204"/>
                <a:cs typeface="Calibri" panose="020F0502020204030204"/>
              </a:rPr>
              <a:t>Spark</a:t>
            </a:r>
            <a:r>
              <a:rPr sz="1800" b="1" spc="-45" dirty="0">
                <a:latin typeface="Calibri" panose="020F0502020204030204"/>
                <a:cs typeface="Calibri" panose="020F0502020204030204"/>
              </a:rPr>
              <a:t> </a:t>
            </a:r>
            <a:r>
              <a:rPr sz="1800" b="1" dirty="0">
                <a:latin typeface="Calibri" panose="020F0502020204030204"/>
                <a:cs typeface="Calibri" panose="020F0502020204030204"/>
              </a:rPr>
              <a:t>Application</a:t>
            </a:r>
            <a:r>
              <a:rPr sz="1800" b="1" spc="-60" dirty="0">
                <a:latin typeface="Calibri" panose="020F0502020204030204"/>
                <a:cs typeface="Calibri" panose="020F0502020204030204"/>
              </a:rPr>
              <a:t> </a:t>
            </a:r>
            <a:r>
              <a:rPr sz="1800" b="1" spc="-25" dirty="0">
                <a:latin typeface="Calibri" panose="020F0502020204030204"/>
                <a:cs typeface="Calibri" panose="020F0502020204030204"/>
              </a:rPr>
              <a:t>UI</a:t>
            </a:r>
            <a:endParaRPr sz="1800">
              <a:latin typeface="Calibri" panose="020F0502020204030204"/>
              <a:cs typeface="Calibri" panose="020F0502020204030204"/>
            </a:endParaRPr>
          </a:p>
          <a:p>
            <a:pPr marL="12700">
              <a:lnSpc>
                <a:spcPct val="100000"/>
              </a:lnSpc>
            </a:pP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1800" spc="-10" dirty="0">
                <a:latin typeface="Calibri" panose="020F0502020204030204"/>
                <a:cs typeface="Calibri" panose="020F0502020204030204"/>
              </a:rPr>
              <a:t>Environment</a:t>
            </a:r>
            <a:r>
              <a:rPr sz="1800" spc="-25" dirty="0">
                <a:latin typeface="Calibri" panose="020F0502020204030204"/>
                <a:cs typeface="Calibri" panose="020F0502020204030204"/>
              </a:rPr>
              <a:t> tab</a:t>
            </a:r>
            <a:endParaRPr sz="18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3252547" y="1319275"/>
            <a:ext cx="5236829" cy="5430716"/>
          </a:xfrm>
          <a:prstGeom prst="rect">
            <a:avLst/>
          </a:prstGeom>
        </p:spPr>
      </p:pic>
      <p:pic>
        <p:nvPicPr>
          <p:cNvPr id="5" name="Picture 4" descr="wingspan_logo.png"/>
          <p:cNvPicPr>
            <a:picLocks noChangeAspect="1"/>
          </p:cNvPicPr>
          <p:nvPr/>
        </p:nvPicPr>
        <p:blipFill>
          <a:blip r:embed="rId3"/>
          <a:stretch>
            <a:fillRect/>
          </a:stretch>
        </p:blipFill>
        <p:spPr>
          <a:xfrm>
            <a:off x="8405078" y="-32613"/>
            <a:ext cx="749808" cy="630936"/>
          </a:xfrm>
          <a:prstGeom prst="rect">
            <a:avLst/>
          </a:prstGeom>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2987801" y="461594"/>
            <a:ext cx="3171825" cy="697230"/>
          </a:xfrm>
          <a:prstGeom prst="rect">
            <a:avLst/>
          </a:prstGeom>
        </p:spPr>
        <p:txBody>
          <a:bodyPr vert="horz" wrap="square" lIns="0" tIns="13335" rIns="0" bIns="0" rtlCol="0">
            <a:spAutoFit/>
          </a:bodyPr>
          <a:lstStyle/>
          <a:p>
            <a:pPr marL="12700">
              <a:lnSpc>
                <a:spcPct val="100000"/>
              </a:lnSpc>
              <a:spcBef>
                <a:spcPts val="105"/>
              </a:spcBef>
            </a:pPr>
            <a:r>
              <a:rPr dirty="0"/>
              <a:t>Spark </a:t>
            </a:r>
            <a:r>
              <a:rPr spc="-10" dirty="0"/>
              <a:t>Logging</a:t>
            </a:r>
          </a:p>
        </p:txBody>
      </p:sp>
      <p:sp>
        <p:nvSpPr>
          <p:cNvPr id="3" name="object 3"/>
          <p:cNvSpPr txBox="1"/>
          <p:nvPr/>
        </p:nvSpPr>
        <p:spPr>
          <a:xfrm>
            <a:off x="688340" y="1180338"/>
            <a:ext cx="7487284" cy="514731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0" dirty="0">
                <a:latin typeface="Calibri" panose="020F0502020204030204"/>
                <a:cs typeface="Calibri" panose="020F0502020204030204"/>
              </a:rPr>
              <a:t> </a:t>
            </a:r>
            <a:r>
              <a:rPr sz="2400" b="1" dirty="0">
                <a:latin typeface="Calibri" panose="020F0502020204030204"/>
                <a:cs typeface="Calibri" panose="020F0502020204030204"/>
              </a:rPr>
              <a:t>uses</a:t>
            </a:r>
            <a:r>
              <a:rPr sz="2400" b="1" spc="-20" dirty="0">
                <a:latin typeface="Calibri" panose="020F0502020204030204"/>
                <a:cs typeface="Calibri" panose="020F0502020204030204"/>
              </a:rPr>
              <a:t> </a:t>
            </a:r>
            <a:r>
              <a:rPr sz="2400" b="1" dirty="0">
                <a:latin typeface="Calibri" panose="020F0502020204030204"/>
                <a:cs typeface="Calibri" panose="020F0502020204030204"/>
              </a:rPr>
              <a:t>Apache</a:t>
            </a:r>
            <a:r>
              <a:rPr sz="2400" b="1" spc="-45" dirty="0">
                <a:latin typeface="Calibri" panose="020F0502020204030204"/>
                <a:cs typeface="Calibri" panose="020F0502020204030204"/>
              </a:rPr>
              <a:t> </a:t>
            </a:r>
            <a:r>
              <a:rPr sz="2400" b="1" dirty="0">
                <a:latin typeface="Calibri" panose="020F0502020204030204"/>
                <a:cs typeface="Calibri" panose="020F0502020204030204"/>
              </a:rPr>
              <a:t>Log4j</a:t>
            </a:r>
            <a:r>
              <a:rPr sz="2400" b="1" spc="-45" dirty="0">
                <a:latin typeface="Calibri" panose="020F0502020204030204"/>
                <a:cs typeface="Calibri" panose="020F0502020204030204"/>
              </a:rPr>
              <a:t> </a:t>
            </a:r>
            <a:r>
              <a:rPr sz="2400" b="1" dirty="0">
                <a:latin typeface="Calibri" panose="020F0502020204030204"/>
                <a:cs typeface="Calibri" panose="020F0502020204030204"/>
              </a:rPr>
              <a:t>for</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logging</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Allows</a:t>
            </a:r>
            <a:r>
              <a:rPr sz="2400" spc="-60" dirty="0">
                <a:latin typeface="Calibri" panose="020F0502020204030204"/>
                <a:cs typeface="Calibri" panose="020F0502020204030204"/>
              </a:rPr>
              <a:t> </a:t>
            </a:r>
            <a:r>
              <a:rPr sz="2400" dirty="0">
                <a:latin typeface="Calibri" panose="020F0502020204030204"/>
                <a:cs typeface="Calibri" panose="020F0502020204030204"/>
              </a:rPr>
              <a:t>for</a:t>
            </a:r>
            <a:r>
              <a:rPr sz="2400" spc="-55" dirty="0">
                <a:latin typeface="Calibri" panose="020F0502020204030204"/>
                <a:cs typeface="Calibri" panose="020F0502020204030204"/>
              </a:rPr>
              <a:t> </a:t>
            </a:r>
            <a:r>
              <a:rPr sz="2400" dirty="0">
                <a:latin typeface="Calibri" panose="020F0502020204030204"/>
                <a:cs typeface="Calibri" panose="020F0502020204030204"/>
              </a:rPr>
              <a:t>controlling</a:t>
            </a:r>
            <a:r>
              <a:rPr sz="2400" spc="-55" dirty="0">
                <a:latin typeface="Calibri" panose="020F0502020204030204"/>
                <a:cs typeface="Calibri" panose="020F0502020204030204"/>
              </a:rPr>
              <a:t> </a:t>
            </a:r>
            <a:r>
              <a:rPr sz="2400" dirty="0">
                <a:latin typeface="Calibri" panose="020F0502020204030204"/>
                <a:cs typeface="Calibri" panose="020F0502020204030204"/>
              </a:rPr>
              <a:t>logging</a:t>
            </a:r>
            <a:r>
              <a:rPr sz="2400" spc="-65" dirty="0">
                <a:latin typeface="Calibri" panose="020F0502020204030204"/>
                <a:cs typeface="Calibri" panose="020F0502020204030204"/>
              </a:rPr>
              <a:t> </a:t>
            </a:r>
            <a:r>
              <a:rPr sz="2400" dirty="0">
                <a:latin typeface="Calibri" panose="020F0502020204030204"/>
                <a:cs typeface="Calibri" panose="020F0502020204030204"/>
              </a:rPr>
              <a:t>at</a:t>
            </a:r>
            <a:r>
              <a:rPr sz="2400" spc="-45" dirty="0">
                <a:latin typeface="Calibri" panose="020F0502020204030204"/>
                <a:cs typeface="Calibri" panose="020F0502020204030204"/>
              </a:rPr>
              <a:t> </a:t>
            </a:r>
            <a:r>
              <a:rPr sz="2400" dirty="0">
                <a:latin typeface="Calibri" panose="020F0502020204030204"/>
                <a:cs typeface="Calibri" panose="020F0502020204030204"/>
              </a:rPr>
              <a:t>runtime</a:t>
            </a:r>
            <a:r>
              <a:rPr sz="2400" spc="-50" dirty="0">
                <a:latin typeface="Calibri" panose="020F0502020204030204"/>
                <a:cs typeface="Calibri" panose="020F0502020204030204"/>
              </a:rPr>
              <a:t> </a:t>
            </a:r>
            <a:r>
              <a:rPr sz="2400" dirty="0">
                <a:latin typeface="Calibri" panose="020F0502020204030204"/>
                <a:cs typeface="Calibri" panose="020F0502020204030204"/>
              </a:rPr>
              <a:t>using</a:t>
            </a:r>
            <a:r>
              <a:rPr sz="2400" spc="-50" dirty="0">
                <a:latin typeface="Calibri" panose="020F0502020204030204"/>
                <a:cs typeface="Calibri" panose="020F0502020204030204"/>
              </a:rPr>
              <a:t> </a:t>
            </a:r>
            <a:r>
              <a:rPr sz="2400" dirty="0">
                <a:latin typeface="Calibri" panose="020F0502020204030204"/>
                <a:cs typeface="Calibri" panose="020F0502020204030204"/>
              </a:rPr>
              <a:t>a</a:t>
            </a:r>
            <a:r>
              <a:rPr sz="2400" spc="-60" dirty="0">
                <a:latin typeface="Calibri" panose="020F0502020204030204"/>
                <a:cs typeface="Calibri" panose="020F0502020204030204"/>
              </a:rPr>
              <a:t> </a:t>
            </a:r>
            <a:r>
              <a:rPr sz="2400" spc="-10" dirty="0">
                <a:latin typeface="Calibri" panose="020F0502020204030204"/>
                <a:cs typeface="Calibri" panose="020F0502020204030204"/>
              </a:rPr>
              <a:t>properties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file</a:t>
            </a:r>
            <a:endParaRPr sz="2400">
              <a:latin typeface="Calibri" panose="020F0502020204030204"/>
              <a:cs typeface="Calibri" panose="020F0502020204030204"/>
            </a:endParaRPr>
          </a:p>
          <a:p>
            <a:pPr marL="12700" marR="138430" indent="219710">
              <a:lnSpc>
                <a:spcPct val="100000"/>
              </a:lnSpc>
              <a:buChar char="–"/>
              <a:tabLst>
                <a:tab pos="232410" algn="l"/>
              </a:tabLst>
            </a:pPr>
            <a:r>
              <a:rPr sz="2400" dirty="0">
                <a:latin typeface="Calibri" panose="020F0502020204030204"/>
                <a:cs typeface="Calibri" panose="020F0502020204030204"/>
              </a:rPr>
              <a:t>Enable</a:t>
            </a:r>
            <a:r>
              <a:rPr sz="2400" spc="-40" dirty="0">
                <a:latin typeface="Calibri" panose="020F0502020204030204"/>
                <a:cs typeface="Calibri" panose="020F0502020204030204"/>
              </a:rPr>
              <a:t> </a:t>
            </a:r>
            <a:r>
              <a:rPr sz="2400" dirty="0">
                <a:latin typeface="Calibri" panose="020F0502020204030204"/>
                <a:cs typeface="Calibri" panose="020F0502020204030204"/>
              </a:rPr>
              <a:t>or</a:t>
            </a:r>
            <a:r>
              <a:rPr sz="2400" spc="-45" dirty="0">
                <a:latin typeface="Calibri" panose="020F0502020204030204"/>
                <a:cs typeface="Calibri" panose="020F0502020204030204"/>
              </a:rPr>
              <a:t> </a:t>
            </a:r>
            <a:r>
              <a:rPr sz="2400" dirty="0">
                <a:latin typeface="Calibri" panose="020F0502020204030204"/>
                <a:cs typeface="Calibri" panose="020F0502020204030204"/>
              </a:rPr>
              <a:t>disable</a:t>
            </a:r>
            <a:r>
              <a:rPr sz="2400" spc="-35" dirty="0">
                <a:latin typeface="Calibri" panose="020F0502020204030204"/>
                <a:cs typeface="Calibri" panose="020F0502020204030204"/>
              </a:rPr>
              <a:t> </a:t>
            </a:r>
            <a:r>
              <a:rPr sz="2400" dirty="0">
                <a:latin typeface="Calibri" panose="020F0502020204030204"/>
                <a:cs typeface="Calibri" panose="020F0502020204030204"/>
              </a:rPr>
              <a:t>logging,</a:t>
            </a:r>
            <a:r>
              <a:rPr sz="2400" spc="-50" dirty="0">
                <a:latin typeface="Calibri" panose="020F0502020204030204"/>
                <a:cs typeface="Calibri" panose="020F0502020204030204"/>
              </a:rPr>
              <a:t> </a:t>
            </a:r>
            <a:r>
              <a:rPr sz="2400" dirty="0">
                <a:latin typeface="Calibri" panose="020F0502020204030204"/>
                <a:cs typeface="Calibri" panose="020F0502020204030204"/>
              </a:rPr>
              <a:t>set</a:t>
            </a:r>
            <a:r>
              <a:rPr sz="2400" spc="-40" dirty="0">
                <a:latin typeface="Calibri" panose="020F0502020204030204"/>
                <a:cs typeface="Calibri" panose="020F0502020204030204"/>
              </a:rPr>
              <a:t> </a:t>
            </a:r>
            <a:r>
              <a:rPr sz="2400" dirty="0">
                <a:latin typeface="Calibri" panose="020F0502020204030204"/>
                <a:cs typeface="Calibri" panose="020F0502020204030204"/>
              </a:rPr>
              <a:t>logging</a:t>
            </a:r>
            <a:r>
              <a:rPr sz="2400" spc="-55" dirty="0">
                <a:latin typeface="Calibri" panose="020F0502020204030204"/>
                <a:cs typeface="Calibri" panose="020F0502020204030204"/>
              </a:rPr>
              <a:t> </a:t>
            </a:r>
            <a:r>
              <a:rPr sz="2400" dirty="0">
                <a:latin typeface="Calibri" panose="020F0502020204030204"/>
                <a:cs typeface="Calibri" panose="020F0502020204030204"/>
              </a:rPr>
              <a:t>levels,</a:t>
            </a:r>
            <a:r>
              <a:rPr sz="2400" spc="-35" dirty="0">
                <a:latin typeface="Calibri" panose="020F0502020204030204"/>
                <a:cs typeface="Calibri" panose="020F0502020204030204"/>
              </a:rPr>
              <a:t> </a:t>
            </a:r>
            <a:r>
              <a:rPr sz="2400" dirty="0">
                <a:latin typeface="Calibri" panose="020F0502020204030204"/>
                <a:cs typeface="Calibri" panose="020F0502020204030204"/>
              </a:rPr>
              <a:t>select</a:t>
            </a:r>
            <a:r>
              <a:rPr sz="2400" spc="-45" dirty="0">
                <a:latin typeface="Calibri" panose="020F0502020204030204"/>
                <a:cs typeface="Calibri" panose="020F0502020204030204"/>
              </a:rPr>
              <a:t> </a:t>
            </a:r>
            <a:r>
              <a:rPr sz="2400" spc="-10" dirty="0">
                <a:latin typeface="Calibri" panose="020F0502020204030204"/>
                <a:cs typeface="Calibri" panose="020F0502020204030204"/>
              </a:rPr>
              <a:t>output destination</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dirty="0">
                <a:latin typeface="Calibri" panose="020F0502020204030204"/>
                <a:cs typeface="Calibri" panose="020F0502020204030204"/>
              </a:rPr>
              <a:t>For</a:t>
            </a:r>
            <a:r>
              <a:rPr sz="2400" spc="-70" dirty="0">
                <a:latin typeface="Calibri" panose="020F0502020204030204"/>
                <a:cs typeface="Calibri" panose="020F0502020204030204"/>
              </a:rPr>
              <a:t> </a:t>
            </a:r>
            <a:r>
              <a:rPr sz="2400" dirty="0">
                <a:latin typeface="Calibri" panose="020F0502020204030204"/>
                <a:cs typeface="Calibri" panose="020F0502020204030204"/>
              </a:rPr>
              <a:t>more</a:t>
            </a:r>
            <a:r>
              <a:rPr sz="2400" spc="-50" dirty="0">
                <a:latin typeface="Calibri" panose="020F0502020204030204"/>
                <a:cs typeface="Calibri" panose="020F0502020204030204"/>
              </a:rPr>
              <a:t> </a:t>
            </a:r>
            <a:r>
              <a:rPr sz="2400" dirty="0">
                <a:latin typeface="Calibri" panose="020F0502020204030204"/>
                <a:cs typeface="Calibri" panose="020F0502020204030204"/>
              </a:rPr>
              <a:t>info</a:t>
            </a:r>
            <a:r>
              <a:rPr sz="2400" spc="-65" dirty="0">
                <a:latin typeface="Calibri" panose="020F0502020204030204"/>
                <a:cs typeface="Calibri" panose="020F0502020204030204"/>
              </a:rPr>
              <a:t> </a:t>
            </a:r>
            <a:r>
              <a:rPr sz="2400" dirty="0">
                <a:latin typeface="Calibri" panose="020F0502020204030204"/>
                <a:cs typeface="Calibri" panose="020F0502020204030204"/>
              </a:rPr>
              <a:t>see</a:t>
            </a:r>
            <a:r>
              <a:rPr sz="2400" spc="-50" dirty="0">
                <a:latin typeface="Calibri" panose="020F0502020204030204"/>
                <a:cs typeface="Calibri" panose="020F0502020204030204"/>
              </a:rPr>
              <a:t> </a:t>
            </a:r>
            <a:r>
              <a:rPr sz="2400" b="1" spc="-10" dirty="0">
                <a:latin typeface="Calibri" panose="020F0502020204030204"/>
                <a:cs typeface="Calibri" panose="020F0502020204030204"/>
                <a:hlinkClick r:id="rId2"/>
              </a:rPr>
              <a:t>http://logging.apache.org/log4j/1.2/</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Log4j</a:t>
            </a:r>
            <a:r>
              <a:rPr sz="2400" b="1" spc="-65" dirty="0">
                <a:latin typeface="Calibri" panose="020F0502020204030204"/>
                <a:cs typeface="Calibri" panose="020F0502020204030204"/>
              </a:rPr>
              <a:t> </a:t>
            </a:r>
            <a:r>
              <a:rPr sz="2400" b="1" dirty="0">
                <a:latin typeface="Calibri" panose="020F0502020204030204"/>
                <a:cs typeface="Calibri" panose="020F0502020204030204"/>
              </a:rPr>
              <a:t>provides</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several</a:t>
            </a:r>
            <a:r>
              <a:rPr sz="2400" b="1" spc="-50" dirty="0">
                <a:latin typeface="Calibri" panose="020F0502020204030204"/>
                <a:cs typeface="Calibri" panose="020F0502020204030204"/>
              </a:rPr>
              <a:t> </a:t>
            </a:r>
            <a:r>
              <a:rPr sz="2400" b="1" dirty="0">
                <a:latin typeface="Calibri" panose="020F0502020204030204"/>
                <a:cs typeface="Calibri" panose="020F0502020204030204"/>
              </a:rPr>
              <a:t>logging</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levels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TRACE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20" dirty="0">
                <a:latin typeface="Calibri" panose="020F0502020204030204"/>
                <a:cs typeface="Calibri" panose="020F0502020204030204"/>
              </a:rPr>
              <a:t>DEBUG</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20" dirty="0">
                <a:latin typeface="Calibri" panose="020F0502020204030204"/>
                <a:cs typeface="Calibri" panose="020F0502020204030204"/>
              </a:rPr>
              <a:t>INFO</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20" dirty="0">
                <a:latin typeface="Calibri" panose="020F0502020204030204"/>
                <a:cs typeface="Calibri" panose="020F0502020204030204"/>
              </a:rPr>
              <a:t>WARN</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ERROR</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FATAL</a:t>
            </a:r>
            <a:endParaRPr sz="2400">
              <a:latin typeface="Calibri" panose="020F0502020204030204"/>
              <a:cs typeface="Calibri" panose="020F0502020204030204"/>
            </a:endParaRPr>
          </a:p>
          <a:p>
            <a:pPr marL="12700">
              <a:lnSpc>
                <a:spcPct val="100000"/>
              </a:lnSpc>
              <a:spcBef>
                <a:spcPts val="5"/>
              </a:spcBef>
            </a:pPr>
            <a:r>
              <a:rPr sz="2400" spc="-20" dirty="0">
                <a:latin typeface="Calibri" panose="020F0502020204030204"/>
                <a:cs typeface="Calibri" panose="020F0502020204030204"/>
              </a:rPr>
              <a:t>–</a:t>
            </a:r>
            <a:r>
              <a:rPr sz="2400" b="1" spc="-25" dirty="0">
                <a:latin typeface="Calibri" panose="020F0502020204030204"/>
                <a:cs typeface="Calibri" panose="020F0502020204030204"/>
              </a:rPr>
              <a:t>OFF</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2359660">
              <a:lnSpc>
                <a:spcPct val="100000"/>
              </a:lnSpc>
              <a:spcBef>
                <a:spcPts val="105"/>
              </a:spcBef>
            </a:pPr>
            <a:r>
              <a:rPr dirty="0"/>
              <a:t>Spark</a:t>
            </a:r>
            <a:r>
              <a:rPr spc="5" dirty="0"/>
              <a:t> </a:t>
            </a:r>
            <a:r>
              <a:rPr dirty="0"/>
              <a:t>Log</a:t>
            </a:r>
            <a:r>
              <a:rPr spc="5" dirty="0"/>
              <a:t> </a:t>
            </a:r>
            <a:r>
              <a:rPr spc="-10" dirty="0"/>
              <a:t>Files</a:t>
            </a:r>
          </a:p>
        </p:txBody>
      </p:sp>
      <p:sp>
        <p:nvSpPr>
          <p:cNvPr id="3" name="object 3"/>
          <p:cNvSpPr txBox="1"/>
          <p:nvPr/>
        </p:nvSpPr>
        <p:spPr>
          <a:xfrm>
            <a:off x="917244" y="1537461"/>
            <a:ext cx="7649845" cy="3317875"/>
          </a:xfrm>
          <a:prstGeom prst="rect">
            <a:avLst/>
          </a:prstGeom>
        </p:spPr>
        <p:txBody>
          <a:bodyPr vert="horz" wrap="square" lIns="0" tIns="12700" rIns="0" bIns="0" rtlCol="0">
            <a:spAutoFit/>
          </a:bodyPr>
          <a:lstStyle/>
          <a:p>
            <a:pPr marL="12700" marR="615315">
              <a:lnSpc>
                <a:spcPct val="100000"/>
              </a:lnSpc>
              <a:spcBef>
                <a:spcPts val="10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2400" b="1" dirty="0">
                <a:latin typeface="Calibri" panose="020F0502020204030204"/>
                <a:cs typeface="Calibri" panose="020F0502020204030204"/>
              </a:rPr>
              <a:t>Log</a:t>
            </a:r>
            <a:r>
              <a:rPr sz="2400" b="1" spc="-55" dirty="0">
                <a:latin typeface="Calibri" panose="020F0502020204030204"/>
                <a:cs typeface="Calibri" panose="020F0502020204030204"/>
              </a:rPr>
              <a:t> </a:t>
            </a:r>
            <a:r>
              <a:rPr sz="2400" b="1" dirty="0">
                <a:latin typeface="Calibri" panose="020F0502020204030204"/>
                <a:cs typeface="Calibri" panose="020F0502020204030204"/>
              </a:rPr>
              <a:t>file</a:t>
            </a:r>
            <a:r>
              <a:rPr sz="2400" b="1" spc="-50" dirty="0">
                <a:latin typeface="Calibri" panose="020F0502020204030204"/>
                <a:cs typeface="Calibri" panose="020F0502020204030204"/>
              </a:rPr>
              <a:t> </a:t>
            </a:r>
            <a:r>
              <a:rPr sz="2400" b="1" dirty="0">
                <a:latin typeface="Calibri" panose="020F0502020204030204"/>
                <a:cs typeface="Calibri" panose="020F0502020204030204"/>
              </a:rPr>
              <a:t>locations</a:t>
            </a:r>
            <a:r>
              <a:rPr sz="2400" b="1" spc="-55" dirty="0">
                <a:latin typeface="Calibri" panose="020F0502020204030204"/>
                <a:cs typeface="Calibri" panose="020F0502020204030204"/>
              </a:rPr>
              <a:t> </a:t>
            </a:r>
            <a:r>
              <a:rPr sz="2400" b="1" dirty="0">
                <a:latin typeface="Calibri" panose="020F0502020204030204"/>
                <a:cs typeface="Calibri" panose="020F0502020204030204"/>
              </a:rPr>
              <a:t>depend</a:t>
            </a:r>
            <a:r>
              <a:rPr sz="2400" b="1" spc="-45" dirty="0">
                <a:latin typeface="Calibri" panose="020F0502020204030204"/>
                <a:cs typeface="Calibri" panose="020F0502020204030204"/>
              </a:rPr>
              <a:t> </a:t>
            </a:r>
            <a:r>
              <a:rPr sz="2400" b="1" dirty="0">
                <a:latin typeface="Calibri" panose="020F0502020204030204"/>
                <a:cs typeface="Calibri" panose="020F0502020204030204"/>
              </a:rPr>
              <a:t>on</a:t>
            </a:r>
            <a:r>
              <a:rPr sz="2400" b="1" spc="-55" dirty="0">
                <a:latin typeface="Calibri" panose="020F0502020204030204"/>
                <a:cs typeface="Calibri" panose="020F0502020204030204"/>
              </a:rPr>
              <a:t> </a:t>
            </a:r>
            <a:r>
              <a:rPr sz="2400" b="1" dirty="0">
                <a:latin typeface="Calibri" panose="020F0502020204030204"/>
                <a:cs typeface="Calibri" panose="020F0502020204030204"/>
              </a:rPr>
              <a:t>your</a:t>
            </a:r>
            <a:r>
              <a:rPr sz="2400" b="1" spc="-60" dirty="0">
                <a:latin typeface="Calibri" panose="020F0502020204030204"/>
                <a:cs typeface="Calibri" panose="020F0502020204030204"/>
              </a:rPr>
              <a:t> </a:t>
            </a:r>
            <a:r>
              <a:rPr sz="2400" b="1" dirty="0">
                <a:latin typeface="Calibri" panose="020F0502020204030204"/>
                <a:cs typeface="Calibri" panose="020F0502020204030204"/>
              </a:rPr>
              <a:t>cluster</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management platform</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15" dirty="0">
                <a:latin typeface="Calibri" panose="020F0502020204030204"/>
                <a:cs typeface="Calibri" panose="020F0502020204030204"/>
              </a:rPr>
              <a:t> </a:t>
            </a:r>
            <a:r>
              <a:rPr sz="2400" b="1" spc="-20" dirty="0">
                <a:latin typeface="Calibri" panose="020F0502020204030204"/>
                <a:cs typeface="Calibri" panose="020F0502020204030204"/>
              </a:rPr>
              <a:t>YARN</a:t>
            </a:r>
            <a:endParaRPr sz="2400">
              <a:latin typeface="Calibri" panose="020F0502020204030204"/>
              <a:cs typeface="Calibri" panose="020F0502020204030204"/>
            </a:endParaRPr>
          </a:p>
          <a:p>
            <a:pPr marL="12700" marR="760730" indent="219710">
              <a:lnSpc>
                <a:spcPct val="100000"/>
              </a:lnSpc>
              <a:buChar char="–"/>
              <a:tabLst>
                <a:tab pos="232410" algn="l"/>
              </a:tabLst>
            </a:pPr>
            <a:r>
              <a:rPr sz="2400" dirty="0">
                <a:latin typeface="Calibri" panose="020F0502020204030204"/>
                <a:cs typeface="Calibri" panose="020F0502020204030204"/>
              </a:rPr>
              <a:t>If</a:t>
            </a:r>
            <a:r>
              <a:rPr sz="2400" spc="-55" dirty="0">
                <a:latin typeface="Calibri" panose="020F0502020204030204"/>
                <a:cs typeface="Calibri" panose="020F0502020204030204"/>
              </a:rPr>
              <a:t> </a:t>
            </a:r>
            <a:r>
              <a:rPr sz="2400" dirty="0">
                <a:latin typeface="Calibri" panose="020F0502020204030204"/>
                <a:cs typeface="Calibri" panose="020F0502020204030204"/>
              </a:rPr>
              <a:t>log</a:t>
            </a:r>
            <a:r>
              <a:rPr sz="2400" spc="-50" dirty="0">
                <a:latin typeface="Calibri" panose="020F0502020204030204"/>
                <a:cs typeface="Calibri" panose="020F0502020204030204"/>
              </a:rPr>
              <a:t> </a:t>
            </a:r>
            <a:r>
              <a:rPr sz="2400" spc="-10" dirty="0">
                <a:latin typeface="Calibri" panose="020F0502020204030204"/>
                <a:cs typeface="Calibri" panose="020F0502020204030204"/>
              </a:rPr>
              <a:t>aggregation</a:t>
            </a:r>
            <a:r>
              <a:rPr sz="2400" spc="-60" dirty="0">
                <a:latin typeface="Calibri" panose="020F0502020204030204"/>
                <a:cs typeface="Calibri" panose="020F0502020204030204"/>
              </a:rPr>
              <a:t> </a:t>
            </a:r>
            <a:r>
              <a:rPr sz="2400" dirty="0">
                <a:latin typeface="Calibri" panose="020F0502020204030204"/>
                <a:cs typeface="Calibri" panose="020F0502020204030204"/>
              </a:rPr>
              <a:t>is</a:t>
            </a:r>
            <a:r>
              <a:rPr sz="2400" spc="-60" dirty="0">
                <a:latin typeface="Calibri" panose="020F0502020204030204"/>
                <a:cs typeface="Calibri" panose="020F0502020204030204"/>
              </a:rPr>
              <a:t> </a:t>
            </a:r>
            <a:r>
              <a:rPr sz="2400" spc="-25" dirty="0">
                <a:latin typeface="Calibri" panose="020F0502020204030204"/>
                <a:cs typeface="Calibri" panose="020F0502020204030204"/>
              </a:rPr>
              <a:t>off,</a:t>
            </a:r>
            <a:r>
              <a:rPr sz="2400" spc="-40" dirty="0">
                <a:latin typeface="Calibri" panose="020F0502020204030204"/>
                <a:cs typeface="Calibri" panose="020F0502020204030204"/>
              </a:rPr>
              <a:t> </a:t>
            </a:r>
            <a:r>
              <a:rPr sz="2400" dirty="0">
                <a:latin typeface="Calibri" panose="020F0502020204030204"/>
                <a:cs typeface="Calibri" panose="020F0502020204030204"/>
              </a:rPr>
              <a:t>logs</a:t>
            </a:r>
            <a:r>
              <a:rPr sz="2400" spc="-45" dirty="0">
                <a:latin typeface="Calibri" panose="020F0502020204030204"/>
                <a:cs typeface="Calibri" panose="020F0502020204030204"/>
              </a:rPr>
              <a:t> </a:t>
            </a:r>
            <a:r>
              <a:rPr sz="2400" dirty="0">
                <a:latin typeface="Calibri" panose="020F0502020204030204"/>
                <a:cs typeface="Calibri" panose="020F0502020204030204"/>
              </a:rPr>
              <a:t>are</a:t>
            </a:r>
            <a:r>
              <a:rPr sz="2400" spc="-40" dirty="0">
                <a:latin typeface="Calibri" panose="020F0502020204030204"/>
                <a:cs typeface="Calibri" panose="020F0502020204030204"/>
              </a:rPr>
              <a:t> </a:t>
            </a:r>
            <a:r>
              <a:rPr sz="2400" dirty="0">
                <a:latin typeface="Calibri" panose="020F0502020204030204"/>
                <a:cs typeface="Calibri" panose="020F0502020204030204"/>
              </a:rPr>
              <a:t>stored</a:t>
            </a:r>
            <a:r>
              <a:rPr sz="2400" spc="-45" dirty="0">
                <a:latin typeface="Calibri" panose="020F0502020204030204"/>
                <a:cs typeface="Calibri" panose="020F0502020204030204"/>
              </a:rPr>
              <a:t> </a:t>
            </a:r>
            <a:r>
              <a:rPr sz="2400" dirty="0">
                <a:latin typeface="Calibri" panose="020F0502020204030204"/>
                <a:cs typeface="Calibri" panose="020F0502020204030204"/>
              </a:rPr>
              <a:t>locally</a:t>
            </a:r>
            <a:r>
              <a:rPr sz="2400" spc="-65" dirty="0">
                <a:latin typeface="Calibri" panose="020F0502020204030204"/>
                <a:cs typeface="Calibri" panose="020F0502020204030204"/>
              </a:rPr>
              <a:t> </a:t>
            </a:r>
            <a:r>
              <a:rPr sz="2400" dirty="0">
                <a:latin typeface="Calibri" panose="020F0502020204030204"/>
                <a:cs typeface="Calibri" panose="020F0502020204030204"/>
              </a:rPr>
              <a:t>on</a:t>
            </a:r>
            <a:r>
              <a:rPr sz="2400" spc="-45" dirty="0">
                <a:latin typeface="Calibri" panose="020F0502020204030204"/>
                <a:cs typeface="Calibri" panose="020F0502020204030204"/>
              </a:rPr>
              <a:t> </a:t>
            </a:r>
            <a:r>
              <a:rPr sz="2400" spc="-20" dirty="0">
                <a:latin typeface="Calibri" panose="020F0502020204030204"/>
                <a:cs typeface="Calibri" panose="020F0502020204030204"/>
              </a:rPr>
              <a:t>each </a:t>
            </a:r>
            <a:r>
              <a:rPr sz="2400" dirty="0">
                <a:latin typeface="Calibri" panose="020F0502020204030204"/>
                <a:cs typeface="Calibri" panose="020F0502020204030204"/>
              </a:rPr>
              <a:t>worker</a:t>
            </a:r>
            <a:r>
              <a:rPr sz="2400" spc="-135" dirty="0">
                <a:latin typeface="Calibri" panose="020F0502020204030204"/>
                <a:cs typeface="Calibri" panose="020F0502020204030204"/>
              </a:rPr>
              <a:t> </a:t>
            </a:r>
            <a:r>
              <a:rPr sz="2400" spc="-20" dirty="0">
                <a:latin typeface="Calibri" panose="020F0502020204030204"/>
                <a:cs typeface="Calibri" panose="020F0502020204030204"/>
              </a:rPr>
              <a:t>node</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dirty="0">
                <a:latin typeface="Calibri" panose="020F0502020204030204"/>
                <a:cs typeface="Calibri" panose="020F0502020204030204"/>
              </a:rPr>
              <a:t>If</a:t>
            </a:r>
            <a:r>
              <a:rPr sz="2400" spc="-40" dirty="0">
                <a:latin typeface="Calibri" panose="020F0502020204030204"/>
                <a:cs typeface="Calibri" panose="020F0502020204030204"/>
              </a:rPr>
              <a:t> </a:t>
            </a:r>
            <a:r>
              <a:rPr sz="2400" dirty="0">
                <a:latin typeface="Calibri" panose="020F0502020204030204"/>
                <a:cs typeface="Calibri" panose="020F0502020204030204"/>
              </a:rPr>
              <a:t>log</a:t>
            </a:r>
            <a:r>
              <a:rPr sz="2400" spc="-35" dirty="0">
                <a:latin typeface="Calibri" panose="020F0502020204030204"/>
                <a:cs typeface="Calibri" panose="020F0502020204030204"/>
              </a:rPr>
              <a:t> </a:t>
            </a:r>
            <a:r>
              <a:rPr sz="2400" spc="-10" dirty="0">
                <a:latin typeface="Calibri" panose="020F0502020204030204"/>
                <a:cs typeface="Calibri" panose="020F0502020204030204"/>
              </a:rPr>
              <a:t>aggregation</a:t>
            </a:r>
            <a:r>
              <a:rPr sz="2400" spc="-45" dirty="0">
                <a:latin typeface="Calibri" panose="020F0502020204030204"/>
                <a:cs typeface="Calibri" panose="020F0502020204030204"/>
              </a:rPr>
              <a:t> </a:t>
            </a:r>
            <a:r>
              <a:rPr sz="2400" dirty="0">
                <a:latin typeface="Calibri" panose="020F0502020204030204"/>
                <a:cs typeface="Calibri" panose="020F0502020204030204"/>
              </a:rPr>
              <a:t>is</a:t>
            </a:r>
            <a:r>
              <a:rPr sz="2400" spc="-50" dirty="0">
                <a:latin typeface="Calibri" panose="020F0502020204030204"/>
                <a:cs typeface="Calibri" panose="020F0502020204030204"/>
              </a:rPr>
              <a:t> </a:t>
            </a:r>
            <a:r>
              <a:rPr sz="2400" dirty="0">
                <a:latin typeface="Calibri" panose="020F0502020204030204"/>
                <a:cs typeface="Calibri" panose="020F0502020204030204"/>
              </a:rPr>
              <a:t>on,</a:t>
            </a:r>
            <a:r>
              <a:rPr sz="2400" spc="-20" dirty="0">
                <a:latin typeface="Calibri" panose="020F0502020204030204"/>
                <a:cs typeface="Calibri" panose="020F0502020204030204"/>
              </a:rPr>
              <a:t> </a:t>
            </a:r>
            <a:r>
              <a:rPr sz="2400" dirty="0">
                <a:latin typeface="Calibri" panose="020F0502020204030204"/>
                <a:cs typeface="Calibri" panose="020F0502020204030204"/>
              </a:rPr>
              <a:t>logs</a:t>
            </a:r>
            <a:r>
              <a:rPr sz="2400" spc="-45" dirty="0">
                <a:latin typeface="Calibri" panose="020F0502020204030204"/>
                <a:cs typeface="Calibri" panose="020F0502020204030204"/>
              </a:rPr>
              <a:t> </a:t>
            </a:r>
            <a:r>
              <a:rPr sz="2400" dirty="0">
                <a:latin typeface="Calibri" panose="020F0502020204030204"/>
                <a:cs typeface="Calibri" panose="020F0502020204030204"/>
              </a:rPr>
              <a:t>are</a:t>
            </a:r>
            <a:r>
              <a:rPr sz="2400" spc="-30" dirty="0">
                <a:latin typeface="Calibri" panose="020F0502020204030204"/>
                <a:cs typeface="Calibri" panose="020F0502020204030204"/>
              </a:rPr>
              <a:t> </a:t>
            </a:r>
            <a:r>
              <a:rPr sz="2400" dirty="0">
                <a:latin typeface="Calibri" panose="020F0502020204030204"/>
                <a:cs typeface="Calibri" panose="020F0502020204030204"/>
              </a:rPr>
              <a:t>stored</a:t>
            </a:r>
            <a:r>
              <a:rPr sz="2400" spc="-30" dirty="0">
                <a:latin typeface="Calibri" panose="020F0502020204030204"/>
                <a:cs typeface="Calibri" panose="020F0502020204030204"/>
              </a:rPr>
              <a:t> </a:t>
            </a:r>
            <a:r>
              <a:rPr sz="2400" dirty="0">
                <a:latin typeface="Calibri" panose="020F0502020204030204"/>
                <a:cs typeface="Calibri" panose="020F0502020204030204"/>
              </a:rPr>
              <a:t>in</a:t>
            </a:r>
            <a:r>
              <a:rPr sz="2400" spc="-35" dirty="0">
                <a:latin typeface="Calibri" panose="020F0502020204030204"/>
                <a:cs typeface="Calibri" panose="020F0502020204030204"/>
              </a:rPr>
              <a:t> </a:t>
            </a:r>
            <a:r>
              <a:rPr sz="2400" spc="-20" dirty="0">
                <a:latin typeface="Calibri" panose="020F0502020204030204"/>
                <a:cs typeface="Calibri" panose="020F0502020204030204"/>
              </a:rPr>
              <a:t>HDFS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Default</a:t>
            </a:r>
            <a:r>
              <a:rPr sz="2400" spc="-65" dirty="0">
                <a:latin typeface="Calibri" panose="020F0502020204030204"/>
                <a:cs typeface="Calibri" panose="020F0502020204030204"/>
              </a:rPr>
              <a:t> </a:t>
            </a:r>
            <a:r>
              <a:rPr sz="2400" b="1" spc="-10" dirty="0">
                <a:latin typeface="Calibri" panose="020F0502020204030204"/>
                <a:cs typeface="Calibri" panose="020F0502020204030204"/>
              </a:rPr>
              <a:t>/var/log/hadoop-</a:t>
            </a:r>
            <a:r>
              <a:rPr sz="2400" b="1" spc="-20" dirty="0">
                <a:latin typeface="Calibri" panose="020F0502020204030204"/>
                <a:cs typeface="Calibri" panose="020F0502020204030204"/>
              </a:rPr>
              <a:t>yarn</a:t>
            </a:r>
            <a:endParaRPr sz="2400">
              <a:latin typeface="Calibri" panose="020F0502020204030204"/>
              <a:cs typeface="Calibri" panose="020F0502020204030204"/>
            </a:endParaRPr>
          </a:p>
          <a:p>
            <a:pPr marL="12700" marR="5080" indent="219710">
              <a:lnSpc>
                <a:spcPct val="100000"/>
              </a:lnSpc>
              <a:buChar char="–"/>
              <a:tabLst>
                <a:tab pos="232410" algn="l"/>
              </a:tabLst>
            </a:pPr>
            <a:r>
              <a:rPr sz="2400" dirty="0">
                <a:latin typeface="Calibri" panose="020F0502020204030204"/>
                <a:cs typeface="Calibri" panose="020F0502020204030204"/>
              </a:rPr>
              <a:t>Access</a:t>
            </a:r>
            <a:r>
              <a:rPr sz="2400" spc="-75" dirty="0">
                <a:latin typeface="Calibri" panose="020F0502020204030204"/>
                <a:cs typeface="Calibri" panose="020F0502020204030204"/>
              </a:rPr>
              <a:t> </a:t>
            </a:r>
            <a:r>
              <a:rPr sz="2400" dirty="0">
                <a:latin typeface="Calibri" panose="020F0502020204030204"/>
                <a:cs typeface="Calibri" panose="020F0502020204030204"/>
              </a:rPr>
              <a:t>with</a:t>
            </a:r>
            <a:r>
              <a:rPr sz="2400" spc="-45" dirty="0">
                <a:latin typeface="Calibri" panose="020F0502020204030204"/>
                <a:cs typeface="Calibri" panose="020F0502020204030204"/>
              </a:rPr>
              <a:t> </a:t>
            </a:r>
            <a:r>
              <a:rPr sz="2400" b="1" dirty="0">
                <a:latin typeface="Calibri" panose="020F0502020204030204"/>
                <a:cs typeface="Calibri" panose="020F0502020204030204"/>
              </a:rPr>
              <a:t>yarn</a:t>
            </a:r>
            <a:r>
              <a:rPr sz="2400" b="1" spc="-40" dirty="0">
                <a:latin typeface="Calibri" panose="020F0502020204030204"/>
                <a:cs typeface="Calibri" panose="020F0502020204030204"/>
              </a:rPr>
              <a:t> </a:t>
            </a:r>
            <a:r>
              <a:rPr sz="2400" b="1" dirty="0">
                <a:latin typeface="Calibri" panose="020F0502020204030204"/>
                <a:cs typeface="Calibri" panose="020F0502020204030204"/>
              </a:rPr>
              <a:t>logs</a:t>
            </a:r>
            <a:r>
              <a:rPr sz="2400" b="1" spc="-50" dirty="0">
                <a:latin typeface="Calibri" panose="020F0502020204030204"/>
                <a:cs typeface="Calibri" panose="020F0502020204030204"/>
              </a:rPr>
              <a:t> </a:t>
            </a:r>
            <a:r>
              <a:rPr sz="2400" dirty="0">
                <a:latin typeface="Calibri" panose="020F0502020204030204"/>
                <a:cs typeface="Calibri" panose="020F0502020204030204"/>
              </a:rPr>
              <a:t>command</a:t>
            </a:r>
            <a:r>
              <a:rPr sz="2400" spc="-50" dirty="0">
                <a:latin typeface="Calibri" panose="020F0502020204030204"/>
                <a:cs typeface="Calibri" panose="020F0502020204030204"/>
              </a:rPr>
              <a:t> </a:t>
            </a:r>
            <a:r>
              <a:rPr sz="2400" dirty="0">
                <a:latin typeface="Calibri" panose="020F0502020204030204"/>
                <a:cs typeface="Calibri" panose="020F0502020204030204"/>
              </a:rPr>
              <a:t>or</a:t>
            </a:r>
            <a:r>
              <a:rPr sz="2400" spc="-40" dirty="0">
                <a:latin typeface="Calibri" panose="020F0502020204030204"/>
                <a:cs typeface="Calibri" panose="020F0502020204030204"/>
              </a:rPr>
              <a:t> </a:t>
            </a:r>
            <a:r>
              <a:rPr sz="2400" spc="-30" dirty="0">
                <a:latin typeface="Calibri" panose="020F0502020204030204"/>
                <a:cs typeface="Calibri" panose="020F0502020204030204"/>
              </a:rPr>
              <a:t>YARN</a:t>
            </a:r>
            <a:r>
              <a:rPr sz="2400" spc="-40" dirty="0">
                <a:latin typeface="Calibri" panose="020F0502020204030204"/>
                <a:cs typeface="Calibri" panose="020F0502020204030204"/>
              </a:rPr>
              <a:t> </a:t>
            </a:r>
            <a:r>
              <a:rPr sz="2400" spc="-10" dirty="0">
                <a:latin typeface="Calibri" panose="020F0502020204030204"/>
                <a:cs typeface="Calibri" panose="020F0502020204030204"/>
              </a:rPr>
              <a:t>Resource</a:t>
            </a:r>
            <a:r>
              <a:rPr sz="2400" spc="-55" dirty="0">
                <a:latin typeface="Calibri" panose="020F0502020204030204"/>
                <a:cs typeface="Calibri" panose="020F0502020204030204"/>
              </a:rPr>
              <a:t> </a:t>
            </a:r>
            <a:r>
              <a:rPr sz="2400" spc="-10" dirty="0">
                <a:latin typeface="Calibri" panose="020F0502020204030204"/>
                <a:cs typeface="Calibri" panose="020F0502020204030204"/>
              </a:rPr>
              <a:t>Manager </a:t>
            </a:r>
            <a:r>
              <a:rPr sz="2400" spc="-25" dirty="0">
                <a:latin typeface="Calibri" panose="020F0502020204030204"/>
                <a:cs typeface="Calibri" panose="020F0502020204030204"/>
              </a:rPr>
              <a:t>UI</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2359660">
              <a:lnSpc>
                <a:spcPct val="100000"/>
              </a:lnSpc>
              <a:spcBef>
                <a:spcPts val="105"/>
              </a:spcBef>
            </a:pPr>
            <a:r>
              <a:rPr dirty="0"/>
              <a:t>Spark</a:t>
            </a:r>
            <a:r>
              <a:rPr spc="5" dirty="0"/>
              <a:t> </a:t>
            </a:r>
            <a:r>
              <a:rPr dirty="0"/>
              <a:t>Log</a:t>
            </a:r>
            <a:r>
              <a:rPr spc="5" dirty="0"/>
              <a:t> </a:t>
            </a:r>
            <a:r>
              <a:rPr spc="-10" dirty="0"/>
              <a:t>Files</a:t>
            </a:r>
          </a:p>
        </p:txBody>
      </p:sp>
      <p:pic>
        <p:nvPicPr>
          <p:cNvPr id="3" name="object 3"/>
          <p:cNvPicPr/>
          <p:nvPr/>
        </p:nvPicPr>
        <p:blipFill>
          <a:blip r:embed="rId2" cstate="print"/>
          <a:stretch>
            <a:fillRect/>
          </a:stretch>
        </p:blipFill>
        <p:spPr>
          <a:xfrm>
            <a:off x="635248" y="1505013"/>
            <a:ext cx="8012170" cy="4451178"/>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077595">
              <a:lnSpc>
                <a:spcPct val="100000"/>
              </a:lnSpc>
              <a:spcBef>
                <a:spcPts val="105"/>
              </a:spcBef>
            </a:pPr>
            <a:r>
              <a:rPr dirty="0"/>
              <a:t>Configuring</a:t>
            </a:r>
            <a:r>
              <a:rPr spc="-35" dirty="0"/>
              <a:t> </a:t>
            </a:r>
            <a:r>
              <a:rPr dirty="0"/>
              <a:t>Spark</a:t>
            </a:r>
            <a:r>
              <a:rPr spc="-35" dirty="0"/>
              <a:t> </a:t>
            </a:r>
            <a:r>
              <a:rPr spc="-10" dirty="0"/>
              <a:t>Logging</a:t>
            </a:r>
          </a:p>
        </p:txBody>
      </p:sp>
      <p:sp>
        <p:nvSpPr>
          <p:cNvPr id="3" name="object 3"/>
          <p:cNvSpPr txBox="1">
            <a:spLocks noGrp="1"/>
          </p:cNvSpPr>
          <p:nvPr>
            <p:ph type="body" idx="1"/>
          </p:nvPr>
        </p:nvSpPr>
        <p:spPr>
          <a:prstGeom prst="rect">
            <a:avLst/>
          </a:prstGeom>
        </p:spPr>
        <p:txBody>
          <a:bodyPr vert="horz" wrap="square" lIns="0" tIns="88900" rIns="0" bIns="0" rtlCol="0">
            <a:spAutoFit/>
          </a:bodyPr>
          <a:lstStyle/>
          <a:p>
            <a:pPr marL="12700" marR="723265">
              <a:lnSpc>
                <a:spcPct val="100000"/>
              </a:lnSpc>
              <a:spcBef>
                <a:spcPts val="100"/>
              </a:spcBef>
            </a:pPr>
            <a:r>
              <a:rPr sz="1800" b="0" dirty="0">
                <a:latin typeface="Calibri" panose="020F0502020204030204"/>
                <a:cs typeface="Calibri" panose="020F0502020204030204"/>
              </a:rPr>
              <a:t>§</a:t>
            </a:r>
            <a:r>
              <a:rPr sz="1800" b="0" spc="-35" dirty="0">
                <a:latin typeface="Calibri" panose="020F0502020204030204"/>
                <a:cs typeface="Calibri" panose="020F0502020204030204"/>
              </a:rPr>
              <a:t> </a:t>
            </a:r>
            <a:r>
              <a:rPr dirty="0"/>
              <a:t>Logging</a:t>
            </a:r>
            <a:r>
              <a:rPr spc="-65" dirty="0"/>
              <a:t> </a:t>
            </a:r>
            <a:r>
              <a:rPr dirty="0"/>
              <a:t>levels</a:t>
            </a:r>
            <a:r>
              <a:rPr spc="-40" dirty="0"/>
              <a:t> </a:t>
            </a:r>
            <a:r>
              <a:rPr dirty="0"/>
              <a:t>can</a:t>
            </a:r>
            <a:r>
              <a:rPr spc="-65" dirty="0"/>
              <a:t> </a:t>
            </a:r>
            <a:r>
              <a:rPr dirty="0"/>
              <a:t>be</a:t>
            </a:r>
            <a:r>
              <a:rPr spc="-40" dirty="0"/>
              <a:t> </a:t>
            </a:r>
            <a:r>
              <a:rPr dirty="0"/>
              <a:t>set</a:t>
            </a:r>
            <a:r>
              <a:rPr spc="-40" dirty="0"/>
              <a:t> </a:t>
            </a:r>
            <a:r>
              <a:rPr dirty="0"/>
              <a:t>for</a:t>
            </a:r>
            <a:r>
              <a:rPr spc="-55" dirty="0"/>
              <a:t> </a:t>
            </a:r>
            <a:r>
              <a:rPr dirty="0"/>
              <a:t>the</a:t>
            </a:r>
            <a:r>
              <a:rPr spc="-30" dirty="0"/>
              <a:t> </a:t>
            </a:r>
            <a:r>
              <a:rPr spc="-25" dirty="0"/>
              <a:t>cluster,</a:t>
            </a:r>
            <a:r>
              <a:rPr spc="-40" dirty="0"/>
              <a:t> </a:t>
            </a:r>
            <a:r>
              <a:rPr dirty="0"/>
              <a:t>for</a:t>
            </a:r>
            <a:r>
              <a:rPr spc="-45" dirty="0"/>
              <a:t> </a:t>
            </a:r>
            <a:r>
              <a:rPr spc="-10" dirty="0"/>
              <a:t>individual applications,</a:t>
            </a:r>
            <a:r>
              <a:rPr spc="-15" dirty="0"/>
              <a:t> </a:t>
            </a:r>
            <a:r>
              <a:rPr dirty="0"/>
              <a:t>or</a:t>
            </a:r>
            <a:r>
              <a:rPr spc="-25" dirty="0"/>
              <a:t> </a:t>
            </a:r>
            <a:r>
              <a:rPr spc="-20" dirty="0"/>
              <a:t>even</a:t>
            </a:r>
            <a:endParaRPr sz="1800">
              <a:latin typeface="Calibri" panose="020F0502020204030204"/>
              <a:cs typeface="Calibri" panose="020F0502020204030204"/>
            </a:endParaRPr>
          </a:p>
          <a:p>
            <a:pPr marL="12700">
              <a:lnSpc>
                <a:spcPct val="100000"/>
              </a:lnSpc>
            </a:pPr>
            <a:r>
              <a:rPr dirty="0"/>
              <a:t>for</a:t>
            </a:r>
            <a:r>
              <a:rPr spc="-60" dirty="0"/>
              <a:t> </a:t>
            </a:r>
            <a:r>
              <a:rPr dirty="0"/>
              <a:t>specific</a:t>
            </a:r>
            <a:r>
              <a:rPr spc="-50" dirty="0"/>
              <a:t> </a:t>
            </a:r>
            <a:r>
              <a:rPr dirty="0"/>
              <a:t>components</a:t>
            </a:r>
            <a:r>
              <a:rPr spc="-60" dirty="0"/>
              <a:t> </a:t>
            </a:r>
            <a:r>
              <a:rPr dirty="0"/>
              <a:t>or</a:t>
            </a:r>
            <a:r>
              <a:rPr spc="-60" dirty="0"/>
              <a:t> </a:t>
            </a:r>
            <a:r>
              <a:rPr spc="-10" dirty="0"/>
              <a:t>subsystems</a:t>
            </a:r>
          </a:p>
          <a:p>
            <a:pPr marL="12700">
              <a:lnSpc>
                <a:spcPct val="100000"/>
              </a:lnSpc>
            </a:pPr>
            <a:r>
              <a:rPr b="0" dirty="0">
                <a:latin typeface="Calibri" panose="020F0502020204030204"/>
                <a:cs typeface="Calibri" panose="020F0502020204030204"/>
              </a:rPr>
              <a:t>§</a:t>
            </a:r>
            <a:r>
              <a:rPr b="0" spc="-60" dirty="0">
                <a:latin typeface="Calibri" panose="020F0502020204030204"/>
                <a:cs typeface="Calibri" panose="020F0502020204030204"/>
              </a:rPr>
              <a:t> </a:t>
            </a:r>
            <a:r>
              <a:rPr dirty="0"/>
              <a:t>Default</a:t>
            </a:r>
            <a:r>
              <a:rPr spc="-65" dirty="0"/>
              <a:t> </a:t>
            </a:r>
            <a:r>
              <a:rPr dirty="0"/>
              <a:t>for</a:t>
            </a:r>
            <a:r>
              <a:rPr spc="-70" dirty="0"/>
              <a:t> </a:t>
            </a:r>
            <a:r>
              <a:rPr dirty="0"/>
              <a:t>machine:</a:t>
            </a:r>
            <a:r>
              <a:rPr spc="-60" dirty="0"/>
              <a:t> </a:t>
            </a:r>
            <a:r>
              <a:rPr i="1" spc="-10" dirty="0">
                <a:latin typeface="Calibri" panose="020F0502020204030204"/>
                <a:cs typeface="Calibri" panose="020F0502020204030204"/>
              </a:rPr>
              <a:t>SPARK_HOME</a:t>
            </a:r>
            <a:r>
              <a:rPr spc="-10" dirty="0"/>
              <a:t>/conf/log4j.properties*</a:t>
            </a:r>
          </a:p>
          <a:p>
            <a:pPr marL="12700">
              <a:lnSpc>
                <a:spcPct val="100000"/>
              </a:lnSpc>
            </a:pPr>
            <a:r>
              <a:rPr b="0" dirty="0">
                <a:latin typeface="Calibri" panose="020F0502020204030204"/>
                <a:cs typeface="Calibri" panose="020F0502020204030204"/>
              </a:rPr>
              <a:t>–</a:t>
            </a:r>
            <a:r>
              <a:rPr b="0" spc="-35" dirty="0">
                <a:latin typeface="Calibri" panose="020F0502020204030204"/>
                <a:cs typeface="Calibri" panose="020F0502020204030204"/>
              </a:rPr>
              <a:t> </a:t>
            </a:r>
            <a:r>
              <a:rPr b="0" dirty="0">
                <a:latin typeface="Calibri" panose="020F0502020204030204"/>
                <a:cs typeface="Calibri" panose="020F0502020204030204"/>
              </a:rPr>
              <a:t>Start</a:t>
            </a:r>
            <a:r>
              <a:rPr b="0" spc="-50" dirty="0">
                <a:latin typeface="Calibri" panose="020F0502020204030204"/>
                <a:cs typeface="Calibri" panose="020F0502020204030204"/>
              </a:rPr>
              <a:t> </a:t>
            </a:r>
            <a:r>
              <a:rPr b="0" dirty="0">
                <a:latin typeface="Calibri" panose="020F0502020204030204"/>
                <a:cs typeface="Calibri" panose="020F0502020204030204"/>
              </a:rPr>
              <a:t>by</a:t>
            </a:r>
            <a:r>
              <a:rPr b="0" spc="-40" dirty="0">
                <a:latin typeface="Calibri" panose="020F0502020204030204"/>
                <a:cs typeface="Calibri" panose="020F0502020204030204"/>
              </a:rPr>
              <a:t> </a:t>
            </a:r>
            <a:r>
              <a:rPr b="0" dirty="0">
                <a:latin typeface="Calibri" panose="020F0502020204030204"/>
                <a:cs typeface="Calibri" panose="020F0502020204030204"/>
              </a:rPr>
              <a:t>copying</a:t>
            </a:r>
            <a:r>
              <a:rPr b="0" spc="-35" dirty="0">
                <a:latin typeface="Calibri" panose="020F0502020204030204"/>
                <a:cs typeface="Calibri" panose="020F0502020204030204"/>
              </a:rPr>
              <a:t> </a:t>
            </a:r>
            <a:r>
              <a:rPr spc="-10" dirty="0"/>
              <a:t>log4j.properties.template</a:t>
            </a:r>
          </a:p>
        </p:txBody>
      </p:sp>
      <p:pic>
        <p:nvPicPr>
          <p:cNvPr id="4" name="object 4"/>
          <p:cNvPicPr/>
          <p:nvPr/>
        </p:nvPicPr>
        <p:blipFill>
          <a:blip r:embed="rId2" cstate="print"/>
          <a:stretch>
            <a:fillRect/>
          </a:stretch>
        </p:blipFill>
        <p:spPr>
          <a:xfrm>
            <a:off x="1233487" y="3743325"/>
            <a:ext cx="6800850" cy="2600325"/>
          </a:xfrm>
          <a:prstGeom prst="rect">
            <a:avLst/>
          </a:prstGeom>
        </p:spPr>
      </p:pic>
      <p:pic>
        <p:nvPicPr>
          <p:cNvPr id="5" name="Picture 4" descr="wingspan_logo.png"/>
          <p:cNvPicPr>
            <a:picLocks noChangeAspect="1"/>
          </p:cNvPicPr>
          <p:nvPr/>
        </p:nvPicPr>
        <p:blipFill>
          <a:blip r:embed="rId3"/>
          <a:stretch>
            <a:fillRect/>
          </a:stretch>
        </p:blipFill>
        <p:spPr>
          <a:xfrm>
            <a:off x="8394192" y="-2035"/>
            <a:ext cx="749808" cy="630936"/>
          </a:xfrm>
          <a:prstGeom prst="rect">
            <a:avLst/>
          </a:prstGeom>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077595">
              <a:lnSpc>
                <a:spcPct val="100000"/>
              </a:lnSpc>
              <a:spcBef>
                <a:spcPts val="105"/>
              </a:spcBef>
            </a:pPr>
            <a:r>
              <a:rPr dirty="0"/>
              <a:t>Configuring</a:t>
            </a:r>
            <a:r>
              <a:rPr spc="-35" dirty="0"/>
              <a:t> </a:t>
            </a:r>
            <a:r>
              <a:rPr dirty="0"/>
              <a:t>Spark</a:t>
            </a:r>
            <a:r>
              <a:rPr spc="-35" dirty="0"/>
              <a:t> </a:t>
            </a:r>
            <a:r>
              <a:rPr spc="-10" dirty="0"/>
              <a:t>Logging</a:t>
            </a:r>
          </a:p>
        </p:txBody>
      </p:sp>
      <p:sp>
        <p:nvSpPr>
          <p:cNvPr id="3" name="object 3"/>
          <p:cNvSpPr txBox="1"/>
          <p:nvPr/>
        </p:nvSpPr>
        <p:spPr>
          <a:xfrm>
            <a:off x="917244" y="1755394"/>
            <a:ext cx="7452359" cy="113411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Logging</a:t>
            </a:r>
            <a:r>
              <a:rPr sz="2400" b="1" spc="-60" dirty="0">
                <a:latin typeface="Calibri" panose="020F0502020204030204"/>
                <a:cs typeface="Calibri" panose="020F0502020204030204"/>
              </a:rPr>
              <a:t> </a:t>
            </a:r>
            <a:r>
              <a:rPr sz="2400" b="1" dirty="0">
                <a:latin typeface="Calibri" panose="020F0502020204030204"/>
                <a:cs typeface="Calibri" panose="020F0502020204030204"/>
              </a:rPr>
              <a:t>in</a:t>
            </a:r>
            <a:r>
              <a:rPr sz="2400" b="1" spc="-45" dirty="0">
                <a:latin typeface="Calibri" panose="020F0502020204030204"/>
                <a:cs typeface="Calibri" panose="020F0502020204030204"/>
              </a:rPr>
              <a:t> </a:t>
            </a:r>
            <a:r>
              <a:rPr sz="2400" b="1" dirty="0">
                <a:latin typeface="Calibri" panose="020F0502020204030204"/>
                <a:cs typeface="Calibri" panose="020F0502020204030204"/>
              </a:rPr>
              <a:t>the</a:t>
            </a:r>
            <a:r>
              <a:rPr sz="2400" b="1" spc="-2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5" dirty="0">
                <a:latin typeface="Calibri" panose="020F0502020204030204"/>
                <a:cs typeface="Calibri" panose="020F0502020204030204"/>
              </a:rPr>
              <a:t> </a:t>
            </a:r>
            <a:r>
              <a:rPr sz="2400" b="1" dirty="0">
                <a:latin typeface="Calibri" panose="020F0502020204030204"/>
                <a:cs typeface="Calibri" panose="020F0502020204030204"/>
              </a:rPr>
              <a:t>shell</a:t>
            </a:r>
            <a:r>
              <a:rPr sz="2400" b="1" spc="-35" dirty="0">
                <a:latin typeface="Calibri" panose="020F0502020204030204"/>
                <a:cs typeface="Calibri" panose="020F0502020204030204"/>
              </a:rPr>
              <a:t> </a:t>
            </a:r>
            <a:r>
              <a:rPr sz="2400" b="1" dirty="0">
                <a:latin typeface="Calibri" panose="020F0502020204030204"/>
                <a:cs typeface="Calibri" panose="020F0502020204030204"/>
              </a:rPr>
              <a:t>can</a:t>
            </a:r>
            <a:r>
              <a:rPr sz="2400" b="1" spc="-50" dirty="0">
                <a:latin typeface="Calibri" panose="020F0502020204030204"/>
                <a:cs typeface="Calibri" panose="020F0502020204030204"/>
              </a:rPr>
              <a:t> </a:t>
            </a:r>
            <a:r>
              <a:rPr sz="2400" b="1" dirty="0">
                <a:latin typeface="Calibri" panose="020F0502020204030204"/>
                <a:cs typeface="Calibri" panose="020F0502020204030204"/>
              </a:rPr>
              <a:t>be</a:t>
            </a:r>
            <a:r>
              <a:rPr sz="2400" b="1" spc="-30" dirty="0">
                <a:latin typeface="Calibri" panose="020F0502020204030204"/>
                <a:cs typeface="Calibri" panose="020F0502020204030204"/>
              </a:rPr>
              <a:t> </a:t>
            </a:r>
            <a:r>
              <a:rPr sz="2400" b="1" dirty="0">
                <a:latin typeface="Calibri" panose="020F0502020204030204"/>
                <a:cs typeface="Calibri" panose="020F0502020204030204"/>
              </a:rPr>
              <a:t>configured</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interactively</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dirty="0">
                <a:latin typeface="Calibri" panose="020F0502020204030204"/>
                <a:cs typeface="Calibri" panose="020F0502020204030204"/>
              </a:rPr>
              <a:t>The</a:t>
            </a:r>
            <a:r>
              <a:rPr sz="2400" spc="-30" dirty="0">
                <a:latin typeface="Calibri" panose="020F0502020204030204"/>
                <a:cs typeface="Calibri" panose="020F0502020204030204"/>
              </a:rPr>
              <a:t> </a:t>
            </a:r>
            <a:r>
              <a:rPr sz="2400" b="1" spc="-10" dirty="0">
                <a:latin typeface="Calibri" panose="020F0502020204030204"/>
                <a:cs typeface="Calibri" panose="020F0502020204030204"/>
              </a:rPr>
              <a:t>setLogLevel</a:t>
            </a:r>
            <a:r>
              <a:rPr sz="2400" b="1" spc="-60" dirty="0">
                <a:latin typeface="Calibri" panose="020F0502020204030204"/>
                <a:cs typeface="Calibri" panose="020F0502020204030204"/>
              </a:rPr>
              <a:t> </a:t>
            </a:r>
            <a:r>
              <a:rPr sz="2400" dirty="0">
                <a:latin typeface="Calibri" panose="020F0502020204030204"/>
                <a:cs typeface="Calibri" panose="020F0502020204030204"/>
              </a:rPr>
              <a:t>method</a:t>
            </a:r>
            <a:r>
              <a:rPr sz="2400" spc="-55" dirty="0">
                <a:latin typeface="Calibri" panose="020F0502020204030204"/>
                <a:cs typeface="Calibri" panose="020F0502020204030204"/>
              </a:rPr>
              <a:t> </a:t>
            </a:r>
            <a:r>
              <a:rPr sz="2400" dirty="0">
                <a:latin typeface="Calibri" panose="020F0502020204030204"/>
                <a:cs typeface="Calibri" panose="020F0502020204030204"/>
              </a:rPr>
              <a:t>sets</a:t>
            </a:r>
            <a:r>
              <a:rPr sz="2400" spc="-40" dirty="0">
                <a:latin typeface="Calibri" panose="020F0502020204030204"/>
                <a:cs typeface="Calibri" panose="020F0502020204030204"/>
              </a:rPr>
              <a:t> </a:t>
            </a:r>
            <a:r>
              <a:rPr sz="2400" dirty="0">
                <a:latin typeface="Calibri" panose="020F0502020204030204"/>
                <a:cs typeface="Calibri" panose="020F0502020204030204"/>
              </a:rPr>
              <a:t>the</a:t>
            </a:r>
            <a:r>
              <a:rPr sz="2400" spc="-35" dirty="0">
                <a:latin typeface="Calibri" panose="020F0502020204030204"/>
                <a:cs typeface="Calibri" panose="020F0502020204030204"/>
              </a:rPr>
              <a:t> </a:t>
            </a:r>
            <a:r>
              <a:rPr sz="2400" dirty="0">
                <a:latin typeface="Calibri" panose="020F0502020204030204"/>
                <a:cs typeface="Calibri" panose="020F0502020204030204"/>
              </a:rPr>
              <a:t>logging</a:t>
            </a:r>
            <a:r>
              <a:rPr sz="2400" spc="-50" dirty="0">
                <a:latin typeface="Calibri" panose="020F0502020204030204"/>
                <a:cs typeface="Calibri" panose="020F0502020204030204"/>
              </a:rPr>
              <a:t> </a:t>
            </a:r>
            <a:r>
              <a:rPr sz="2400" dirty="0">
                <a:latin typeface="Calibri" panose="020F0502020204030204"/>
                <a:cs typeface="Calibri" panose="020F0502020204030204"/>
              </a:rPr>
              <a:t>level</a:t>
            </a:r>
            <a:r>
              <a:rPr sz="2400" spc="-35" dirty="0">
                <a:latin typeface="Calibri" panose="020F0502020204030204"/>
                <a:cs typeface="Calibri" panose="020F0502020204030204"/>
              </a:rPr>
              <a:t> </a:t>
            </a:r>
            <a:r>
              <a:rPr sz="2400" spc="-10" dirty="0">
                <a:latin typeface="Calibri" panose="020F0502020204030204"/>
                <a:cs typeface="Calibri" panose="020F0502020204030204"/>
              </a:rPr>
              <a:t>temporarily</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414330" y="3968517"/>
            <a:ext cx="7161590" cy="1221035"/>
          </a:xfrm>
          <a:prstGeom prst="rect">
            <a:avLst/>
          </a:prstGeom>
        </p:spPr>
      </p:pic>
      <p:pic>
        <p:nvPicPr>
          <p:cNvPr id="5" name="Picture 4" descr="wingspan_logo.png"/>
          <p:cNvPicPr>
            <a:picLocks noChangeAspect="1"/>
          </p:cNvPicPr>
          <p:nvPr/>
        </p:nvPicPr>
        <p:blipFill>
          <a:blip r:embed="rId3"/>
          <a:stretch>
            <a:fillRect/>
          </a:stretch>
        </p:blipFill>
        <p:spPr>
          <a:xfrm>
            <a:off x="8415963" y="17106"/>
            <a:ext cx="749808" cy="630936"/>
          </a:xfrm>
          <a:prstGeom prst="rect">
            <a:avLst/>
          </a:prstGeom>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85800" y="2734817"/>
            <a:ext cx="8229600" cy="1007744"/>
          </a:xfrm>
          <a:custGeom>
            <a:avLst/>
            <a:gdLst/>
            <a:ahLst/>
            <a:cxnLst/>
            <a:rect l="l" t="t" r="r" b="b"/>
            <a:pathLst>
              <a:path w="8229600" h="1007745">
                <a:moveTo>
                  <a:pt x="8061706" y="0"/>
                </a:moveTo>
                <a:lnTo>
                  <a:pt x="167894" y="0"/>
                </a:lnTo>
                <a:lnTo>
                  <a:pt x="123262" y="5998"/>
                </a:lnTo>
                <a:lnTo>
                  <a:pt x="83155" y="22925"/>
                </a:lnTo>
                <a:lnTo>
                  <a:pt x="49175" y="49180"/>
                </a:lnTo>
                <a:lnTo>
                  <a:pt x="22923" y="83161"/>
                </a:lnTo>
                <a:lnTo>
                  <a:pt x="5997" y="123266"/>
                </a:lnTo>
                <a:lnTo>
                  <a:pt x="0" y="167894"/>
                </a:lnTo>
                <a:lnTo>
                  <a:pt x="0" y="839470"/>
                </a:lnTo>
                <a:lnTo>
                  <a:pt x="5997" y="884097"/>
                </a:lnTo>
                <a:lnTo>
                  <a:pt x="22923" y="924202"/>
                </a:lnTo>
                <a:lnTo>
                  <a:pt x="49175" y="958183"/>
                </a:lnTo>
                <a:lnTo>
                  <a:pt x="83155" y="984438"/>
                </a:lnTo>
                <a:lnTo>
                  <a:pt x="123262" y="1001365"/>
                </a:lnTo>
                <a:lnTo>
                  <a:pt x="167894" y="1007364"/>
                </a:lnTo>
                <a:lnTo>
                  <a:pt x="8061706" y="1007364"/>
                </a:lnTo>
                <a:lnTo>
                  <a:pt x="8106333" y="1001365"/>
                </a:lnTo>
                <a:lnTo>
                  <a:pt x="8146438" y="984438"/>
                </a:lnTo>
                <a:lnTo>
                  <a:pt x="8180419" y="958183"/>
                </a:lnTo>
                <a:lnTo>
                  <a:pt x="8206674" y="924202"/>
                </a:lnTo>
                <a:lnTo>
                  <a:pt x="8223601" y="884097"/>
                </a:lnTo>
                <a:lnTo>
                  <a:pt x="8229600" y="839470"/>
                </a:lnTo>
                <a:lnTo>
                  <a:pt x="8229600" y="167894"/>
                </a:lnTo>
                <a:lnTo>
                  <a:pt x="8223601" y="123266"/>
                </a:lnTo>
                <a:lnTo>
                  <a:pt x="8206674" y="83161"/>
                </a:lnTo>
                <a:lnTo>
                  <a:pt x="8180419" y="49180"/>
                </a:lnTo>
                <a:lnTo>
                  <a:pt x="8146438" y="22925"/>
                </a:lnTo>
                <a:lnTo>
                  <a:pt x="8106333" y="5998"/>
                </a:lnTo>
                <a:lnTo>
                  <a:pt x="8061706" y="0"/>
                </a:lnTo>
                <a:close/>
              </a:path>
            </a:pathLst>
          </a:custGeom>
          <a:solidFill>
            <a:srgbClr val="4F81BC"/>
          </a:solidFill>
        </p:spPr>
        <p:txBody>
          <a:bodyPr wrap="square" lIns="0" tIns="0" rIns="0" bIns="0" rtlCol="0"/>
          <a:lstStyle/>
          <a:p>
            <a:endParaRPr/>
          </a:p>
        </p:txBody>
      </p:sp>
      <p:sp>
        <p:nvSpPr>
          <p:cNvPr id="3" name="object 3" descr="$PPTXTitle"/>
          <p:cNvSpPr txBox="1">
            <a:spLocks noGrp="1"/>
          </p:cNvSpPr>
          <p:nvPr>
            <p:ph type="title"/>
          </p:nvPr>
        </p:nvSpPr>
        <p:spPr>
          <a:xfrm>
            <a:off x="882497" y="2843529"/>
            <a:ext cx="7614920" cy="665480"/>
          </a:xfrm>
          <a:prstGeom prst="rect">
            <a:avLst/>
          </a:prstGeom>
        </p:spPr>
        <p:txBody>
          <a:bodyPr vert="horz" wrap="square" lIns="0" tIns="12700" rIns="0" bIns="0" rtlCol="0">
            <a:spAutoFit/>
          </a:bodyPr>
          <a:lstStyle/>
          <a:p>
            <a:pPr marL="12700">
              <a:lnSpc>
                <a:spcPct val="100000"/>
              </a:lnSpc>
              <a:spcBef>
                <a:spcPts val="100"/>
              </a:spcBef>
            </a:pPr>
            <a:r>
              <a:rPr sz="4200" dirty="0">
                <a:solidFill>
                  <a:srgbClr val="FFFFFF"/>
                </a:solidFill>
              </a:rPr>
              <a:t>Parallel</a:t>
            </a:r>
            <a:r>
              <a:rPr sz="4200" spc="-130" dirty="0">
                <a:solidFill>
                  <a:srgbClr val="FFFFFF"/>
                </a:solidFill>
              </a:rPr>
              <a:t> </a:t>
            </a:r>
            <a:r>
              <a:rPr sz="4200" dirty="0">
                <a:solidFill>
                  <a:srgbClr val="FFFFFF"/>
                </a:solidFill>
              </a:rPr>
              <a:t>Processing</a:t>
            </a:r>
            <a:r>
              <a:rPr sz="4200" spc="-114" dirty="0">
                <a:solidFill>
                  <a:srgbClr val="FFFFFF"/>
                </a:solidFill>
              </a:rPr>
              <a:t> </a:t>
            </a:r>
            <a:r>
              <a:rPr sz="4200" dirty="0">
                <a:solidFill>
                  <a:srgbClr val="FFFFFF"/>
                </a:solidFill>
              </a:rPr>
              <a:t>in</a:t>
            </a:r>
            <a:r>
              <a:rPr sz="4200" spc="-120" dirty="0">
                <a:solidFill>
                  <a:srgbClr val="FFFFFF"/>
                </a:solidFill>
              </a:rPr>
              <a:t> </a:t>
            </a:r>
            <a:r>
              <a:rPr sz="4200" dirty="0">
                <a:solidFill>
                  <a:srgbClr val="FFFFFF"/>
                </a:solidFill>
              </a:rPr>
              <a:t>Apache</a:t>
            </a:r>
            <a:r>
              <a:rPr sz="4200" spc="-135" dirty="0">
                <a:solidFill>
                  <a:srgbClr val="FFFFFF"/>
                </a:solidFill>
              </a:rPr>
              <a:t> </a:t>
            </a:r>
            <a:r>
              <a:rPr sz="4200" spc="-10" dirty="0">
                <a:solidFill>
                  <a:srgbClr val="FFFFFF"/>
                </a:solidFill>
              </a:rPr>
              <a:t>Spark</a:t>
            </a:r>
            <a:endParaRPr sz="4200"/>
          </a:p>
        </p:txBody>
      </p:sp>
      <p:pic>
        <p:nvPicPr>
          <p:cNvPr id="4" name="object 4"/>
          <p:cNvPicPr/>
          <p:nvPr/>
        </p:nvPicPr>
        <p:blipFill>
          <a:blip r:embed="rId2" cstate="print"/>
          <a:stretch>
            <a:fillRect/>
          </a:stretch>
        </p:blipFill>
        <p:spPr>
          <a:xfrm>
            <a:off x="7391400" y="1905000"/>
            <a:ext cx="771525" cy="771525"/>
          </a:xfrm>
          <a:prstGeom prst="rect">
            <a:avLst/>
          </a:prstGeom>
        </p:spPr>
      </p:pic>
      <p:pic>
        <p:nvPicPr>
          <p:cNvPr id="5" name="Picture 4" descr="wingspan_logo.png"/>
          <p:cNvPicPr>
            <a:picLocks noChangeAspect="1"/>
          </p:cNvPicPr>
          <p:nvPr/>
        </p:nvPicPr>
        <p:blipFill>
          <a:blip r:embed="rId3"/>
          <a:stretch>
            <a:fillRect/>
          </a:stretch>
        </p:blipFill>
        <p:spPr>
          <a:xfrm>
            <a:off x="8394192" y="-21771"/>
            <a:ext cx="749808" cy="630936"/>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857885">
              <a:lnSpc>
                <a:spcPct val="100000"/>
              </a:lnSpc>
              <a:spcBef>
                <a:spcPts val="105"/>
              </a:spcBef>
            </a:pPr>
            <a:r>
              <a:rPr dirty="0"/>
              <a:t>File</a:t>
            </a:r>
            <a:r>
              <a:rPr spc="-35" dirty="0"/>
              <a:t> </a:t>
            </a:r>
            <a:r>
              <a:rPr dirty="0"/>
              <a:t>Partitioning:</a:t>
            </a:r>
            <a:r>
              <a:rPr spc="-30" dirty="0"/>
              <a:t> </a:t>
            </a:r>
            <a:r>
              <a:rPr dirty="0"/>
              <a:t>Single</a:t>
            </a:r>
            <a:r>
              <a:rPr spc="-30" dirty="0"/>
              <a:t> </a:t>
            </a:r>
            <a:r>
              <a:rPr spc="-10" dirty="0"/>
              <a:t>Files</a:t>
            </a:r>
          </a:p>
        </p:txBody>
      </p:sp>
      <p:sp>
        <p:nvSpPr>
          <p:cNvPr id="3" name="object 3"/>
          <p:cNvSpPr txBox="1"/>
          <p:nvPr/>
        </p:nvSpPr>
        <p:spPr>
          <a:xfrm>
            <a:off x="688340" y="1450594"/>
            <a:ext cx="4341495" cy="479234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50" dirty="0">
                <a:latin typeface="Calibri" panose="020F0502020204030204"/>
                <a:cs typeface="Calibri" panose="020F0502020204030204"/>
              </a:rPr>
              <a:t> </a:t>
            </a:r>
            <a:r>
              <a:rPr sz="2400" b="1" dirty="0">
                <a:latin typeface="Calibri" panose="020F0502020204030204"/>
                <a:cs typeface="Calibri" panose="020F0502020204030204"/>
              </a:rPr>
              <a:t>Partitions</a:t>
            </a:r>
            <a:r>
              <a:rPr sz="2400" b="1" spc="-50" dirty="0">
                <a:latin typeface="Calibri" panose="020F0502020204030204"/>
                <a:cs typeface="Calibri" panose="020F0502020204030204"/>
              </a:rPr>
              <a:t> </a:t>
            </a:r>
            <a:r>
              <a:rPr sz="2400" b="1" dirty="0">
                <a:latin typeface="Calibri" panose="020F0502020204030204"/>
                <a:cs typeface="Calibri" panose="020F0502020204030204"/>
              </a:rPr>
              <a:t>from</a:t>
            </a:r>
            <a:r>
              <a:rPr sz="2400" b="1" spc="-85" dirty="0">
                <a:latin typeface="Calibri" panose="020F0502020204030204"/>
                <a:cs typeface="Calibri" panose="020F0502020204030204"/>
              </a:rPr>
              <a:t> </a:t>
            </a:r>
            <a:r>
              <a:rPr sz="2400" b="1" dirty="0">
                <a:latin typeface="Calibri" panose="020F0502020204030204"/>
                <a:cs typeface="Calibri" panose="020F0502020204030204"/>
              </a:rPr>
              <a:t>single</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files</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Partitions</a:t>
            </a:r>
            <a:r>
              <a:rPr sz="2400" spc="-80" dirty="0">
                <a:latin typeface="Calibri" panose="020F0502020204030204"/>
                <a:cs typeface="Calibri" panose="020F0502020204030204"/>
              </a:rPr>
              <a:t> </a:t>
            </a:r>
            <a:r>
              <a:rPr sz="2400" dirty="0">
                <a:latin typeface="Calibri" panose="020F0502020204030204"/>
                <a:cs typeface="Calibri" panose="020F0502020204030204"/>
              </a:rPr>
              <a:t>based</a:t>
            </a:r>
            <a:r>
              <a:rPr sz="2400" spc="-65" dirty="0">
                <a:latin typeface="Calibri" panose="020F0502020204030204"/>
                <a:cs typeface="Calibri" panose="020F0502020204030204"/>
              </a:rPr>
              <a:t> </a:t>
            </a:r>
            <a:r>
              <a:rPr sz="2400" dirty="0">
                <a:latin typeface="Calibri" panose="020F0502020204030204"/>
                <a:cs typeface="Calibri" panose="020F0502020204030204"/>
              </a:rPr>
              <a:t>on</a:t>
            </a:r>
            <a:r>
              <a:rPr sz="2400" spc="-65" dirty="0">
                <a:latin typeface="Calibri" panose="020F0502020204030204"/>
                <a:cs typeface="Calibri" panose="020F0502020204030204"/>
              </a:rPr>
              <a:t> </a:t>
            </a:r>
            <a:r>
              <a:rPr sz="2400" spc="-20" dirty="0">
                <a:latin typeface="Calibri" panose="020F0502020204030204"/>
                <a:cs typeface="Calibri" panose="020F0502020204030204"/>
              </a:rPr>
              <a:t>size</a:t>
            </a:r>
            <a:endParaRPr sz="2400">
              <a:latin typeface="Calibri" panose="020F0502020204030204"/>
              <a:cs typeface="Calibri" panose="020F0502020204030204"/>
            </a:endParaRPr>
          </a:p>
          <a:p>
            <a:pPr marL="12700" marR="410210" indent="219710">
              <a:lnSpc>
                <a:spcPct val="99000"/>
              </a:lnSpc>
              <a:spcBef>
                <a:spcPts val="40"/>
              </a:spcBef>
              <a:buChar char="–"/>
              <a:tabLst>
                <a:tab pos="232410" algn="l"/>
                <a:tab pos="1353820" algn="l"/>
              </a:tabLst>
            </a:pPr>
            <a:r>
              <a:rPr sz="2400" spc="-50" dirty="0">
                <a:latin typeface="Calibri" panose="020F0502020204030204"/>
                <a:cs typeface="Calibri" panose="020F0502020204030204"/>
              </a:rPr>
              <a:t>You</a:t>
            </a:r>
            <a:r>
              <a:rPr sz="2400" spc="-60" dirty="0">
                <a:latin typeface="Calibri" panose="020F0502020204030204"/>
                <a:cs typeface="Calibri" panose="020F0502020204030204"/>
              </a:rPr>
              <a:t> </a:t>
            </a:r>
            <a:r>
              <a:rPr sz="2400" dirty="0">
                <a:latin typeface="Calibri" panose="020F0502020204030204"/>
                <a:cs typeface="Calibri" panose="020F0502020204030204"/>
              </a:rPr>
              <a:t>can</a:t>
            </a:r>
            <a:r>
              <a:rPr sz="2400" spc="-65" dirty="0">
                <a:latin typeface="Calibri" panose="020F0502020204030204"/>
                <a:cs typeface="Calibri" panose="020F0502020204030204"/>
              </a:rPr>
              <a:t> </a:t>
            </a:r>
            <a:r>
              <a:rPr sz="2400" dirty="0">
                <a:latin typeface="Calibri" panose="020F0502020204030204"/>
                <a:cs typeface="Calibri" panose="020F0502020204030204"/>
              </a:rPr>
              <a:t>optionally</a:t>
            </a:r>
            <a:r>
              <a:rPr sz="2400" spc="-50" dirty="0">
                <a:latin typeface="Calibri" panose="020F0502020204030204"/>
                <a:cs typeface="Calibri" panose="020F0502020204030204"/>
              </a:rPr>
              <a:t> </a:t>
            </a:r>
            <a:r>
              <a:rPr sz="2400" dirty="0">
                <a:latin typeface="Calibri" panose="020F0502020204030204"/>
                <a:cs typeface="Calibri" panose="020F0502020204030204"/>
              </a:rPr>
              <a:t>specify</a:t>
            </a:r>
            <a:r>
              <a:rPr sz="2400" spc="-60" dirty="0">
                <a:latin typeface="Calibri" panose="020F0502020204030204"/>
                <a:cs typeface="Calibri" panose="020F0502020204030204"/>
              </a:rPr>
              <a:t> </a:t>
            </a:r>
            <a:r>
              <a:rPr sz="2400" spc="-50" dirty="0">
                <a:latin typeface="Calibri" panose="020F0502020204030204"/>
                <a:cs typeface="Calibri" panose="020F0502020204030204"/>
              </a:rPr>
              <a:t>a </a:t>
            </a:r>
            <a:r>
              <a:rPr sz="2400" spc="-10" dirty="0">
                <a:latin typeface="Calibri" panose="020F0502020204030204"/>
                <a:cs typeface="Calibri" panose="020F0502020204030204"/>
              </a:rPr>
              <a:t>minimum</a:t>
            </a:r>
            <a:r>
              <a:rPr sz="2400" dirty="0">
                <a:latin typeface="Calibri" panose="020F0502020204030204"/>
                <a:cs typeface="Calibri" panose="020F0502020204030204"/>
              </a:rPr>
              <a:t>	number</a:t>
            </a:r>
            <a:r>
              <a:rPr sz="2400" spc="-55" dirty="0">
                <a:latin typeface="Calibri" panose="020F0502020204030204"/>
                <a:cs typeface="Calibri" panose="020F0502020204030204"/>
              </a:rPr>
              <a:t> </a:t>
            </a:r>
            <a:r>
              <a:rPr sz="2400" dirty="0">
                <a:latin typeface="Calibri" panose="020F0502020204030204"/>
                <a:cs typeface="Calibri" panose="020F0502020204030204"/>
              </a:rPr>
              <a:t>of</a:t>
            </a:r>
            <a:r>
              <a:rPr sz="2400" spc="-55" dirty="0">
                <a:latin typeface="Calibri" panose="020F0502020204030204"/>
                <a:cs typeface="Calibri" panose="020F0502020204030204"/>
              </a:rPr>
              <a:t> </a:t>
            </a:r>
            <a:r>
              <a:rPr sz="2400" spc="-10" dirty="0">
                <a:latin typeface="Calibri" panose="020F0502020204030204"/>
                <a:cs typeface="Calibri" panose="020F0502020204030204"/>
              </a:rPr>
              <a:t>partitions </a:t>
            </a:r>
            <a:r>
              <a:rPr sz="2400" b="1" spc="-10" dirty="0">
                <a:latin typeface="Calibri" panose="020F0502020204030204"/>
                <a:cs typeface="Calibri" panose="020F0502020204030204"/>
              </a:rPr>
              <a:t>textFile(file,</a:t>
            </a:r>
            <a:r>
              <a:rPr sz="2400" b="1" spc="-25" dirty="0">
                <a:latin typeface="Calibri" panose="020F0502020204030204"/>
                <a:cs typeface="Calibri" panose="020F0502020204030204"/>
              </a:rPr>
              <a:t> </a:t>
            </a:r>
            <a:r>
              <a:rPr sz="2400" b="1" spc="-10" dirty="0">
                <a:latin typeface="Calibri" panose="020F0502020204030204"/>
                <a:cs typeface="Calibri" panose="020F0502020204030204"/>
              </a:rPr>
              <a:t>minPartitions)</a:t>
            </a:r>
            <a:endParaRPr sz="2400">
              <a:latin typeface="Calibri" panose="020F0502020204030204"/>
              <a:cs typeface="Calibri" panose="020F0502020204030204"/>
            </a:endParaRPr>
          </a:p>
          <a:p>
            <a:pPr>
              <a:lnSpc>
                <a:spcPct val="100000"/>
              </a:lnSpc>
              <a:spcBef>
                <a:spcPts val="35"/>
              </a:spcBef>
              <a:buFont typeface="Calibri" panose="020F0502020204030204"/>
              <a:buChar char="–"/>
            </a:pPr>
            <a:endParaRPr sz="2400">
              <a:latin typeface="Calibri" panose="020F0502020204030204"/>
              <a:cs typeface="Calibri" panose="020F0502020204030204"/>
            </a:endParaRPr>
          </a:p>
          <a:p>
            <a:pPr marL="12700" marR="5080" indent="219710">
              <a:lnSpc>
                <a:spcPct val="100000"/>
              </a:lnSpc>
              <a:buChar char="–"/>
              <a:tabLst>
                <a:tab pos="232410" algn="l"/>
              </a:tabLst>
            </a:pPr>
            <a:r>
              <a:rPr sz="2400" dirty="0">
                <a:latin typeface="Calibri" panose="020F0502020204030204"/>
                <a:cs typeface="Calibri" panose="020F0502020204030204"/>
              </a:rPr>
              <a:t>Default</a:t>
            </a:r>
            <a:r>
              <a:rPr sz="2400" spc="-55" dirty="0">
                <a:latin typeface="Calibri" panose="020F0502020204030204"/>
                <a:cs typeface="Calibri" panose="020F0502020204030204"/>
              </a:rPr>
              <a:t> </a:t>
            </a:r>
            <a:r>
              <a:rPr sz="2400" dirty="0">
                <a:latin typeface="Calibri" panose="020F0502020204030204"/>
                <a:cs typeface="Calibri" panose="020F0502020204030204"/>
              </a:rPr>
              <a:t>is</a:t>
            </a:r>
            <a:r>
              <a:rPr sz="2400" spc="-55" dirty="0">
                <a:latin typeface="Calibri" panose="020F0502020204030204"/>
                <a:cs typeface="Calibri" panose="020F0502020204030204"/>
              </a:rPr>
              <a:t> </a:t>
            </a:r>
            <a:r>
              <a:rPr sz="2400" dirty="0">
                <a:latin typeface="Calibri" panose="020F0502020204030204"/>
                <a:cs typeface="Calibri" panose="020F0502020204030204"/>
              </a:rPr>
              <a:t>two</a:t>
            </a:r>
            <a:r>
              <a:rPr sz="2400" spc="-70" dirty="0">
                <a:latin typeface="Calibri" panose="020F0502020204030204"/>
                <a:cs typeface="Calibri" panose="020F0502020204030204"/>
              </a:rPr>
              <a:t> </a:t>
            </a:r>
            <a:r>
              <a:rPr sz="2400" dirty="0">
                <a:latin typeface="Calibri" panose="020F0502020204030204"/>
                <a:cs typeface="Calibri" panose="020F0502020204030204"/>
              </a:rPr>
              <a:t>when</a:t>
            </a:r>
            <a:r>
              <a:rPr sz="2400" spc="-55" dirty="0">
                <a:latin typeface="Calibri" panose="020F0502020204030204"/>
                <a:cs typeface="Calibri" panose="020F0502020204030204"/>
              </a:rPr>
              <a:t> </a:t>
            </a:r>
            <a:r>
              <a:rPr sz="2400" dirty="0">
                <a:latin typeface="Calibri" panose="020F0502020204030204"/>
                <a:cs typeface="Calibri" panose="020F0502020204030204"/>
              </a:rPr>
              <a:t>running</a:t>
            </a:r>
            <a:r>
              <a:rPr sz="2400" spc="-50" dirty="0">
                <a:latin typeface="Calibri" panose="020F0502020204030204"/>
                <a:cs typeface="Calibri" panose="020F0502020204030204"/>
              </a:rPr>
              <a:t> </a:t>
            </a:r>
            <a:r>
              <a:rPr sz="2400" dirty="0">
                <a:latin typeface="Calibri" panose="020F0502020204030204"/>
                <a:cs typeface="Calibri" panose="020F0502020204030204"/>
              </a:rPr>
              <a:t>on</a:t>
            </a:r>
            <a:r>
              <a:rPr sz="2400" spc="-55" dirty="0">
                <a:latin typeface="Calibri" panose="020F0502020204030204"/>
                <a:cs typeface="Calibri" panose="020F0502020204030204"/>
              </a:rPr>
              <a:t> </a:t>
            </a:r>
            <a:r>
              <a:rPr sz="2400" spc="-50" dirty="0">
                <a:latin typeface="Calibri" panose="020F0502020204030204"/>
                <a:cs typeface="Calibri" panose="020F0502020204030204"/>
              </a:rPr>
              <a:t>a </a:t>
            </a:r>
            <a:r>
              <a:rPr sz="2400" spc="-10" dirty="0">
                <a:latin typeface="Calibri" panose="020F0502020204030204"/>
                <a:cs typeface="Calibri" panose="020F0502020204030204"/>
              </a:rPr>
              <a:t>cluster</a:t>
            </a:r>
            <a:endParaRPr sz="2400">
              <a:latin typeface="Calibri" panose="020F0502020204030204"/>
              <a:cs typeface="Calibri" panose="020F0502020204030204"/>
            </a:endParaRPr>
          </a:p>
          <a:p>
            <a:pPr marL="232410" indent="-219710">
              <a:lnSpc>
                <a:spcPts val="2840"/>
              </a:lnSpc>
              <a:spcBef>
                <a:spcPts val="5"/>
              </a:spcBef>
              <a:buChar char="–"/>
              <a:tabLst>
                <a:tab pos="232410" algn="l"/>
              </a:tabLst>
            </a:pPr>
            <a:r>
              <a:rPr sz="2400" dirty="0">
                <a:latin typeface="Calibri" panose="020F0502020204030204"/>
                <a:cs typeface="Calibri" panose="020F0502020204030204"/>
              </a:rPr>
              <a:t>Default</a:t>
            </a:r>
            <a:r>
              <a:rPr sz="2400" spc="-45" dirty="0">
                <a:latin typeface="Calibri" panose="020F0502020204030204"/>
                <a:cs typeface="Calibri" panose="020F0502020204030204"/>
              </a:rPr>
              <a:t> </a:t>
            </a:r>
            <a:r>
              <a:rPr sz="2400" dirty="0">
                <a:latin typeface="Calibri" panose="020F0502020204030204"/>
                <a:cs typeface="Calibri" panose="020F0502020204030204"/>
              </a:rPr>
              <a:t>is</a:t>
            </a:r>
            <a:r>
              <a:rPr sz="2400" spc="-50" dirty="0">
                <a:latin typeface="Calibri" panose="020F0502020204030204"/>
                <a:cs typeface="Calibri" panose="020F0502020204030204"/>
              </a:rPr>
              <a:t> </a:t>
            </a:r>
            <a:r>
              <a:rPr sz="2400" dirty="0">
                <a:latin typeface="Calibri" panose="020F0502020204030204"/>
                <a:cs typeface="Calibri" panose="020F0502020204030204"/>
              </a:rPr>
              <a:t>one</a:t>
            </a:r>
            <a:r>
              <a:rPr sz="2400" spc="-45" dirty="0">
                <a:latin typeface="Calibri" panose="020F0502020204030204"/>
                <a:cs typeface="Calibri" panose="020F0502020204030204"/>
              </a:rPr>
              <a:t> </a:t>
            </a:r>
            <a:r>
              <a:rPr sz="2400" dirty="0">
                <a:latin typeface="Calibri" panose="020F0502020204030204"/>
                <a:cs typeface="Calibri" panose="020F0502020204030204"/>
              </a:rPr>
              <a:t>when</a:t>
            </a:r>
            <a:r>
              <a:rPr sz="2400" spc="-45" dirty="0">
                <a:latin typeface="Calibri" panose="020F0502020204030204"/>
                <a:cs typeface="Calibri" panose="020F0502020204030204"/>
              </a:rPr>
              <a:t> </a:t>
            </a:r>
            <a:r>
              <a:rPr sz="2400" spc="-10" dirty="0">
                <a:latin typeface="Calibri" panose="020F0502020204030204"/>
                <a:cs typeface="Calibri" panose="020F0502020204030204"/>
              </a:rPr>
              <a:t>running</a:t>
            </a:r>
            <a:endParaRPr sz="2400">
              <a:latin typeface="Calibri" panose="020F0502020204030204"/>
              <a:cs typeface="Calibri" panose="020F0502020204030204"/>
            </a:endParaRPr>
          </a:p>
          <a:p>
            <a:pPr marL="12700">
              <a:lnSpc>
                <a:spcPts val="2840"/>
              </a:lnSpc>
              <a:tabLst>
                <a:tab pos="1562735" algn="l"/>
              </a:tabLst>
            </a:pPr>
            <a:r>
              <a:rPr sz="2400" dirty="0">
                <a:latin typeface="Calibri" panose="020F0502020204030204"/>
                <a:cs typeface="Calibri" panose="020F0502020204030204"/>
              </a:rPr>
              <a:t>locally</a:t>
            </a:r>
            <a:r>
              <a:rPr sz="2400" spc="-30" dirty="0">
                <a:latin typeface="Calibri" panose="020F0502020204030204"/>
                <a:cs typeface="Calibri" panose="020F0502020204030204"/>
              </a:rPr>
              <a:t> </a:t>
            </a:r>
            <a:r>
              <a:rPr sz="2400" spc="-20" dirty="0">
                <a:latin typeface="Calibri" panose="020F0502020204030204"/>
                <a:cs typeface="Calibri" panose="020F0502020204030204"/>
              </a:rPr>
              <a:t>with</a:t>
            </a:r>
            <a:r>
              <a:rPr sz="2400" dirty="0">
                <a:latin typeface="Calibri" panose="020F0502020204030204"/>
                <a:cs typeface="Calibri" panose="020F0502020204030204"/>
              </a:rPr>
              <a:t>	a</a:t>
            </a:r>
            <a:r>
              <a:rPr sz="2400" spc="-15" dirty="0">
                <a:latin typeface="Calibri" panose="020F0502020204030204"/>
                <a:cs typeface="Calibri" panose="020F0502020204030204"/>
              </a:rPr>
              <a:t> </a:t>
            </a:r>
            <a:r>
              <a:rPr sz="2400" dirty="0">
                <a:latin typeface="Calibri" panose="020F0502020204030204"/>
                <a:cs typeface="Calibri" panose="020F0502020204030204"/>
              </a:rPr>
              <a:t>single</a:t>
            </a:r>
            <a:r>
              <a:rPr sz="2400" spc="-20" dirty="0">
                <a:latin typeface="Calibri" panose="020F0502020204030204"/>
                <a:cs typeface="Calibri" panose="020F0502020204030204"/>
              </a:rPr>
              <a:t> </a:t>
            </a:r>
            <a:r>
              <a:rPr sz="2400" spc="-10" dirty="0">
                <a:latin typeface="Calibri" panose="020F0502020204030204"/>
                <a:cs typeface="Calibri" panose="020F0502020204030204"/>
              </a:rPr>
              <a:t>thread</a:t>
            </a:r>
            <a:endParaRPr sz="2400">
              <a:latin typeface="Calibri" panose="020F0502020204030204"/>
              <a:cs typeface="Calibri" panose="020F0502020204030204"/>
            </a:endParaRPr>
          </a:p>
          <a:p>
            <a:pPr marL="12700" marR="1282065">
              <a:lnSpc>
                <a:spcPct val="100000"/>
              </a:lnSpc>
              <a:spcBef>
                <a:spcPts val="80"/>
              </a:spcBef>
            </a:pPr>
            <a:r>
              <a:rPr sz="2400" spc="-20" dirty="0">
                <a:latin typeface="Calibri" panose="020F0502020204030204"/>
                <a:cs typeface="Calibri" panose="020F0502020204030204"/>
              </a:rPr>
              <a:t>–</a:t>
            </a:r>
            <a:r>
              <a:rPr sz="2400" dirty="0">
                <a:latin typeface="Calibri" panose="020F0502020204030204"/>
                <a:cs typeface="Calibri" panose="020F0502020204030204"/>
              </a:rPr>
              <a:t>More</a:t>
            </a:r>
            <a:r>
              <a:rPr sz="2400" spc="-40" dirty="0">
                <a:latin typeface="Calibri" panose="020F0502020204030204"/>
                <a:cs typeface="Calibri" panose="020F0502020204030204"/>
              </a:rPr>
              <a:t> </a:t>
            </a:r>
            <a:r>
              <a:rPr sz="2400" dirty="0">
                <a:latin typeface="Calibri" panose="020F0502020204030204"/>
                <a:cs typeface="Calibri" panose="020F0502020204030204"/>
              </a:rPr>
              <a:t>partitions</a:t>
            </a:r>
            <a:r>
              <a:rPr sz="2400" spc="-65" dirty="0">
                <a:latin typeface="Calibri" panose="020F0502020204030204"/>
                <a:cs typeface="Calibri" panose="020F0502020204030204"/>
              </a:rPr>
              <a:t> </a:t>
            </a: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spc="-20" dirty="0">
                <a:latin typeface="Calibri" panose="020F0502020204030204"/>
                <a:cs typeface="Calibri" panose="020F0502020204030204"/>
              </a:rPr>
              <a:t>more </a:t>
            </a:r>
            <a:r>
              <a:rPr sz="2400" spc="-10" dirty="0">
                <a:latin typeface="Calibri" panose="020F0502020204030204"/>
                <a:cs typeface="Calibri" panose="020F0502020204030204"/>
              </a:rPr>
              <a:t>parallelization</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5449315" y="1703451"/>
            <a:ext cx="3694684" cy="3694595"/>
          </a:xfrm>
          <a:prstGeom prst="rect">
            <a:avLst/>
          </a:prstGeom>
        </p:spPr>
      </p:pic>
      <p:pic>
        <p:nvPicPr>
          <p:cNvPr id="5" name="Picture 4" descr="wingspan_logo.png"/>
          <p:cNvPicPr>
            <a:picLocks noChangeAspect="1"/>
          </p:cNvPicPr>
          <p:nvPr/>
        </p:nvPicPr>
        <p:blipFill>
          <a:blip r:embed="rId3"/>
          <a:stretch>
            <a:fillRect/>
          </a:stretch>
        </p:blipFill>
        <p:spPr>
          <a:xfrm>
            <a:off x="8394192" y="-31102"/>
            <a:ext cx="749808" cy="630936"/>
          </a:xfrm>
          <a:prstGeom prst="rect">
            <a:avLst/>
          </a:prstGeom>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414145">
              <a:lnSpc>
                <a:spcPct val="100000"/>
              </a:lnSpc>
              <a:spcBef>
                <a:spcPts val="105"/>
              </a:spcBef>
            </a:pPr>
            <a:r>
              <a:rPr dirty="0"/>
              <a:t>HDFS</a:t>
            </a:r>
            <a:r>
              <a:rPr spc="-85" dirty="0"/>
              <a:t> </a:t>
            </a:r>
            <a:r>
              <a:rPr dirty="0"/>
              <a:t>and</a:t>
            </a:r>
            <a:r>
              <a:rPr spc="-85" dirty="0"/>
              <a:t> </a:t>
            </a:r>
            <a:r>
              <a:rPr dirty="0"/>
              <a:t>Data</a:t>
            </a:r>
            <a:r>
              <a:rPr spc="-80" dirty="0"/>
              <a:t> </a:t>
            </a:r>
            <a:r>
              <a:rPr spc="-10" dirty="0"/>
              <a:t>Locality</a:t>
            </a:r>
          </a:p>
        </p:txBody>
      </p:sp>
      <p:pic>
        <p:nvPicPr>
          <p:cNvPr id="3" name="object 3"/>
          <p:cNvPicPr/>
          <p:nvPr/>
        </p:nvPicPr>
        <p:blipFill>
          <a:blip r:embed="rId2" cstate="print"/>
          <a:stretch>
            <a:fillRect/>
          </a:stretch>
        </p:blipFill>
        <p:spPr>
          <a:xfrm>
            <a:off x="2143782" y="1636413"/>
            <a:ext cx="6112741" cy="4148750"/>
          </a:xfrm>
          <a:prstGeom prst="rect">
            <a:avLst/>
          </a:prstGeom>
        </p:spPr>
      </p:pic>
      <p:pic>
        <p:nvPicPr>
          <p:cNvPr id="4" name="Picture 3" descr="wingspan_logo.png"/>
          <p:cNvPicPr>
            <a:picLocks noChangeAspect="1"/>
          </p:cNvPicPr>
          <p:nvPr/>
        </p:nvPicPr>
        <p:blipFill>
          <a:blip r:embed="rId3"/>
          <a:stretch>
            <a:fillRect/>
          </a:stretch>
        </p:blipFill>
        <p:spPr>
          <a:xfrm>
            <a:off x="8394192" y="18316"/>
            <a:ext cx="749808" cy="630936"/>
          </a:xfrm>
          <a:prstGeom prst="rect">
            <a:avLst/>
          </a:prstGeom>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414145">
              <a:lnSpc>
                <a:spcPct val="100000"/>
              </a:lnSpc>
              <a:spcBef>
                <a:spcPts val="105"/>
              </a:spcBef>
            </a:pPr>
            <a:r>
              <a:rPr dirty="0"/>
              <a:t>HDFS</a:t>
            </a:r>
            <a:r>
              <a:rPr spc="-85" dirty="0"/>
              <a:t> </a:t>
            </a:r>
            <a:r>
              <a:rPr dirty="0"/>
              <a:t>and</a:t>
            </a:r>
            <a:r>
              <a:rPr spc="-85" dirty="0"/>
              <a:t> </a:t>
            </a:r>
            <a:r>
              <a:rPr dirty="0"/>
              <a:t>Data</a:t>
            </a:r>
            <a:r>
              <a:rPr spc="-80" dirty="0"/>
              <a:t> </a:t>
            </a:r>
            <a:r>
              <a:rPr spc="-10" dirty="0"/>
              <a:t>Locality</a:t>
            </a:r>
          </a:p>
        </p:txBody>
      </p:sp>
      <p:pic>
        <p:nvPicPr>
          <p:cNvPr id="3" name="object 3"/>
          <p:cNvPicPr/>
          <p:nvPr/>
        </p:nvPicPr>
        <p:blipFill>
          <a:blip r:embed="rId2" cstate="print"/>
          <a:stretch>
            <a:fillRect/>
          </a:stretch>
        </p:blipFill>
        <p:spPr>
          <a:xfrm>
            <a:off x="533400" y="1285849"/>
            <a:ext cx="7967800" cy="4869241"/>
          </a:xfrm>
          <a:prstGeom prst="rect">
            <a:avLst/>
          </a:prstGeom>
        </p:spPr>
      </p:pic>
      <p:pic>
        <p:nvPicPr>
          <p:cNvPr id="4" name="Picture 3" descr="wingspan_logo.png"/>
          <p:cNvPicPr>
            <a:picLocks noChangeAspect="1"/>
          </p:cNvPicPr>
          <p:nvPr/>
        </p:nvPicPr>
        <p:blipFill>
          <a:blip r:embed="rId3"/>
          <a:stretch>
            <a:fillRect/>
          </a:stretch>
        </p:blipFill>
        <p:spPr>
          <a:xfrm>
            <a:off x="8394192" y="-29547"/>
            <a:ext cx="749808" cy="630936"/>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361315">
              <a:lnSpc>
                <a:spcPct val="100000"/>
              </a:lnSpc>
              <a:spcBef>
                <a:spcPts val="105"/>
              </a:spcBef>
            </a:pPr>
            <a:r>
              <a:rPr spc="-10" dirty="0"/>
              <a:t>Parallel</a:t>
            </a:r>
            <a:r>
              <a:rPr spc="-135" dirty="0"/>
              <a:t> </a:t>
            </a:r>
            <a:r>
              <a:rPr spc="-10" dirty="0"/>
              <a:t>Operations</a:t>
            </a:r>
            <a:r>
              <a:rPr spc="-130" dirty="0"/>
              <a:t> </a:t>
            </a:r>
            <a:r>
              <a:rPr dirty="0"/>
              <a:t>on</a:t>
            </a:r>
            <a:r>
              <a:rPr spc="-125" dirty="0"/>
              <a:t> </a:t>
            </a:r>
            <a:r>
              <a:rPr spc="-10" dirty="0"/>
              <a:t>Partitions</a:t>
            </a:r>
          </a:p>
        </p:txBody>
      </p:sp>
      <p:sp>
        <p:nvSpPr>
          <p:cNvPr id="3" name="object 3"/>
          <p:cNvSpPr txBox="1"/>
          <p:nvPr/>
        </p:nvSpPr>
        <p:spPr>
          <a:xfrm>
            <a:off x="764540" y="2011426"/>
            <a:ext cx="7485380" cy="3317875"/>
          </a:xfrm>
          <a:prstGeom prst="rect">
            <a:avLst/>
          </a:prstGeom>
        </p:spPr>
        <p:txBody>
          <a:bodyPr vert="horz" wrap="square" lIns="0" tIns="17780" rIns="0" bIns="0" rtlCol="0">
            <a:spAutoFit/>
          </a:bodyPr>
          <a:lstStyle/>
          <a:p>
            <a:pPr marL="12700" marR="5080">
              <a:lnSpc>
                <a:spcPct val="99000"/>
              </a:lnSpc>
              <a:spcBef>
                <a:spcPts val="140"/>
              </a:spcBef>
              <a:tabLst>
                <a:tab pos="1750060" algn="l"/>
              </a:tabLst>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RDD</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35" dirty="0">
                <a:latin typeface="Calibri" panose="020F0502020204030204"/>
                <a:cs typeface="Calibri" panose="020F0502020204030204"/>
              </a:rPr>
              <a:t> </a:t>
            </a:r>
            <a:r>
              <a:rPr sz="2400" b="1" dirty="0">
                <a:latin typeface="Calibri" panose="020F0502020204030204"/>
                <a:cs typeface="Calibri" panose="020F0502020204030204"/>
              </a:rPr>
              <a:t>are</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executed</a:t>
            </a:r>
            <a:r>
              <a:rPr sz="2400" b="1" spc="-40" dirty="0">
                <a:latin typeface="Calibri" panose="020F0502020204030204"/>
                <a:cs typeface="Calibri" panose="020F0502020204030204"/>
              </a:rPr>
              <a:t> </a:t>
            </a:r>
            <a:r>
              <a:rPr sz="2400" b="1" dirty="0">
                <a:latin typeface="Calibri" panose="020F0502020204030204"/>
                <a:cs typeface="Calibri" panose="020F0502020204030204"/>
              </a:rPr>
              <a:t>in</a:t>
            </a:r>
            <a:r>
              <a:rPr sz="2400" b="1" spc="-35" dirty="0">
                <a:latin typeface="Calibri" panose="020F0502020204030204"/>
                <a:cs typeface="Calibri" panose="020F0502020204030204"/>
              </a:rPr>
              <a:t> </a:t>
            </a:r>
            <a:r>
              <a:rPr sz="2400" b="1" dirty="0">
                <a:latin typeface="Calibri" panose="020F0502020204030204"/>
                <a:cs typeface="Calibri" panose="020F0502020204030204"/>
              </a:rPr>
              <a:t>parallel</a:t>
            </a:r>
            <a:r>
              <a:rPr sz="2400" b="1" spc="-60" dirty="0">
                <a:latin typeface="Calibri" panose="020F0502020204030204"/>
                <a:cs typeface="Calibri" panose="020F0502020204030204"/>
              </a:rPr>
              <a:t> </a:t>
            </a:r>
            <a:r>
              <a:rPr sz="2400" b="1" dirty="0">
                <a:latin typeface="Calibri" panose="020F0502020204030204"/>
                <a:cs typeface="Calibri" panose="020F0502020204030204"/>
              </a:rPr>
              <a:t>on</a:t>
            </a:r>
            <a:r>
              <a:rPr sz="2400" b="1" spc="-35" dirty="0">
                <a:latin typeface="Calibri" panose="020F0502020204030204"/>
                <a:cs typeface="Calibri" panose="020F0502020204030204"/>
              </a:rPr>
              <a:t> </a:t>
            </a:r>
            <a:r>
              <a:rPr sz="2400" b="1" dirty="0">
                <a:latin typeface="Calibri" panose="020F0502020204030204"/>
                <a:cs typeface="Calibri" panose="020F0502020204030204"/>
              </a:rPr>
              <a:t>each</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partition </a:t>
            </a:r>
            <a:r>
              <a:rPr sz="2400" spc="-10" dirty="0">
                <a:latin typeface="Calibri" panose="020F0502020204030204"/>
                <a:cs typeface="Calibri" panose="020F0502020204030204"/>
              </a:rPr>
              <a:t>–</a:t>
            </a:r>
            <a:r>
              <a:rPr sz="2400" dirty="0">
                <a:latin typeface="Calibri" panose="020F0502020204030204"/>
                <a:cs typeface="Calibri" panose="020F0502020204030204"/>
              </a:rPr>
              <a:t>When</a:t>
            </a:r>
            <a:r>
              <a:rPr sz="2400" spc="-65" dirty="0">
                <a:latin typeface="Calibri" panose="020F0502020204030204"/>
                <a:cs typeface="Calibri" panose="020F0502020204030204"/>
              </a:rPr>
              <a:t> </a:t>
            </a:r>
            <a:r>
              <a:rPr sz="2400" dirty="0">
                <a:latin typeface="Calibri" panose="020F0502020204030204"/>
                <a:cs typeface="Calibri" panose="020F0502020204030204"/>
              </a:rPr>
              <a:t>possible,</a:t>
            </a:r>
            <a:r>
              <a:rPr sz="2400" spc="-50" dirty="0">
                <a:latin typeface="Calibri" panose="020F0502020204030204"/>
                <a:cs typeface="Calibri" panose="020F0502020204030204"/>
              </a:rPr>
              <a:t> </a:t>
            </a:r>
            <a:r>
              <a:rPr sz="2400" dirty="0">
                <a:latin typeface="Calibri" panose="020F0502020204030204"/>
                <a:cs typeface="Calibri" panose="020F0502020204030204"/>
              </a:rPr>
              <a:t>tasks</a:t>
            </a:r>
            <a:r>
              <a:rPr sz="2400" spc="-70" dirty="0">
                <a:latin typeface="Calibri" panose="020F0502020204030204"/>
                <a:cs typeface="Calibri" panose="020F0502020204030204"/>
              </a:rPr>
              <a:t> </a:t>
            </a:r>
            <a:r>
              <a:rPr sz="2400" spc="-10" dirty="0">
                <a:latin typeface="Calibri" panose="020F0502020204030204"/>
                <a:cs typeface="Calibri" panose="020F0502020204030204"/>
              </a:rPr>
              <a:t>execute</a:t>
            </a:r>
            <a:r>
              <a:rPr sz="2400" spc="-75" dirty="0">
                <a:latin typeface="Calibri" panose="020F0502020204030204"/>
                <a:cs typeface="Calibri" panose="020F0502020204030204"/>
              </a:rPr>
              <a:t> </a:t>
            </a:r>
            <a:r>
              <a:rPr sz="2400" dirty="0">
                <a:latin typeface="Calibri" panose="020F0502020204030204"/>
                <a:cs typeface="Calibri" panose="020F0502020204030204"/>
              </a:rPr>
              <a:t>on</a:t>
            </a:r>
            <a:r>
              <a:rPr sz="2400" spc="-60" dirty="0">
                <a:latin typeface="Calibri" panose="020F0502020204030204"/>
                <a:cs typeface="Calibri" panose="020F0502020204030204"/>
              </a:rPr>
              <a:t> </a:t>
            </a:r>
            <a:r>
              <a:rPr sz="2400" dirty="0">
                <a:latin typeface="Calibri" panose="020F0502020204030204"/>
                <a:cs typeface="Calibri" panose="020F0502020204030204"/>
              </a:rPr>
              <a:t>the</a:t>
            </a:r>
            <a:r>
              <a:rPr sz="2400" spc="-65" dirty="0">
                <a:latin typeface="Calibri" panose="020F0502020204030204"/>
                <a:cs typeface="Calibri" panose="020F0502020204030204"/>
              </a:rPr>
              <a:t> </a:t>
            </a:r>
            <a:r>
              <a:rPr sz="2400" dirty="0">
                <a:latin typeface="Calibri" panose="020F0502020204030204"/>
                <a:cs typeface="Calibri" panose="020F0502020204030204"/>
              </a:rPr>
              <a:t>worker</a:t>
            </a:r>
            <a:r>
              <a:rPr sz="2400" spc="-65" dirty="0">
                <a:latin typeface="Calibri" panose="020F0502020204030204"/>
                <a:cs typeface="Calibri" panose="020F0502020204030204"/>
              </a:rPr>
              <a:t> </a:t>
            </a:r>
            <a:r>
              <a:rPr sz="2400" dirty="0">
                <a:latin typeface="Calibri" panose="020F0502020204030204"/>
                <a:cs typeface="Calibri" panose="020F0502020204030204"/>
              </a:rPr>
              <a:t>nodes</a:t>
            </a:r>
            <a:r>
              <a:rPr sz="2400" spc="-55" dirty="0">
                <a:latin typeface="Calibri" panose="020F0502020204030204"/>
                <a:cs typeface="Calibri" panose="020F0502020204030204"/>
              </a:rPr>
              <a:t> </a:t>
            </a:r>
            <a:r>
              <a:rPr sz="2400" spc="-10" dirty="0">
                <a:latin typeface="Calibri" panose="020F0502020204030204"/>
                <a:cs typeface="Calibri" panose="020F0502020204030204"/>
              </a:rPr>
              <a:t>where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dirty="0">
                <a:latin typeface="Calibri" panose="020F0502020204030204"/>
                <a:cs typeface="Calibri" panose="020F0502020204030204"/>
              </a:rPr>
              <a:t>data</a:t>
            </a:r>
            <a:r>
              <a:rPr sz="2400" spc="-50" dirty="0">
                <a:latin typeface="Calibri" panose="020F0502020204030204"/>
                <a:cs typeface="Calibri" panose="020F0502020204030204"/>
              </a:rPr>
              <a:t> </a:t>
            </a:r>
            <a:r>
              <a:rPr sz="2400" dirty="0">
                <a:latin typeface="Calibri" panose="020F0502020204030204"/>
                <a:cs typeface="Calibri" panose="020F0502020204030204"/>
              </a:rPr>
              <a:t>is</a:t>
            </a:r>
            <a:r>
              <a:rPr sz="2400" spc="-65" dirty="0">
                <a:latin typeface="Calibri" panose="020F0502020204030204"/>
                <a:cs typeface="Calibri" panose="020F0502020204030204"/>
              </a:rPr>
              <a:t> </a:t>
            </a:r>
            <a:r>
              <a:rPr sz="2400" spc="-25" dirty="0">
                <a:latin typeface="Calibri" panose="020F0502020204030204"/>
                <a:cs typeface="Calibri" panose="020F0502020204030204"/>
              </a:rPr>
              <a:t>in</a:t>
            </a:r>
            <a:r>
              <a:rPr sz="2400" dirty="0">
                <a:latin typeface="Calibri" panose="020F0502020204030204"/>
                <a:cs typeface="Calibri" panose="020F0502020204030204"/>
              </a:rPr>
              <a:t>	</a:t>
            </a:r>
            <a:r>
              <a:rPr sz="2400" spc="-10" dirty="0">
                <a:latin typeface="Calibri" panose="020F0502020204030204"/>
                <a:cs typeface="Calibri" panose="020F0502020204030204"/>
              </a:rPr>
              <a:t>stored</a:t>
            </a:r>
            <a:endParaRPr sz="2400">
              <a:latin typeface="Calibri" panose="020F0502020204030204"/>
              <a:cs typeface="Calibri" panose="020F0502020204030204"/>
            </a:endParaRPr>
          </a:p>
          <a:p>
            <a:pPr>
              <a:lnSpc>
                <a:spcPct val="100000"/>
              </a:lnSpc>
              <a:spcBef>
                <a:spcPts val="30"/>
              </a:spcBef>
            </a:pPr>
            <a:endParaRPr sz="2400">
              <a:latin typeface="Calibri" panose="020F0502020204030204"/>
              <a:cs typeface="Calibri" panose="020F0502020204030204"/>
            </a:endParaRPr>
          </a:p>
          <a:p>
            <a:pPr marL="12700">
              <a:lnSpc>
                <a:spcPct val="100000"/>
              </a:lnSpc>
              <a:spcBef>
                <a:spcPts val="5"/>
              </a:spcBef>
            </a:pPr>
            <a:r>
              <a:rPr sz="2400" dirty="0">
                <a:latin typeface="Calibri" panose="020F0502020204030204"/>
                <a:cs typeface="Calibri" panose="020F0502020204030204"/>
              </a:rPr>
              <a:t>§</a:t>
            </a:r>
            <a:r>
              <a:rPr sz="2400" spc="-60" dirty="0">
                <a:latin typeface="Calibri" panose="020F0502020204030204"/>
                <a:cs typeface="Calibri" panose="020F0502020204030204"/>
              </a:rPr>
              <a:t> </a:t>
            </a:r>
            <a:r>
              <a:rPr sz="2400" b="1" dirty="0">
                <a:latin typeface="Calibri" panose="020F0502020204030204"/>
                <a:cs typeface="Calibri" panose="020F0502020204030204"/>
              </a:rPr>
              <a:t>Some</a:t>
            </a:r>
            <a:r>
              <a:rPr sz="2400" b="1" spc="-75"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55" dirty="0">
                <a:latin typeface="Calibri" panose="020F0502020204030204"/>
                <a:cs typeface="Calibri" panose="020F0502020204030204"/>
              </a:rPr>
              <a:t> </a:t>
            </a:r>
            <a:r>
              <a:rPr sz="2400" b="1" dirty="0">
                <a:latin typeface="Calibri" panose="020F0502020204030204"/>
                <a:cs typeface="Calibri" panose="020F0502020204030204"/>
              </a:rPr>
              <a:t>preserve</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partitioning</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Such</a:t>
            </a:r>
            <a:r>
              <a:rPr sz="2400" spc="-45" dirty="0">
                <a:latin typeface="Calibri" panose="020F0502020204030204"/>
                <a:cs typeface="Calibri" panose="020F0502020204030204"/>
              </a:rPr>
              <a:t> </a:t>
            </a:r>
            <a:r>
              <a:rPr sz="2400" dirty="0">
                <a:latin typeface="Calibri" panose="020F0502020204030204"/>
                <a:cs typeface="Calibri" panose="020F0502020204030204"/>
              </a:rPr>
              <a:t>as</a:t>
            </a:r>
            <a:r>
              <a:rPr sz="2400" spc="-45" dirty="0">
                <a:latin typeface="Calibri" panose="020F0502020204030204"/>
                <a:cs typeface="Calibri" panose="020F0502020204030204"/>
              </a:rPr>
              <a:t> </a:t>
            </a:r>
            <a:r>
              <a:rPr sz="2400" b="1" dirty="0">
                <a:latin typeface="Calibri" panose="020F0502020204030204"/>
                <a:cs typeface="Calibri" panose="020F0502020204030204"/>
              </a:rPr>
              <a:t>map</a:t>
            </a: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flatMap</a:t>
            </a:r>
            <a:r>
              <a:rPr sz="2400" dirty="0">
                <a:latin typeface="Calibri" panose="020F0502020204030204"/>
                <a:cs typeface="Calibri" panose="020F0502020204030204"/>
              </a:rPr>
              <a:t>,</a:t>
            </a:r>
            <a:r>
              <a:rPr sz="2400" spc="-15" dirty="0">
                <a:latin typeface="Calibri" panose="020F0502020204030204"/>
                <a:cs typeface="Calibri" panose="020F0502020204030204"/>
              </a:rPr>
              <a:t> </a:t>
            </a:r>
            <a:r>
              <a:rPr sz="2400" dirty="0">
                <a:latin typeface="Calibri" panose="020F0502020204030204"/>
                <a:cs typeface="Calibri" panose="020F0502020204030204"/>
              </a:rPr>
              <a:t>or</a:t>
            </a:r>
            <a:r>
              <a:rPr sz="2400" spc="-40" dirty="0">
                <a:latin typeface="Calibri" panose="020F0502020204030204"/>
                <a:cs typeface="Calibri" panose="020F0502020204030204"/>
              </a:rPr>
              <a:t> </a:t>
            </a:r>
            <a:r>
              <a:rPr sz="2400" b="1" spc="-10" dirty="0">
                <a:latin typeface="Calibri" panose="020F0502020204030204"/>
                <a:cs typeface="Calibri" panose="020F0502020204030204"/>
              </a:rPr>
              <a:t>filter</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Some</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repartition</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Such</a:t>
            </a:r>
            <a:r>
              <a:rPr sz="2400" spc="-50" dirty="0">
                <a:latin typeface="Calibri" panose="020F0502020204030204"/>
                <a:cs typeface="Calibri" panose="020F0502020204030204"/>
              </a:rPr>
              <a:t> </a:t>
            </a:r>
            <a:r>
              <a:rPr sz="2400" dirty="0">
                <a:latin typeface="Calibri" panose="020F0502020204030204"/>
                <a:cs typeface="Calibri" panose="020F0502020204030204"/>
              </a:rPr>
              <a:t>as</a:t>
            </a:r>
            <a:r>
              <a:rPr sz="2400" spc="-50" dirty="0">
                <a:latin typeface="Calibri" panose="020F0502020204030204"/>
                <a:cs typeface="Calibri" panose="020F0502020204030204"/>
              </a:rPr>
              <a:t> </a:t>
            </a:r>
            <a:r>
              <a:rPr sz="2400" b="1" spc="-10" dirty="0">
                <a:latin typeface="Calibri" panose="020F0502020204030204"/>
                <a:cs typeface="Calibri" panose="020F0502020204030204"/>
              </a:rPr>
              <a:t>reduceByKey</a:t>
            </a:r>
            <a:r>
              <a:rPr sz="2400" spc="-10" dirty="0">
                <a:latin typeface="Calibri" panose="020F0502020204030204"/>
                <a:cs typeface="Calibri" panose="020F0502020204030204"/>
              </a:rPr>
              <a:t>,</a:t>
            </a:r>
            <a:r>
              <a:rPr sz="2400" spc="-45" dirty="0">
                <a:latin typeface="Calibri" panose="020F0502020204030204"/>
                <a:cs typeface="Calibri" panose="020F0502020204030204"/>
              </a:rPr>
              <a:t> </a:t>
            </a:r>
            <a:r>
              <a:rPr sz="2400" b="1" spc="-10" dirty="0">
                <a:latin typeface="Calibri" panose="020F0502020204030204"/>
                <a:cs typeface="Calibri" panose="020F0502020204030204"/>
              </a:rPr>
              <a:t>sortByKey</a:t>
            </a:r>
            <a:r>
              <a:rPr sz="2400" spc="-1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join</a:t>
            </a: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dirty="0">
                <a:latin typeface="Calibri" panose="020F0502020204030204"/>
                <a:cs typeface="Calibri" panose="020F0502020204030204"/>
              </a:rPr>
              <a:t>or</a:t>
            </a:r>
            <a:r>
              <a:rPr sz="2400" spc="-65" dirty="0">
                <a:latin typeface="Calibri" panose="020F0502020204030204"/>
                <a:cs typeface="Calibri" panose="020F0502020204030204"/>
              </a:rPr>
              <a:t> </a:t>
            </a:r>
            <a:r>
              <a:rPr sz="2400" b="1" spc="-10" dirty="0">
                <a:latin typeface="Calibri" panose="020F0502020204030204"/>
                <a:cs typeface="Calibri" panose="020F0502020204030204"/>
              </a:rPr>
              <a:t>groupByKey</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3074035" marR="5080" indent="-2565400">
              <a:lnSpc>
                <a:spcPct val="100000"/>
              </a:lnSpc>
              <a:spcBef>
                <a:spcPts val="95"/>
              </a:spcBef>
            </a:pPr>
            <a:r>
              <a:rPr sz="4000" spc="-10" dirty="0"/>
              <a:t>Example:</a:t>
            </a:r>
            <a:r>
              <a:rPr sz="4000" spc="-175" dirty="0"/>
              <a:t> </a:t>
            </a:r>
            <a:r>
              <a:rPr sz="4000" spc="-25" dirty="0"/>
              <a:t>Average</a:t>
            </a:r>
            <a:r>
              <a:rPr sz="4000" spc="-160" dirty="0"/>
              <a:t> </a:t>
            </a:r>
            <a:r>
              <a:rPr sz="4000" spc="-25" dirty="0"/>
              <a:t>Word</a:t>
            </a:r>
            <a:r>
              <a:rPr sz="4000" spc="-155" dirty="0"/>
              <a:t> </a:t>
            </a:r>
            <a:r>
              <a:rPr sz="4000" dirty="0"/>
              <a:t>Length</a:t>
            </a:r>
            <a:r>
              <a:rPr sz="4000" spc="-170" dirty="0"/>
              <a:t> </a:t>
            </a:r>
            <a:r>
              <a:rPr sz="4000" spc="-25" dirty="0"/>
              <a:t>by </a:t>
            </a:r>
            <a:r>
              <a:rPr sz="4000" dirty="0"/>
              <a:t>Letter</a:t>
            </a:r>
            <a:r>
              <a:rPr sz="4000" spc="-200" dirty="0"/>
              <a:t> </a:t>
            </a:r>
            <a:r>
              <a:rPr sz="4000" spc="-25" dirty="0"/>
              <a:t>(1)</a:t>
            </a:r>
            <a:endParaRPr sz="4000"/>
          </a:p>
        </p:txBody>
      </p:sp>
      <p:pic>
        <p:nvPicPr>
          <p:cNvPr id="3" name="object 3"/>
          <p:cNvPicPr/>
          <p:nvPr/>
        </p:nvPicPr>
        <p:blipFill>
          <a:blip r:embed="rId2" cstate="print"/>
          <a:stretch>
            <a:fillRect/>
          </a:stretch>
        </p:blipFill>
        <p:spPr>
          <a:xfrm>
            <a:off x="696817" y="1613634"/>
            <a:ext cx="7514039" cy="4329965"/>
          </a:xfrm>
          <a:prstGeom prst="rect">
            <a:avLst/>
          </a:prstGeom>
        </p:spPr>
      </p:pic>
      <p:pic>
        <p:nvPicPr>
          <p:cNvPr id="4" name="Picture 3" descr="wingspan_logo.png"/>
          <p:cNvPicPr>
            <a:picLocks noChangeAspect="1"/>
          </p:cNvPicPr>
          <p:nvPr/>
        </p:nvPicPr>
        <p:blipFill>
          <a:blip r:embed="rId3"/>
          <a:stretch>
            <a:fillRect/>
          </a:stretch>
        </p:blipFill>
        <p:spPr>
          <a:xfrm>
            <a:off x="8414408" y="14658"/>
            <a:ext cx="749808" cy="630936"/>
          </a:xfrm>
          <a:prstGeom prst="rect">
            <a:avLst/>
          </a:prstGeom>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1910" rIns="0" bIns="0" rtlCol="0">
            <a:spAutoFit/>
          </a:bodyPr>
          <a:lstStyle/>
          <a:p>
            <a:pPr marL="3055620" marR="5080" indent="-2546985">
              <a:lnSpc>
                <a:spcPts val="4660"/>
              </a:lnSpc>
              <a:spcBef>
                <a:spcPts val="330"/>
              </a:spcBef>
            </a:pPr>
            <a:r>
              <a:rPr sz="4000" spc="-10" dirty="0"/>
              <a:t>Example:</a:t>
            </a:r>
            <a:r>
              <a:rPr sz="4000" spc="-175" dirty="0"/>
              <a:t> </a:t>
            </a:r>
            <a:r>
              <a:rPr sz="4000" spc="-25" dirty="0"/>
              <a:t>Average</a:t>
            </a:r>
            <a:r>
              <a:rPr sz="4000" spc="-160" dirty="0"/>
              <a:t> </a:t>
            </a:r>
            <a:r>
              <a:rPr sz="4000" spc="-25" dirty="0"/>
              <a:t>Word</a:t>
            </a:r>
            <a:r>
              <a:rPr sz="4000" spc="-155" dirty="0"/>
              <a:t> </a:t>
            </a:r>
            <a:r>
              <a:rPr sz="4000" dirty="0"/>
              <a:t>Length</a:t>
            </a:r>
            <a:r>
              <a:rPr sz="4000" spc="-170" dirty="0"/>
              <a:t> </a:t>
            </a:r>
            <a:r>
              <a:rPr sz="4000" spc="-25" dirty="0"/>
              <a:t>by </a:t>
            </a:r>
            <a:r>
              <a:rPr sz="4000" dirty="0"/>
              <a:t>Letter</a:t>
            </a:r>
            <a:r>
              <a:rPr sz="4000" spc="-204" dirty="0"/>
              <a:t> </a:t>
            </a:r>
            <a:r>
              <a:rPr sz="4000" spc="-25" dirty="0"/>
              <a:t>(</a:t>
            </a:r>
            <a:r>
              <a:rPr sz="4000" spc="-25" dirty="0">
                <a:latin typeface="Microsoft JhengHei" panose="020B0604030504040204" charset="-120"/>
                <a:cs typeface="Microsoft JhengHei" panose="020B0604030504040204" charset="-120"/>
              </a:rPr>
              <a:t>2</a:t>
            </a:r>
            <a:r>
              <a:rPr sz="4000" spc="-25" dirty="0"/>
              <a:t>)</a:t>
            </a:r>
            <a:endParaRPr sz="4000">
              <a:latin typeface="Microsoft JhengHei" panose="020B0604030504040204" charset="-120"/>
              <a:cs typeface="Microsoft JhengHei" panose="020B0604030504040204" charset="-120"/>
            </a:endParaRPr>
          </a:p>
        </p:txBody>
      </p:sp>
      <p:pic>
        <p:nvPicPr>
          <p:cNvPr id="3" name="object 3"/>
          <p:cNvPicPr/>
          <p:nvPr/>
        </p:nvPicPr>
        <p:blipFill>
          <a:blip r:embed="rId2" cstate="print"/>
          <a:stretch>
            <a:fillRect/>
          </a:stretch>
        </p:blipFill>
        <p:spPr>
          <a:xfrm>
            <a:off x="806264" y="1571269"/>
            <a:ext cx="7491818" cy="4371068"/>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1910" rIns="0" bIns="0" rtlCol="0">
            <a:spAutoFit/>
          </a:bodyPr>
          <a:lstStyle/>
          <a:p>
            <a:pPr marL="3055620" marR="5080" indent="-2546985">
              <a:lnSpc>
                <a:spcPts val="4660"/>
              </a:lnSpc>
              <a:spcBef>
                <a:spcPts val="330"/>
              </a:spcBef>
            </a:pPr>
            <a:r>
              <a:rPr sz="4000" spc="-10" dirty="0"/>
              <a:t>Example:</a:t>
            </a:r>
            <a:r>
              <a:rPr sz="4000" spc="-175" dirty="0"/>
              <a:t> </a:t>
            </a:r>
            <a:r>
              <a:rPr sz="4000" spc="-25" dirty="0"/>
              <a:t>Average</a:t>
            </a:r>
            <a:r>
              <a:rPr sz="4000" spc="-160" dirty="0"/>
              <a:t> </a:t>
            </a:r>
            <a:r>
              <a:rPr sz="4000" spc="-25" dirty="0"/>
              <a:t>Word</a:t>
            </a:r>
            <a:r>
              <a:rPr sz="4000" spc="-155" dirty="0"/>
              <a:t> </a:t>
            </a:r>
            <a:r>
              <a:rPr sz="4000" dirty="0"/>
              <a:t>Length</a:t>
            </a:r>
            <a:r>
              <a:rPr sz="4000" spc="-170" dirty="0"/>
              <a:t> </a:t>
            </a:r>
            <a:r>
              <a:rPr sz="4000" spc="-25" dirty="0"/>
              <a:t>by </a:t>
            </a:r>
            <a:r>
              <a:rPr sz="4000" dirty="0"/>
              <a:t>Letter</a:t>
            </a:r>
            <a:r>
              <a:rPr sz="4000" spc="-204" dirty="0"/>
              <a:t> </a:t>
            </a:r>
            <a:r>
              <a:rPr sz="4000" spc="-25" dirty="0"/>
              <a:t>(</a:t>
            </a:r>
            <a:r>
              <a:rPr sz="4000" spc="-25" dirty="0">
                <a:latin typeface="Microsoft JhengHei" panose="020B0604030504040204" charset="-120"/>
                <a:cs typeface="Microsoft JhengHei" panose="020B0604030504040204" charset="-120"/>
              </a:rPr>
              <a:t>3</a:t>
            </a:r>
            <a:r>
              <a:rPr sz="4000" spc="-25" dirty="0"/>
              <a:t>)</a:t>
            </a:r>
            <a:endParaRPr sz="4000">
              <a:latin typeface="Microsoft JhengHei" panose="020B0604030504040204" charset="-120"/>
              <a:cs typeface="Microsoft JhengHei" panose="020B0604030504040204" charset="-120"/>
            </a:endParaRPr>
          </a:p>
        </p:txBody>
      </p:sp>
      <p:pic>
        <p:nvPicPr>
          <p:cNvPr id="3" name="object 3"/>
          <p:cNvPicPr/>
          <p:nvPr/>
        </p:nvPicPr>
        <p:blipFill>
          <a:blip r:embed="rId2" cstate="print"/>
          <a:stretch>
            <a:fillRect/>
          </a:stretch>
        </p:blipFill>
        <p:spPr>
          <a:xfrm>
            <a:off x="902926" y="1631876"/>
            <a:ext cx="7357202" cy="4379772"/>
          </a:xfrm>
          <a:prstGeom prst="rect">
            <a:avLst/>
          </a:prstGeom>
        </p:spPr>
      </p:pic>
      <p:pic>
        <p:nvPicPr>
          <p:cNvPr id="4" name="Picture 3" descr="wingspan_logo.png"/>
          <p:cNvPicPr>
            <a:picLocks noChangeAspect="1"/>
          </p:cNvPicPr>
          <p:nvPr/>
        </p:nvPicPr>
        <p:blipFill>
          <a:blip r:embed="rId3"/>
          <a:stretch>
            <a:fillRect/>
          </a:stretch>
        </p:blipFill>
        <p:spPr>
          <a:xfrm>
            <a:off x="8414408" y="-3584"/>
            <a:ext cx="749808" cy="630936"/>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1910" rIns="0" bIns="0" rtlCol="0">
            <a:spAutoFit/>
          </a:bodyPr>
          <a:lstStyle/>
          <a:p>
            <a:pPr marL="3055620" marR="5080" indent="-2546985">
              <a:lnSpc>
                <a:spcPts val="4660"/>
              </a:lnSpc>
              <a:spcBef>
                <a:spcPts val="330"/>
              </a:spcBef>
            </a:pPr>
            <a:r>
              <a:rPr sz="4000" spc="-10" dirty="0"/>
              <a:t>Example:</a:t>
            </a:r>
            <a:r>
              <a:rPr sz="4000" spc="-175" dirty="0"/>
              <a:t> </a:t>
            </a:r>
            <a:r>
              <a:rPr sz="4000" spc="-25" dirty="0"/>
              <a:t>Average</a:t>
            </a:r>
            <a:r>
              <a:rPr sz="4000" spc="-160" dirty="0"/>
              <a:t> </a:t>
            </a:r>
            <a:r>
              <a:rPr sz="4000" spc="-25" dirty="0"/>
              <a:t>Word</a:t>
            </a:r>
            <a:r>
              <a:rPr sz="4000" spc="-155" dirty="0"/>
              <a:t> </a:t>
            </a:r>
            <a:r>
              <a:rPr sz="4000" dirty="0"/>
              <a:t>Length</a:t>
            </a:r>
            <a:r>
              <a:rPr sz="4000" spc="-170" dirty="0"/>
              <a:t> </a:t>
            </a:r>
            <a:r>
              <a:rPr sz="4000" spc="-25" dirty="0"/>
              <a:t>by </a:t>
            </a:r>
            <a:r>
              <a:rPr sz="4000" dirty="0"/>
              <a:t>Letter</a:t>
            </a:r>
            <a:r>
              <a:rPr sz="4000" spc="-204" dirty="0"/>
              <a:t> </a:t>
            </a:r>
            <a:r>
              <a:rPr sz="4000" spc="-25" dirty="0"/>
              <a:t>(</a:t>
            </a:r>
            <a:r>
              <a:rPr sz="4000" spc="-25" dirty="0">
                <a:latin typeface="Microsoft JhengHei" panose="020B0604030504040204" charset="-120"/>
                <a:cs typeface="Microsoft JhengHei" panose="020B0604030504040204" charset="-120"/>
              </a:rPr>
              <a:t>4</a:t>
            </a:r>
            <a:r>
              <a:rPr sz="4000" spc="-25" dirty="0"/>
              <a:t>)</a:t>
            </a:r>
            <a:endParaRPr sz="4000">
              <a:latin typeface="Microsoft JhengHei" panose="020B0604030504040204" charset="-120"/>
              <a:cs typeface="Microsoft JhengHei" panose="020B0604030504040204" charset="-120"/>
            </a:endParaRPr>
          </a:p>
        </p:txBody>
      </p:sp>
      <p:pic>
        <p:nvPicPr>
          <p:cNvPr id="3" name="object 3"/>
          <p:cNvPicPr/>
          <p:nvPr/>
        </p:nvPicPr>
        <p:blipFill>
          <a:blip r:embed="rId2" cstate="print"/>
          <a:stretch>
            <a:fillRect/>
          </a:stretch>
        </p:blipFill>
        <p:spPr>
          <a:xfrm>
            <a:off x="1271072" y="1696750"/>
            <a:ext cx="6702987" cy="3990395"/>
          </a:xfrm>
          <a:prstGeom prst="rect">
            <a:avLst/>
          </a:prstGeom>
        </p:spPr>
      </p:pic>
      <p:pic>
        <p:nvPicPr>
          <p:cNvPr id="4" name="Picture 3" descr="wingspan_logo.png"/>
          <p:cNvPicPr>
            <a:picLocks noChangeAspect="1"/>
          </p:cNvPicPr>
          <p:nvPr/>
        </p:nvPicPr>
        <p:blipFill>
          <a:blip r:embed="rId3"/>
          <a:stretch>
            <a:fillRect/>
          </a:stretch>
        </p:blipFill>
        <p:spPr>
          <a:xfrm>
            <a:off x="8394192" y="-3110"/>
            <a:ext cx="749808" cy="630936"/>
          </a:xfrm>
          <a:prstGeom prst="rect">
            <a:avLst/>
          </a:prstGeom>
        </p:spPr>
      </p:pic>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41910" rIns="0" bIns="0" rtlCol="0">
            <a:spAutoFit/>
          </a:bodyPr>
          <a:lstStyle/>
          <a:p>
            <a:pPr marL="3055620" marR="5080" indent="-2546985">
              <a:lnSpc>
                <a:spcPts val="4660"/>
              </a:lnSpc>
              <a:spcBef>
                <a:spcPts val="330"/>
              </a:spcBef>
            </a:pPr>
            <a:r>
              <a:rPr sz="4000" spc="-10" dirty="0"/>
              <a:t>Example:</a:t>
            </a:r>
            <a:r>
              <a:rPr sz="4000" spc="-175" dirty="0"/>
              <a:t> </a:t>
            </a:r>
            <a:r>
              <a:rPr sz="4000" spc="-25" dirty="0"/>
              <a:t>Average</a:t>
            </a:r>
            <a:r>
              <a:rPr sz="4000" spc="-160" dirty="0"/>
              <a:t> </a:t>
            </a:r>
            <a:r>
              <a:rPr sz="4000" spc="-25" dirty="0"/>
              <a:t>Word</a:t>
            </a:r>
            <a:r>
              <a:rPr sz="4000" spc="-155" dirty="0"/>
              <a:t> </a:t>
            </a:r>
            <a:r>
              <a:rPr sz="4000" dirty="0"/>
              <a:t>Length</a:t>
            </a:r>
            <a:r>
              <a:rPr sz="4000" spc="-170" dirty="0"/>
              <a:t> </a:t>
            </a:r>
            <a:r>
              <a:rPr sz="4000" spc="-25" dirty="0"/>
              <a:t>by </a:t>
            </a:r>
            <a:r>
              <a:rPr sz="4000" dirty="0"/>
              <a:t>Letter</a:t>
            </a:r>
            <a:r>
              <a:rPr sz="4000" spc="-204" dirty="0"/>
              <a:t> </a:t>
            </a:r>
            <a:r>
              <a:rPr sz="4000" spc="-25" dirty="0"/>
              <a:t>(</a:t>
            </a:r>
            <a:r>
              <a:rPr sz="4000" spc="-25" dirty="0">
                <a:latin typeface="Microsoft JhengHei" panose="020B0604030504040204" charset="-120"/>
                <a:cs typeface="Microsoft JhengHei" panose="020B0604030504040204" charset="-120"/>
              </a:rPr>
              <a:t>5</a:t>
            </a:r>
            <a:r>
              <a:rPr sz="4000" spc="-25" dirty="0"/>
              <a:t>)</a:t>
            </a:r>
            <a:endParaRPr sz="4000">
              <a:latin typeface="Microsoft JhengHei" panose="020B0604030504040204" charset="-120"/>
              <a:cs typeface="Microsoft JhengHei" panose="020B0604030504040204" charset="-120"/>
            </a:endParaRPr>
          </a:p>
        </p:txBody>
      </p:sp>
      <p:pic>
        <p:nvPicPr>
          <p:cNvPr id="3" name="object 3"/>
          <p:cNvPicPr/>
          <p:nvPr/>
        </p:nvPicPr>
        <p:blipFill>
          <a:blip r:embed="rId2" cstate="print"/>
          <a:stretch>
            <a:fillRect/>
          </a:stretch>
        </p:blipFill>
        <p:spPr>
          <a:xfrm>
            <a:off x="556591" y="1702711"/>
            <a:ext cx="7350055" cy="4161955"/>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3827526" y="461594"/>
            <a:ext cx="1490345" cy="697230"/>
          </a:xfrm>
          <a:prstGeom prst="rect">
            <a:avLst/>
          </a:prstGeom>
        </p:spPr>
        <p:txBody>
          <a:bodyPr vert="horz" wrap="square" lIns="0" tIns="13335" rIns="0" bIns="0" rtlCol="0">
            <a:spAutoFit/>
          </a:bodyPr>
          <a:lstStyle/>
          <a:p>
            <a:pPr marL="12700">
              <a:lnSpc>
                <a:spcPct val="100000"/>
              </a:lnSpc>
              <a:spcBef>
                <a:spcPts val="105"/>
              </a:spcBef>
            </a:pPr>
            <a:r>
              <a:rPr spc="-10" dirty="0"/>
              <a:t>Stages</a:t>
            </a:r>
          </a:p>
        </p:txBody>
      </p:sp>
      <p:sp>
        <p:nvSpPr>
          <p:cNvPr id="3" name="object 3"/>
          <p:cNvSpPr txBox="1"/>
          <p:nvPr/>
        </p:nvSpPr>
        <p:spPr>
          <a:xfrm>
            <a:off x="688340" y="1781683"/>
            <a:ext cx="6539230" cy="2586355"/>
          </a:xfrm>
          <a:prstGeom prst="rect">
            <a:avLst/>
          </a:prstGeom>
        </p:spPr>
        <p:txBody>
          <a:bodyPr vert="horz" wrap="square" lIns="0" tIns="33020" rIns="0" bIns="0" rtlCol="0">
            <a:spAutoFit/>
          </a:bodyPr>
          <a:lstStyle/>
          <a:p>
            <a:pPr marL="12700" marR="5080">
              <a:lnSpc>
                <a:spcPts val="2800"/>
              </a:lnSpc>
              <a:spcBef>
                <a:spcPts val="260"/>
              </a:spcBef>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45" dirty="0">
                <a:latin typeface="Calibri" panose="020F0502020204030204"/>
                <a:cs typeface="Calibri" panose="020F0502020204030204"/>
              </a:rPr>
              <a:t> </a:t>
            </a:r>
            <a:r>
              <a:rPr sz="2400" b="1" dirty="0">
                <a:latin typeface="Calibri" panose="020F0502020204030204"/>
                <a:cs typeface="Calibri" panose="020F0502020204030204"/>
              </a:rPr>
              <a:t>that</a:t>
            </a:r>
            <a:r>
              <a:rPr sz="2400" b="1" spc="-30" dirty="0">
                <a:latin typeface="Calibri" panose="020F0502020204030204"/>
                <a:cs typeface="Calibri" panose="020F0502020204030204"/>
              </a:rPr>
              <a:t> </a:t>
            </a:r>
            <a:r>
              <a:rPr sz="2400" b="1" dirty="0">
                <a:latin typeface="Calibri" panose="020F0502020204030204"/>
                <a:cs typeface="Calibri" panose="020F0502020204030204"/>
              </a:rPr>
              <a:t>can</a:t>
            </a:r>
            <a:r>
              <a:rPr sz="2400" b="1" spc="-65" dirty="0">
                <a:latin typeface="Calibri" panose="020F0502020204030204"/>
                <a:cs typeface="Calibri" panose="020F0502020204030204"/>
              </a:rPr>
              <a:t> </a:t>
            </a:r>
            <a:r>
              <a:rPr sz="2400" b="1" dirty="0">
                <a:latin typeface="Calibri" panose="020F0502020204030204"/>
                <a:cs typeface="Calibri" panose="020F0502020204030204"/>
              </a:rPr>
              <a:t>run</a:t>
            </a:r>
            <a:r>
              <a:rPr sz="2400" b="1" spc="-50" dirty="0">
                <a:latin typeface="Calibri" panose="020F0502020204030204"/>
                <a:cs typeface="Calibri" panose="020F0502020204030204"/>
              </a:rPr>
              <a:t> </a:t>
            </a:r>
            <a:r>
              <a:rPr sz="2400" b="1" dirty="0">
                <a:latin typeface="Calibri" panose="020F0502020204030204"/>
                <a:cs typeface="Calibri" panose="020F0502020204030204"/>
              </a:rPr>
              <a:t>on</a:t>
            </a:r>
            <a:r>
              <a:rPr sz="2400" b="1" spc="-60" dirty="0">
                <a:latin typeface="Calibri" panose="020F0502020204030204"/>
                <a:cs typeface="Calibri" panose="020F0502020204030204"/>
              </a:rPr>
              <a:t> </a:t>
            </a:r>
            <a:r>
              <a:rPr sz="2400" b="1" dirty="0">
                <a:latin typeface="Calibri" panose="020F0502020204030204"/>
                <a:cs typeface="Calibri" panose="020F0502020204030204"/>
              </a:rPr>
              <a:t>the</a:t>
            </a:r>
            <a:r>
              <a:rPr sz="2400" b="1" spc="-35" dirty="0">
                <a:latin typeface="Calibri" panose="020F0502020204030204"/>
                <a:cs typeface="Calibri" panose="020F0502020204030204"/>
              </a:rPr>
              <a:t> </a:t>
            </a:r>
            <a:r>
              <a:rPr sz="2400" b="1" dirty="0">
                <a:latin typeface="Calibri" panose="020F0502020204030204"/>
                <a:cs typeface="Calibri" panose="020F0502020204030204"/>
              </a:rPr>
              <a:t>same</a:t>
            </a:r>
            <a:r>
              <a:rPr sz="2400" b="1" spc="-60" dirty="0">
                <a:latin typeface="Calibri" panose="020F0502020204030204"/>
                <a:cs typeface="Calibri" panose="020F0502020204030204"/>
              </a:rPr>
              <a:t> </a:t>
            </a:r>
            <a:r>
              <a:rPr sz="2400" b="1" dirty="0">
                <a:latin typeface="Calibri" panose="020F0502020204030204"/>
                <a:cs typeface="Calibri" panose="020F0502020204030204"/>
              </a:rPr>
              <a:t>partition</a:t>
            </a:r>
            <a:r>
              <a:rPr sz="2400" b="1" spc="-40" dirty="0">
                <a:latin typeface="Calibri" panose="020F0502020204030204"/>
                <a:cs typeface="Calibri" panose="020F0502020204030204"/>
              </a:rPr>
              <a:t> </a:t>
            </a:r>
            <a:r>
              <a:rPr sz="2400" b="1" spc="-25" dirty="0">
                <a:latin typeface="Calibri" panose="020F0502020204030204"/>
                <a:cs typeface="Calibri" panose="020F0502020204030204"/>
              </a:rPr>
              <a:t>are </a:t>
            </a:r>
            <a:r>
              <a:rPr sz="2400" b="1" spc="-10" dirty="0">
                <a:latin typeface="Calibri" panose="020F0502020204030204"/>
                <a:cs typeface="Calibri" panose="020F0502020204030204"/>
              </a:rPr>
              <a:t>executed</a:t>
            </a:r>
            <a:r>
              <a:rPr sz="2400" b="1" spc="-55" dirty="0">
                <a:latin typeface="Calibri" panose="020F0502020204030204"/>
                <a:cs typeface="Calibri" panose="020F0502020204030204"/>
              </a:rPr>
              <a:t> </a:t>
            </a:r>
            <a:r>
              <a:rPr sz="2400" b="1" dirty="0">
                <a:latin typeface="Calibri" panose="020F0502020204030204"/>
                <a:cs typeface="Calibri" panose="020F0502020204030204"/>
              </a:rPr>
              <a:t>in</a:t>
            </a:r>
            <a:r>
              <a:rPr sz="2400" b="1" spc="-65" dirty="0">
                <a:latin typeface="Calibri" panose="020F0502020204030204"/>
                <a:cs typeface="Calibri" panose="020F0502020204030204"/>
              </a:rPr>
              <a:t> </a:t>
            </a:r>
            <a:r>
              <a:rPr sz="2400" b="1" i="1" spc="-10" dirty="0">
                <a:latin typeface="Calibri" panose="020F0502020204030204"/>
                <a:cs typeface="Calibri" panose="020F0502020204030204"/>
              </a:rPr>
              <a:t>stages</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400" b="1" spc="-30" dirty="0">
                <a:latin typeface="Calibri" panose="020F0502020204030204"/>
                <a:cs typeface="Calibri" panose="020F0502020204030204"/>
              </a:rPr>
              <a:t>Tasks</a:t>
            </a:r>
            <a:r>
              <a:rPr sz="2400" b="1" spc="-55" dirty="0">
                <a:latin typeface="Calibri" panose="020F0502020204030204"/>
                <a:cs typeface="Calibri" panose="020F0502020204030204"/>
              </a:rPr>
              <a:t> </a:t>
            </a:r>
            <a:r>
              <a:rPr sz="2400" b="1" dirty="0">
                <a:latin typeface="Calibri" panose="020F0502020204030204"/>
                <a:cs typeface="Calibri" panose="020F0502020204030204"/>
              </a:rPr>
              <a:t>within</a:t>
            </a:r>
            <a:r>
              <a:rPr sz="2400" b="1" spc="-55" dirty="0">
                <a:latin typeface="Calibri" panose="020F0502020204030204"/>
                <a:cs typeface="Calibri" panose="020F0502020204030204"/>
              </a:rPr>
              <a:t> </a:t>
            </a:r>
            <a:r>
              <a:rPr sz="2400" b="1" dirty="0">
                <a:latin typeface="Calibri" panose="020F0502020204030204"/>
                <a:cs typeface="Calibri" panose="020F0502020204030204"/>
              </a:rPr>
              <a:t>a</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stage</a:t>
            </a:r>
            <a:r>
              <a:rPr sz="2400" b="1" spc="-60" dirty="0">
                <a:latin typeface="Calibri" panose="020F0502020204030204"/>
                <a:cs typeface="Calibri" panose="020F0502020204030204"/>
              </a:rPr>
              <a:t> </a:t>
            </a:r>
            <a:r>
              <a:rPr sz="2400" b="1" dirty="0">
                <a:latin typeface="Calibri" panose="020F0502020204030204"/>
                <a:cs typeface="Calibri" panose="020F0502020204030204"/>
              </a:rPr>
              <a:t>are</a:t>
            </a:r>
            <a:r>
              <a:rPr sz="2400" b="1" spc="-65" dirty="0">
                <a:latin typeface="Calibri" panose="020F0502020204030204"/>
                <a:cs typeface="Calibri" panose="020F0502020204030204"/>
              </a:rPr>
              <a:t> </a:t>
            </a:r>
            <a:r>
              <a:rPr sz="2400" b="1" dirty="0">
                <a:latin typeface="Calibri" panose="020F0502020204030204"/>
                <a:cs typeface="Calibri" panose="020F0502020204030204"/>
              </a:rPr>
              <a:t>pipelined</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together</a:t>
            </a:r>
            <a:endParaRPr sz="2400">
              <a:latin typeface="Calibri" panose="020F0502020204030204"/>
              <a:cs typeface="Calibri" panose="020F0502020204030204"/>
            </a:endParaRPr>
          </a:p>
          <a:p>
            <a:pPr marL="12700" marR="81915">
              <a:lnSpc>
                <a:spcPct val="100000"/>
              </a:lnSpc>
              <a:spcBef>
                <a:spcPts val="2880"/>
              </a:spcBef>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spc="-10" dirty="0">
                <a:latin typeface="Calibri" panose="020F0502020204030204"/>
                <a:cs typeface="Calibri" panose="020F0502020204030204"/>
              </a:rPr>
              <a:t>Developers</a:t>
            </a:r>
            <a:r>
              <a:rPr sz="2400" b="1" spc="-60" dirty="0">
                <a:latin typeface="Calibri" panose="020F0502020204030204"/>
                <a:cs typeface="Calibri" panose="020F0502020204030204"/>
              </a:rPr>
              <a:t> </a:t>
            </a:r>
            <a:r>
              <a:rPr sz="2400" b="1" dirty="0">
                <a:latin typeface="Calibri" panose="020F0502020204030204"/>
                <a:cs typeface="Calibri" panose="020F0502020204030204"/>
              </a:rPr>
              <a:t>should</a:t>
            </a:r>
            <a:r>
              <a:rPr sz="2400" b="1" spc="-55" dirty="0">
                <a:latin typeface="Calibri" panose="020F0502020204030204"/>
                <a:cs typeface="Calibri" panose="020F0502020204030204"/>
              </a:rPr>
              <a:t> </a:t>
            </a:r>
            <a:r>
              <a:rPr sz="2400" b="1" dirty="0">
                <a:latin typeface="Calibri" panose="020F0502020204030204"/>
                <a:cs typeface="Calibri" panose="020F0502020204030204"/>
              </a:rPr>
              <a:t>be</a:t>
            </a:r>
            <a:r>
              <a:rPr sz="2400" b="1" spc="-50" dirty="0">
                <a:latin typeface="Calibri" panose="020F0502020204030204"/>
                <a:cs typeface="Calibri" panose="020F0502020204030204"/>
              </a:rPr>
              <a:t> </a:t>
            </a:r>
            <a:r>
              <a:rPr sz="2400" b="1" dirty="0">
                <a:latin typeface="Calibri" panose="020F0502020204030204"/>
                <a:cs typeface="Calibri" panose="020F0502020204030204"/>
              </a:rPr>
              <a:t>aware</a:t>
            </a:r>
            <a:r>
              <a:rPr sz="2400" b="1" spc="-50" dirty="0">
                <a:latin typeface="Calibri" panose="020F0502020204030204"/>
                <a:cs typeface="Calibri" panose="020F0502020204030204"/>
              </a:rPr>
              <a:t> </a:t>
            </a:r>
            <a:r>
              <a:rPr sz="2400" b="1" dirty="0">
                <a:latin typeface="Calibri" panose="020F0502020204030204"/>
                <a:cs typeface="Calibri" panose="020F0502020204030204"/>
              </a:rPr>
              <a:t>of</a:t>
            </a:r>
            <a:r>
              <a:rPr sz="2400" b="1" spc="-65" dirty="0">
                <a:latin typeface="Calibri" panose="020F0502020204030204"/>
                <a:cs typeface="Calibri" panose="020F0502020204030204"/>
              </a:rPr>
              <a:t> </a:t>
            </a:r>
            <a:r>
              <a:rPr sz="2400" b="1" dirty="0">
                <a:latin typeface="Calibri" panose="020F0502020204030204"/>
                <a:cs typeface="Calibri" panose="020F0502020204030204"/>
              </a:rPr>
              <a:t>stages</a:t>
            </a:r>
            <a:r>
              <a:rPr sz="2400" b="1" spc="-40" dirty="0">
                <a:latin typeface="Calibri" panose="020F0502020204030204"/>
                <a:cs typeface="Calibri" panose="020F0502020204030204"/>
              </a:rPr>
              <a:t> </a:t>
            </a:r>
            <a:r>
              <a:rPr sz="2400" b="1" dirty="0">
                <a:latin typeface="Calibri" panose="020F0502020204030204"/>
                <a:cs typeface="Calibri" panose="020F0502020204030204"/>
              </a:rPr>
              <a:t>to</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improve performance</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348740">
              <a:lnSpc>
                <a:spcPct val="100000"/>
              </a:lnSpc>
              <a:spcBef>
                <a:spcPts val="105"/>
              </a:spcBef>
            </a:pPr>
            <a:r>
              <a:rPr dirty="0"/>
              <a:t>Spark</a:t>
            </a:r>
            <a:r>
              <a:rPr spc="-85" dirty="0"/>
              <a:t> </a:t>
            </a:r>
            <a:r>
              <a:rPr dirty="0"/>
              <a:t>Execution:</a:t>
            </a:r>
            <a:r>
              <a:rPr spc="-80" dirty="0"/>
              <a:t> </a:t>
            </a:r>
            <a:r>
              <a:rPr spc="-10" dirty="0"/>
              <a:t>Stages</a:t>
            </a:r>
          </a:p>
        </p:txBody>
      </p:sp>
      <p:pic>
        <p:nvPicPr>
          <p:cNvPr id="3" name="object 3"/>
          <p:cNvPicPr/>
          <p:nvPr/>
        </p:nvPicPr>
        <p:blipFill>
          <a:blip r:embed="rId2" cstate="print"/>
          <a:stretch>
            <a:fillRect/>
          </a:stretch>
        </p:blipFill>
        <p:spPr>
          <a:xfrm>
            <a:off x="749699" y="1276413"/>
            <a:ext cx="7838330" cy="4611353"/>
          </a:xfrm>
          <a:prstGeom prst="rect">
            <a:avLst/>
          </a:prstGeom>
        </p:spPr>
      </p:pic>
      <p:pic>
        <p:nvPicPr>
          <p:cNvPr id="4" name="Picture 3" descr="wingspan_logo.png"/>
          <p:cNvPicPr>
            <a:picLocks noChangeAspect="1"/>
          </p:cNvPicPr>
          <p:nvPr/>
        </p:nvPicPr>
        <p:blipFill>
          <a:blip r:embed="rId3"/>
          <a:stretch>
            <a:fillRect/>
          </a:stretch>
        </p:blipFill>
        <p:spPr>
          <a:xfrm>
            <a:off x="8394192" y="-31102"/>
            <a:ext cx="749808" cy="630936"/>
          </a:xfrm>
          <a:prstGeom prst="rect">
            <a:avLst/>
          </a:prstGeom>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348740">
              <a:lnSpc>
                <a:spcPct val="100000"/>
              </a:lnSpc>
              <a:spcBef>
                <a:spcPts val="105"/>
              </a:spcBef>
            </a:pPr>
            <a:r>
              <a:rPr dirty="0"/>
              <a:t>Spark</a:t>
            </a:r>
            <a:r>
              <a:rPr spc="-85" dirty="0"/>
              <a:t> </a:t>
            </a:r>
            <a:r>
              <a:rPr dirty="0"/>
              <a:t>Execution:</a:t>
            </a:r>
            <a:r>
              <a:rPr spc="-80" dirty="0"/>
              <a:t> </a:t>
            </a:r>
            <a:r>
              <a:rPr spc="-10" dirty="0"/>
              <a:t>Stages</a:t>
            </a:r>
          </a:p>
        </p:txBody>
      </p:sp>
      <p:pic>
        <p:nvPicPr>
          <p:cNvPr id="3" name="object 3"/>
          <p:cNvPicPr/>
          <p:nvPr/>
        </p:nvPicPr>
        <p:blipFill>
          <a:blip r:embed="rId2" cstate="print"/>
          <a:stretch>
            <a:fillRect/>
          </a:stretch>
        </p:blipFill>
        <p:spPr>
          <a:xfrm>
            <a:off x="862336" y="1479695"/>
            <a:ext cx="7724692" cy="4488310"/>
          </a:xfrm>
          <a:prstGeom prst="rect">
            <a:avLst/>
          </a:prstGeom>
        </p:spPr>
      </p:pic>
      <p:pic>
        <p:nvPicPr>
          <p:cNvPr id="4" name="Picture 3" descr="wingspan_logo.png"/>
          <p:cNvPicPr>
            <a:picLocks noChangeAspect="1"/>
          </p:cNvPicPr>
          <p:nvPr/>
        </p:nvPicPr>
        <p:blipFill>
          <a:blip r:embed="rId3"/>
          <a:stretch>
            <a:fillRect/>
          </a:stretch>
        </p:blipFill>
        <p:spPr>
          <a:xfrm>
            <a:off x="8395747" y="-1555"/>
            <a:ext cx="749808" cy="630936"/>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484505">
              <a:lnSpc>
                <a:spcPct val="100000"/>
              </a:lnSpc>
              <a:spcBef>
                <a:spcPts val="105"/>
              </a:spcBef>
            </a:pPr>
            <a:r>
              <a:rPr dirty="0"/>
              <a:t>Summary</a:t>
            </a:r>
            <a:r>
              <a:rPr spc="-10" dirty="0"/>
              <a:t> </a:t>
            </a:r>
            <a:r>
              <a:rPr dirty="0"/>
              <a:t>of</a:t>
            </a:r>
            <a:r>
              <a:rPr spc="10" dirty="0"/>
              <a:t> </a:t>
            </a:r>
            <a:r>
              <a:rPr dirty="0"/>
              <a:t>Spark</a:t>
            </a:r>
            <a:r>
              <a:rPr spc="10" dirty="0"/>
              <a:t> </a:t>
            </a:r>
            <a:r>
              <a:rPr spc="-30" dirty="0"/>
              <a:t>Terminology</a:t>
            </a:r>
          </a:p>
        </p:txBody>
      </p:sp>
      <p:sp>
        <p:nvSpPr>
          <p:cNvPr id="3" name="object 3"/>
          <p:cNvSpPr txBox="1">
            <a:spLocks noGrp="1"/>
          </p:cNvSpPr>
          <p:nvPr>
            <p:ph type="body" idx="1"/>
          </p:nvPr>
        </p:nvSpPr>
        <p:spPr>
          <a:prstGeom prst="rect">
            <a:avLst/>
          </a:prstGeom>
        </p:spPr>
        <p:txBody>
          <a:bodyPr vert="horz" wrap="square" lIns="0" tIns="61848" rIns="0" bIns="0" rtlCol="0">
            <a:spAutoFit/>
          </a:bodyPr>
          <a:lstStyle/>
          <a:p>
            <a:pPr marL="12700">
              <a:lnSpc>
                <a:spcPct val="100000"/>
              </a:lnSpc>
              <a:spcBef>
                <a:spcPts val="100"/>
              </a:spcBef>
            </a:pPr>
            <a:r>
              <a:rPr b="0" dirty="0">
                <a:latin typeface="Calibri" panose="020F0502020204030204"/>
                <a:cs typeface="Calibri" panose="020F0502020204030204"/>
              </a:rPr>
              <a:t>§</a:t>
            </a:r>
            <a:r>
              <a:rPr b="0" spc="-35" dirty="0">
                <a:latin typeface="Calibri" panose="020F0502020204030204"/>
                <a:cs typeface="Calibri" panose="020F0502020204030204"/>
              </a:rPr>
              <a:t> </a:t>
            </a:r>
            <a:r>
              <a:rPr spc="-25" dirty="0"/>
              <a:t>Job</a:t>
            </a:r>
            <a:r>
              <a:rPr b="0" spc="-25" dirty="0">
                <a:latin typeface="Calibri" panose="020F0502020204030204"/>
                <a:cs typeface="Calibri" panose="020F0502020204030204"/>
              </a:rPr>
              <a:t>—</a:t>
            </a:r>
            <a:r>
              <a:rPr b="0" dirty="0">
                <a:latin typeface="Calibri" panose="020F0502020204030204"/>
                <a:cs typeface="Calibri" panose="020F0502020204030204"/>
              </a:rPr>
              <a:t>a</a:t>
            </a:r>
            <a:r>
              <a:rPr b="0" spc="-35" dirty="0">
                <a:latin typeface="Calibri" panose="020F0502020204030204"/>
                <a:cs typeface="Calibri" panose="020F0502020204030204"/>
              </a:rPr>
              <a:t> </a:t>
            </a:r>
            <a:r>
              <a:rPr b="0" dirty="0">
                <a:latin typeface="Calibri" panose="020F0502020204030204"/>
                <a:cs typeface="Calibri" panose="020F0502020204030204"/>
              </a:rPr>
              <a:t>set</a:t>
            </a:r>
            <a:r>
              <a:rPr b="0" spc="-50" dirty="0">
                <a:latin typeface="Calibri" panose="020F0502020204030204"/>
                <a:cs typeface="Calibri" panose="020F0502020204030204"/>
              </a:rPr>
              <a:t> </a:t>
            </a:r>
            <a:r>
              <a:rPr b="0" dirty="0">
                <a:latin typeface="Calibri" panose="020F0502020204030204"/>
                <a:cs typeface="Calibri" panose="020F0502020204030204"/>
              </a:rPr>
              <a:t>of</a:t>
            </a:r>
            <a:r>
              <a:rPr b="0" spc="-35" dirty="0">
                <a:latin typeface="Calibri" panose="020F0502020204030204"/>
                <a:cs typeface="Calibri" panose="020F0502020204030204"/>
              </a:rPr>
              <a:t> </a:t>
            </a:r>
            <a:r>
              <a:rPr b="0" dirty="0">
                <a:latin typeface="Calibri" panose="020F0502020204030204"/>
                <a:cs typeface="Calibri" panose="020F0502020204030204"/>
              </a:rPr>
              <a:t>tasks</a:t>
            </a:r>
            <a:r>
              <a:rPr b="0" spc="-50" dirty="0">
                <a:latin typeface="Calibri" panose="020F0502020204030204"/>
                <a:cs typeface="Calibri" panose="020F0502020204030204"/>
              </a:rPr>
              <a:t> </a:t>
            </a:r>
            <a:r>
              <a:rPr b="0" spc="-10" dirty="0">
                <a:latin typeface="Calibri" panose="020F0502020204030204"/>
                <a:cs typeface="Calibri" panose="020F0502020204030204"/>
              </a:rPr>
              <a:t>executed</a:t>
            </a:r>
            <a:r>
              <a:rPr b="0" spc="-60" dirty="0">
                <a:latin typeface="Calibri" panose="020F0502020204030204"/>
                <a:cs typeface="Calibri" panose="020F0502020204030204"/>
              </a:rPr>
              <a:t> </a:t>
            </a:r>
            <a:r>
              <a:rPr b="0" dirty="0">
                <a:latin typeface="Calibri" panose="020F0502020204030204"/>
                <a:cs typeface="Calibri" panose="020F0502020204030204"/>
              </a:rPr>
              <a:t>as</a:t>
            </a:r>
            <a:r>
              <a:rPr b="0" spc="-35" dirty="0">
                <a:latin typeface="Calibri" panose="020F0502020204030204"/>
                <a:cs typeface="Calibri" panose="020F0502020204030204"/>
              </a:rPr>
              <a:t> </a:t>
            </a:r>
            <a:r>
              <a:rPr b="0" dirty="0">
                <a:latin typeface="Calibri" panose="020F0502020204030204"/>
                <a:cs typeface="Calibri" panose="020F0502020204030204"/>
              </a:rPr>
              <a:t>a</a:t>
            </a:r>
            <a:r>
              <a:rPr b="0" spc="-45" dirty="0">
                <a:latin typeface="Calibri" panose="020F0502020204030204"/>
                <a:cs typeface="Calibri" panose="020F0502020204030204"/>
              </a:rPr>
              <a:t> </a:t>
            </a:r>
            <a:r>
              <a:rPr b="0" dirty="0">
                <a:latin typeface="Calibri" panose="020F0502020204030204"/>
                <a:cs typeface="Calibri" panose="020F0502020204030204"/>
              </a:rPr>
              <a:t>result</a:t>
            </a:r>
            <a:r>
              <a:rPr b="0" spc="-40" dirty="0">
                <a:latin typeface="Calibri" panose="020F0502020204030204"/>
                <a:cs typeface="Calibri" panose="020F0502020204030204"/>
              </a:rPr>
              <a:t> </a:t>
            </a:r>
            <a:r>
              <a:rPr b="0" dirty="0">
                <a:latin typeface="Calibri" panose="020F0502020204030204"/>
                <a:cs typeface="Calibri" panose="020F0502020204030204"/>
              </a:rPr>
              <a:t>of</a:t>
            </a:r>
            <a:r>
              <a:rPr b="0" spc="-35" dirty="0">
                <a:latin typeface="Calibri" panose="020F0502020204030204"/>
                <a:cs typeface="Calibri" panose="020F0502020204030204"/>
              </a:rPr>
              <a:t> </a:t>
            </a:r>
            <a:r>
              <a:rPr b="0" dirty="0">
                <a:latin typeface="Calibri" panose="020F0502020204030204"/>
                <a:cs typeface="Calibri" panose="020F0502020204030204"/>
              </a:rPr>
              <a:t>an</a:t>
            </a:r>
            <a:r>
              <a:rPr b="0" spc="-40" dirty="0">
                <a:latin typeface="Calibri" panose="020F0502020204030204"/>
                <a:cs typeface="Calibri" panose="020F0502020204030204"/>
              </a:rPr>
              <a:t> </a:t>
            </a:r>
            <a:r>
              <a:rPr b="0" i="1" spc="-10" dirty="0">
                <a:latin typeface="Calibri" panose="020F0502020204030204"/>
                <a:cs typeface="Calibri" panose="020F0502020204030204"/>
              </a:rPr>
              <a:t>action</a:t>
            </a:r>
          </a:p>
          <a:p>
            <a:pPr marL="12700">
              <a:lnSpc>
                <a:spcPct val="100000"/>
              </a:lnSpc>
              <a:spcBef>
                <a:spcPts val="85"/>
              </a:spcBef>
            </a:pPr>
            <a:r>
              <a:rPr b="0" dirty="0">
                <a:latin typeface="Calibri" panose="020F0502020204030204"/>
                <a:cs typeface="Calibri" panose="020F0502020204030204"/>
              </a:rPr>
              <a:t>§</a:t>
            </a:r>
            <a:r>
              <a:rPr b="0" spc="-30" dirty="0">
                <a:latin typeface="Calibri" panose="020F0502020204030204"/>
                <a:cs typeface="Calibri" panose="020F0502020204030204"/>
              </a:rPr>
              <a:t> </a:t>
            </a:r>
            <a:r>
              <a:rPr spc="-30" dirty="0"/>
              <a:t>Stage</a:t>
            </a:r>
            <a:r>
              <a:rPr b="0" spc="-30" dirty="0">
                <a:latin typeface="Calibri" panose="020F0502020204030204"/>
                <a:cs typeface="Calibri" panose="020F0502020204030204"/>
              </a:rPr>
              <a:t>—</a:t>
            </a:r>
            <a:r>
              <a:rPr b="0" dirty="0">
                <a:latin typeface="Calibri" panose="020F0502020204030204"/>
                <a:cs typeface="Calibri" panose="020F0502020204030204"/>
              </a:rPr>
              <a:t>a</a:t>
            </a:r>
            <a:r>
              <a:rPr b="0" spc="-30" dirty="0">
                <a:latin typeface="Calibri" panose="020F0502020204030204"/>
                <a:cs typeface="Calibri" panose="020F0502020204030204"/>
              </a:rPr>
              <a:t> </a:t>
            </a:r>
            <a:r>
              <a:rPr b="0" dirty="0">
                <a:latin typeface="Calibri" panose="020F0502020204030204"/>
                <a:cs typeface="Calibri" panose="020F0502020204030204"/>
              </a:rPr>
              <a:t>set</a:t>
            </a:r>
            <a:r>
              <a:rPr b="0" spc="-40" dirty="0">
                <a:latin typeface="Calibri" panose="020F0502020204030204"/>
                <a:cs typeface="Calibri" panose="020F0502020204030204"/>
              </a:rPr>
              <a:t> </a:t>
            </a:r>
            <a:r>
              <a:rPr b="0" dirty="0">
                <a:latin typeface="Calibri" panose="020F0502020204030204"/>
                <a:cs typeface="Calibri" panose="020F0502020204030204"/>
              </a:rPr>
              <a:t>of</a:t>
            </a:r>
            <a:r>
              <a:rPr b="0" spc="-35" dirty="0">
                <a:latin typeface="Calibri" panose="020F0502020204030204"/>
                <a:cs typeface="Calibri" panose="020F0502020204030204"/>
              </a:rPr>
              <a:t> </a:t>
            </a:r>
            <a:r>
              <a:rPr b="0" dirty="0">
                <a:latin typeface="Calibri" panose="020F0502020204030204"/>
                <a:cs typeface="Calibri" panose="020F0502020204030204"/>
              </a:rPr>
              <a:t>tasks</a:t>
            </a:r>
            <a:r>
              <a:rPr b="0" spc="-45" dirty="0">
                <a:latin typeface="Calibri" panose="020F0502020204030204"/>
                <a:cs typeface="Calibri" panose="020F0502020204030204"/>
              </a:rPr>
              <a:t> </a:t>
            </a:r>
            <a:r>
              <a:rPr b="0" dirty="0">
                <a:latin typeface="Calibri" panose="020F0502020204030204"/>
                <a:cs typeface="Calibri" panose="020F0502020204030204"/>
              </a:rPr>
              <a:t>in</a:t>
            </a:r>
            <a:r>
              <a:rPr b="0" spc="-30" dirty="0">
                <a:latin typeface="Calibri" panose="020F0502020204030204"/>
                <a:cs typeface="Calibri" panose="020F0502020204030204"/>
              </a:rPr>
              <a:t> </a:t>
            </a:r>
            <a:r>
              <a:rPr b="0" dirty="0">
                <a:latin typeface="Calibri" panose="020F0502020204030204"/>
                <a:cs typeface="Calibri" panose="020F0502020204030204"/>
              </a:rPr>
              <a:t>a</a:t>
            </a:r>
            <a:r>
              <a:rPr b="0" spc="-40" dirty="0">
                <a:latin typeface="Calibri" panose="020F0502020204030204"/>
                <a:cs typeface="Calibri" panose="020F0502020204030204"/>
              </a:rPr>
              <a:t> </a:t>
            </a:r>
            <a:r>
              <a:rPr b="0" dirty="0">
                <a:latin typeface="Calibri" panose="020F0502020204030204"/>
                <a:cs typeface="Calibri" panose="020F0502020204030204"/>
              </a:rPr>
              <a:t>job</a:t>
            </a:r>
            <a:r>
              <a:rPr b="0" spc="-35" dirty="0">
                <a:latin typeface="Calibri" panose="020F0502020204030204"/>
                <a:cs typeface="Calibri" panose="020F0502020204030204"/>
              </a:rPr>
              <a:t> </a:t>
            </a:r>
            <a:r>
              <a:rPr b="0" dirty="0">
                <a:latin typeface="Calibri" panose="020F0502020204030204"/>
                <a:cs typeface="Calibri" panose="020F0502020204030204"/>
              </a:rPr>
              <a:t>that</a:t>
            </a:r>
            <a:r>
              <a:rPr b="0" spc="-30" dirty="0">
                <a:latin typeface="Calibri" panose="020F0502020204030204"/>
                <a:cs typeface="Calibri" panose="020F0502020204030204"/>
              </a:rPr>
              <a:t> </a:t>
            </a:r>
            <a:r>
              <a:rPr b="0" dirty="0">
                <a:latin typeface="Calibri" panose="020F0502020204030204"/>
                <a:cs typeface="Calibri" panose="020F0502020204030204"/>
              </a:rPr>
              <a:t>can</a:t>
            </a:r>
            <a:r>
              <a:rPr b="0" spc="-40" dirty="0">
                <a:latin typeface="Calibri" panose="020F0502020204030204"/>
                <a:cs typeface="Calibri" panose="020F0502020204030204"/>
              </a:rPr>
              <a:t> </a:t>
            </a:r>
            <a:r>
              <a:rPr b="0" dirty="0">
                <a:latin typeface="Calibri" panose="020F0502020204030204"/>
                <a:cs typeface="Calibri" panose="020F0502020204030204"/>
              </a:rPr>
              <a:t>be</a:t>
            </a:r>
            <a:r>
              <a:rPr b="0" spc="-25" dirty="0">
                <a:latin typeface="Calibri" panose="020F0502020204030204"/>
                <a:cs typeface="Calibri" panose="020F0502020204030204"/>
              </a:rPr>
              <a:t> </a:t>
            </a:r>
            <a:r>
              <a:rPr b="0" spc="-10" dirty="0">
                <a:latin typeface="Calibri" panose="020F0502020204030204"/>
                <a:cs typeface="Calibri" panose="020F0502020204030204"/>
              </a:rPr>
              <a:t>executed</a:t>
            </a:r>
            <a:r>
              <a:rPr b="0" spc="-55" dirty="0">
                <a:latin typeface="Calibri" panose="020F0502020204030204"/>
                <a:cs typeface="Calibri" panose="020F0502020204030204"/>
              </a:rPr>
              <a:t> </a:t>
            </a:r>
            <a:r>
              <a:rPr b="0" dirty="0">
                <a:latin typeface="Calibri" panose="020F0502020204030204"/>
                <a:cs typeface="Calibri" panose="020F0502020204030204"/>
              </a:rPr>
              <a:t>in</a:t>
            </a:r>
            <a:r>
              <a:rPr b="0" spc="-30" dirty="0">
                <a:latin typeface="Calibri" panose="020F0502020204030204"/>
                <a:cs typeface="Calibri" panose="020F0502020204030204"/>
              </a:rPr>
              <a:t> </a:t>
            </a:r>
            <a:r>
              <a:rPr b="0" spc="-10" dirty="0">
                <a:latin typeface="Calibri" panose="020F0502020204030204"/>
                <a:cs typeface="Calibri" panose="020F0502020204030204"/>
              </a:rPr>
              <a:t>parallel</a:t>
            </a:r>
          </a:p>
          <a:p>
            <a:pPr marL="12700">
              <a:lnSpc>
                <a:spcPct val="100000"/>
              </a:lnSpc>
            </a:pPr>
            <a:r>
              <a:rPr b="0" dirty="0">
                <a:latin typeface="Calibri" panose="020F0502020204030204"/>
                <a:cs typeface="Calibri" panose="020F0502020204030204"/>
              </a:rPr>
              <a:t>§</a:t>
            </a:r>
            <a:r>
              <a:rPr b="0" spc="-35" dirty="0">
                <a:latin typeface="Calibri" panose="020F0502020204030204"/>
                <a:cs typeface="Calibri" panose="020F0502020204030204"/>
              </a:rPr>
              <a:t> </a:t>
            </a:r>
            <a:r>
              <a:rPr spc="-55" dirty="0"/>
              <a:t>Task</a:t>
            </a:r>
            <a:r>
              <a:rPr b="0" spc="-55" dirty="0">
                <a:latin typeface="Calibri" panose="020F0502020204030204"/>
                <a:cs typeface="Calibri" panose="020F0502020204030204"/>
              </a:rPr>
              <a:t>—</a:t>
            </a:r>
            <a:r>
              <a:rPr b="0" dirty="0">
                <a:latin typeface="Calibri" panose="020F0502020204030204"/>
                <a:cs typeface="Calibri" panose="020F0502020204030204"/>
              </a:rPr>
              <a:t>an</a:t>
            </a:r>
            <a:r>
              <a:rPr b="0" spc="-35" dirty="0">
                <a:latin typeface="Calibri" panose="020F0502020204030204"/>
                <a:cs typeface="Calibri" panose="020F0502020204030204"/>
              </a:rPr>
              <a:t> </a:t>
            </a:r>
            <a:r>
              <a:rPr b="0" dirty="0">
                <a:latin typeface="Calibri" panose="020F0502020204030204"/>
                <a:cs typeface="Calibri" panose="020F0502020204030204"/>
              </a:rPr>
              <a:t>individual</a:t>
            </a:r>
            <a:r>
              <a:rPr b="0" spc="-30" dirty="0">
                <a:latin typeface="Calibri" panose="020F0502020204030204"/>
                <a:cs typeface="Calibri" panose="020F0502020204030204"/>
              </a:rPr>
              <a:t> </a:t>
            </a:r>
            <a:r>
              <a:rPr b="0" dirty="0">
                <a:latin typeface="Calibri" panose="020F0502020204030204"/>
                <a:cs typeface="Calibri" panose="020F0502020204030204"/>
              </a:rPr>
              <a:t>unit</a:t>
            </a:r>
            <a:r>
              <a:rPr b="0" spc="-40" dirty="0">
                <a:latin typeface="Calibri" panose="020F0502020204030204"/>
                <a:cs typeface="Calibri" panose="020F0502020204030204"/>
              </a:rPr>
              <a:t> </a:t>
            </a:r>
            <a:r>
              <a:rPr b="0" dirty="0">
                <a:latin typeface="Calibri" panose="020F0502020204030204"/>
                <a:cs typeface="Calibri" panose="020F0502020204030204"/>
              </a:rPr>
              <a:t>of</a:t>
            </a:r>
            <a:r>
              <a:rPr b="0" spc="-35" dirty="0">
                <a:latin typeface="Calibri" panose="020F0502020204030204"/>
                <a:cs typeface="Calibri" panose="020F0502020204030204"/>
              </a:rPr>
              <a:t> </a:t>
            </a:r>
            <a:r>
              <a:rPr b="0" dirty="0">
                <a:latin typeface="Calibri" panose="020F0502020204030204"/>
                <a:cs typeface="Calibri" panose="020F0502020204030204"/>
              </a:rPr>
              <a:t>work</a:t>
            </a:r>
            <a:r>
              <a:rPr b="0" spc="-30" dirty="0">
                <a:latin typeface="Calibri" panose="020F0502020204030204"/>
                <a:cs typeface="Calibri" panose="020F0502020204030204"/>
              </a:rPr>
              <a:t> </a:t>
            </a:r>
            <a:r>
              <a:rPr b="0" dirty="0">
                <a:latin typeface="Calibri" panose="020F0502020204030204"/>
                <a:cs typeface="Calibri" panose="020F0502020204030204"/>
              </a:rPr>
              <a:t>sent</a:t>
            </a:r>
            <a:r>
              <a:rPr b="0" spc="-45" dirty="0">
                <a:latin typeface="Calibri" panose="020F0502020204030204"/>
                <a:cs typeface="Calibri" panose="020F0502020204030204"/>
              </a:rPr>
              <a:t> </a:t>
            </a:r>
            <a:r>
              <a:rPr b="0" dirty="0">
                <a:latin typeface="Calibri" panose="020F0502020204030204"/>
                <a:cs typeface="Calibri" panose="020F0502020204030204"/>
              </a:rPr>
              <a:t>to</a:t>
            </a:r>
            <a:r>
              <a:rPr b="0" spc="-40" dirty="0">
                <a:latin typeface="Calibri" panose="020F0502020204030204"/>
                <a:cs typeface="Calibri" panose="020F0502020204030204"/>
              </a:rPr>
              <a:t> </a:t>
            </a:r>
            <a:r>
              <a:rPr b="0" dirty="0">
                <a:latin typeface="Calibri" panose="020F0502020204030204"/>
                <a:cs typeface="Calibri" panose="020F0502020204030204"/>
              </a:rPr>
              <a:t>one</a:t>
            </a:r>
            <a:r>
              <a:rPr b="0" spc="-30" dirty="0">
                <a:latin typeface="Calibri" panose="020F0502020204030204"/>
                <a:cs typeface="Calibri" panose="020F0502020204030204"/>
              </a:rPr>
              <a:t> </a:t>
            </a:r>
            <a:r>
              <a:rPr b="0" spc="-10" dirty="0">
                <a:latin typeface="Calibri" panose="020F0502020204030204"/>
                <a:cs typeface="Calibri" panose="020F0502020204030204"/>
              </a:rPr>
              <a:t>executor</a:t>
            </a:r>
          </a:p>
          <a:p>
            <a:pPr marL="12700">
              <a:lnSpc>
                <a:spcPct val="100000"/>
              </a:lnSpc>
            </a:pPr>
            <a:r>
              <a:rPr b="0" dirty="0">
                <a:latin typeface="Calibri" panose="020F0502020204030204"/>
                <a:cs typeface="Calibri" panose="020F0502020204030204"/>
              </a:rPr>
              <a:t>§</a:t>
            </a:r>
            <a:r>
              <a:rPr b="0" spc="-15" dirty="0">
                <a:latin typeface="Calibri" panose="020F0502020204030204"/>
                <a:cs typeface="Calibri" panose="020F0502020204030204"/>
              </a:rPr>
              <a:t> </a:t>
            </a:r>
            <a:r>
              <a:rPr spc="-20" dirty="0"/>
              <a:t>Application</a:t>
            </a:r>
            <a:r>
              <a:rPr b="0" spc="-20" dirty="0">
                <a:latin typeface="Calibri" panose="020F0502020204030204"/>
                <a:cs typeface="Calibri" panose="020F0502020204030204"/>
              </a:rPr>
              <a:t>—</a:t>
            </a:r>
            <a:r>
              <a:rPr b="0" dirty="0">
                <a:latin typeface="Calibri" panose="020F0502020204030204"/>
                <a:cs typeface="Calibri" panose="020F0502020204030204"/>
              </a:rPr>
              <a:t>the</a:t>
            </a:r>
            <a:r>
              <a:rPr b="0" spc="-25" dirty="0">
                <a:latin typeface="Calibri" panose="020F0502020204030204"/>
                <a:cs typeface="Calibri" panose="020F0502020204030204"/>
              </a:rPr>
              <a:t> </a:t>
            </a:r>
            <a:r>
              <a:rPr b="0" dirty="0">
                <a:latin typeface="Calibri" panose="020F0502020204030204"/>
                <a:cs typeface="Calibri" panose="020F0502020204030204"/>
              </a:rPr>
              <a:t>set</a:t>
            </a:r>
            <a:r>
              <a:rPr b="0" spc="-35" dirty="0">
                <a:latin typeface="Calibri" panose="020F0502020204030204"/>
                <a:cs typeface="Calibri" panose="020F0502020204030204"/>
              </a:rPr>
              <a:t> </a:t>
            </a:r>
            <a:r>
              <a:rPr b="0" dirty="0">
                <a:latin typeface="Calibri" panose="020F0502020204030204"/>
                <a:cs typeface="Calibri" panose="020F0502020204030204"/>
              </a:rPr>
              <a:t>of</a:t>
            </a:r>
            <a:r>
              <a:rPr b="0" spc="-20" dirty="0">
                <a:latin typeface="Calibri" panose="020F0502020204030204"/>
                <a:cs typeface="Calibri" panose="020F0502020204030204"/>
              </a:rPr>
              <a:t> </a:t>
            </a:r>
            <a:r>
              <a:rPr b="0" dirty="0">
                <a:latin typeface="Calibri" panose="020F0502020204030204"/>
                <a:cs typeface="Calibri" panose="020F0502020204030204"/>
              </a:rPr>
              <a:t>jobs</a:t>
            </a:r>
            <a:r>
              <a:rPr b="0" spc="-15" dirty="0">
                <a:latin typeface="Calibri" panose="020F0502020204030204"/>
                <a:cs typeface="Calibri" panose="020F0502020204030204"/>
              </a:rPr>
              <a:t> </a:t>
            </a:r>
            <a:r>
              <a:rPr b="0" dirty="0">
                <a:latin typeface="Calibri" panose="020F0502020204030204"/>
                <a:cs typeface="Calibri" panose="020F0502020204030204"/>
              </a:rPr>
              <a:t>managed</a:t>
            </a:r>
            <a:r>
              <a:rPr b="0" spc="-30" dirty="0">
                <a:latin typeface="Calibri" panose="020F0502020204030204"/>
                <a:cs typeface="Calibri" panose="020F0502020204030204"/>
              </a:rPr>
              <a:t> </a:t>
            </a:r>
            <a:r>
              <a:rPr b="0" dirty="0">
                <a:latin typeface="Calibri" panose="020F0502020204030204"/>
                <a:cs typeface="Calibri" panose="020F0502020204030204"/>
              </a:rPr>
              <a:t>by</a:t>
            </a:r>
            <a:r>
              <a:rPr b="0" spc="-25" dirty="0">
                <a:latin typeface="Calibri" panose="020F0502020204030204"/>
                <a:cs typeface="Calibri" panose="020F0502020204030204"/>
              </a:rPr>
              <a:t> </a:t>
            </a:r>
            <a:r>
              <a:rPr b="0" dirty="0">
                <a:latin typeface="Calibri" panose="020F0502020204030204"/>
                <a:cs typeface="Calibri" panose="020F0502020204030204"/>
              </a:rPr>
              <a:t>a</a:t>
            </a:r>
            <a:r>
              <a:rPr b="0" spc="-15" dirty="0">
                <a:latin typeface="Calibri" panose="020F0502020204030204"/>
                <a:cs typeface="Calibri" panose="020F0502020204030204"/>
              </a:rPr>
              <a:t> </a:t>
            </a:r>
            <a:r>
              <a:rPr b="0" dirty="0">
                <a:latin typeface="Calibri" panose="020F0502020204030204"/>
                <a:cs typeface="Calibri" panose="020F0502020204030204"/>
              </a:rPr>
              <a:t>single</a:t>
            </a:r>
            <a:r>
              <a:rPr b="0" spc="-30" dirty="0">
                <a:latin typeface="Calibri" panose="020F0502020204030204"/>
                <a:cs typeface="Calibri" panose="020F0502020204030204"/>
              </a:rPr>
              <a:t> </a:t>
            </a:r>
            <a:r>
              <a:rPr b="0" spc="-10" dirty="0">
                <a:latin typeface="Calibri" panose="020F0502020204030204"/>
                <a:cs typeface="Calibri" panose="020F0502020204030204"/>
              </a:rPr>
              <a:t>driver</a:t>
            </a:r>
          </a:p>
        </p:txBody>
      </p:sp>
      <p:pic>
        <p:nvPicPr>
          <p:cNvPr id="4" name="object 4"/>
          <p:cNvPicPr/>
          <p:nvPr/>
        </p:nvPicPr>
        <p:blipFill>
          <a:blip r:embed="rId2" cstate="print"/>
          <a:stretch>
            <a:fillRect/>
          </a:stretch>
        </p:blipFill>
        <p:spPr>
          <a:xfrm>
            <a:off x="825898" y="3707544"/>
            <a:ext cx="8061798" cy="2683730"/>
          </a:xfrm>
          <a:prstGeom prst="rect">
            <a:avLst/>
          </a:prstGeom>
        </p:spPr>
      </p:pic>
      <p:pic>
        <p:nvPicPr>
          <p:cNvPr id="5" name="Picture 4" descr="wingspan_logo.png"/>
          <p:cNvPicPr>
            <a:picLocks noChangeAspect="1"/>
          </p:cNvPicPr>
          <p:nvPr/>
        </p:nvPicPr>
        <p:blipFill>
          <a:blip r:embed="rId3"/>
          <a:stretch>
            <a:fillRect/>
          </a:stretch>
        </p:blipFill>
        <p:spPr>
          <a:xfrm>
            <a:off x="8405078" y="-23222"/>
            <a:ext cx="749808" cy="630936"/>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798830">
              <a:lnSpc>
                <a:spcPct val="100000"/>
              </a:lnSpc>
              <a:spcBef>
                <a:spcPts val="105"/>
              </a:spcBef>
            </a:pPr>
            <a:r>
              <a:rPr dirty="0"/>
              <a:t>How</a:t>
            </a:r>
            <a:r>
              <a:rPr spc="-85" dirty="0"/>
              <a:t> </a:t>
            </a:r>
            <a:r>
              <a:rPr dirty="0"/>
              <a:t>Spark</a:t>
            </a:r>
            <a:r>
              <a:rPr spc="-70" dirty="0"/>
              <a:t> </a:t>
            </a:r>
            <a:r>
              <a:rPr dirty="0"/>
              <a:t>Calculates</a:t>
            </a:r>
            <a:r>
              <a:rPr spc="-70" dirty="0"/>
              <a:t> </a:t>
            </a:r>
            <a:r>
              <a:rPr spc="-10" dirty="0"/>
              <a:t>Stages</a:t>
            </a:r>
          </a:p>
        </p:txBody>
      </p:sp>
      <p:sp>
        <p:nvSpPr>
          <p:cNvPr id="3" name="object 3"/>
          <p:cNvSpPr txBox="1"/>
          <p:nvPr/>
        </p:nvSpPr>
        <p:spPr>
          <a:xfrm>
            <a:off x="459740" y="1692910"/>
            <a:ext cx="7560945" cy="3989704"/>
          </a:xfrm>
          <a:prstGeom prst="rect">
            <a:avLst/>
          </a:prstGeom>
        </p:spPr>
        <p:txBody>
          <a:bodyPr vert="horz" wrap="square" lIns="0" tIns="13335" rIns="0" bIns="0" rtlCol="0">
            <a:spAutoFit/>
          </a:bodyPr>
          <a:lstStyle/>
          <a:p>
            <a:pPr marL="12700">
              <a:lnSpc>
                <a:spcPct val="100000"/>
              </a:lnSpc>
              <a:spcBef>
                <a:spcPts val="105"/>
              </a:spcBef>
            </a:pPr>
            <a:r>
              <a:rPr sz="2000" dirty="0">
                <a:latin typeface="Calibri" panose="020F0502020204030204"/>
                <a:cs typeface="Calibri" panose="020F0502020204030204"/>
              </a:rPr>
              <a:t>§</a:t>
            </a:r>
            <a:r>
              <a:rPr sz="2000" spc="-45" dirty="0">
                <a:latin typeface="Calibri" panose="020F0502020204030204"/>
                <a:cs typeface="Calibri" panose="020F0502020204030204"/>
              </a:rPr>
              <a:t> </a:t>
            </a:r>
            <a:r>
              <a:rPr sz="2000" b="1" dirty="0">
                <a:latin typeface="Calibri" panose="020F0502020204030204"/>
                <a:cs typeface="Calibri" panose="020F0502020204030204"/>
              </a:rPr>
              <a:t>Spark</a:t>
            </a:r>
            <a:r>
              <a:rPr sz="2000" b="1" spc="-50" dirty="0">
                <a:latin typeface="Calibri" panose="020F0502020204030204"/>
                <a:cs typeface="Calibri" panose="020F0502020204030204"/>
              </a:rPr>
              <a:t> </a:t>
            </a:r>
            <a:r>
              <a:rPr sz="2000" b="1" dirty="0">
                <a:latin typeface="Calibri" panose="020F0502020204030204"/>
                <a:cs typeface="Calibri" panose="020F0502020204030204"/>
              </a:rPr>
              <a:t>constructs</a:t>
            </a:r>
            <a:r>
              <a:rPr sz="2000" b="1" spc="-75" dirty="0">
                <a:latin typeface="Calibri" panose="020F0502020204030204"/>
                <a:cs typeface="Calibri" panose="020F0502020204030204"/>
              </a:rPr>
              <a:t> </a:t>
            </a:r>
            <a:r>
              <a:rPr sz="2000" b="1" dirty="0">
                <a:latin typeface="Calibri" panose="020F0502020204030204"/>
                <a:cs typeface="Calibri" panose="020F0502020204030204"/>
              </a:rPr>
              <a:t>a</a:t>
            </a:r>
            <a:r>
              <a:rPr sz="2000" b="1" spc="-40" dirty="0">
                <a:latin typeface="Calibri" panose="020F0502020204030204"/>
                <a:cs typeface="Calibri" panose="020F0502020204030204"/>
              </a:rPr>
              <a:t> </a:t>
            </a:r>
            <a:r>
              <a:rPr sz="2000" b="1" dirty="0">
                <a:latin typeface="Calibri" panose="020F0502020204030204"/>
                <a:cs typeface="Calibri" panose="020F0502020204030204"/>
              </a:rPr>
              <a:t>DAG</a:t>
            </a:r>
            <a:r>
              <a:rPr sz="2000" b="1" spc="-40" dirty="0">
                <a:latin typeface="Calibri" panose="020F0502020204030204"/>
                <a:cs typeface="Calibri" panose="020F0502020204030204"/>
              </a:rPr>
              <a:t> </a:t>
            </a:r>
            <a:r>
              <a:rPr sz="2000" b="1" dirty="0">
                <a:latin typeface="Calibri" panose="020F0502020204030204"/>
                <a:cs typeface="Calibri" panose="020F0502020204030204"/>
              </a:rPr>
              <a:t>(Directed</a:t>
            </a:r>
            <a:r>
              <a:rPr sz="2000" b="1" spc="-40" dirty="0">
                <a:latin typeface="Calibri" panose="020F0502020204030204"/>
                <a:cs typeface="Calibri" panose="020F0502020204030204"/>
              </a:rPr>
              <a:t> </a:t>
            </a:r>
            <a:r>
              <a:rPr sz="2000" b="1" dirty="0">
                <a:latin typeface="Calibri" panose="020F0502020204030204"/>
                <a:cs typeface="Calibri" panose="020F0502020204030204"/>
              </a:rPr>
              <a:t>Acyclic</a:t>
            </a:r>
            <a:r>
              <a:rPr sz="2000" b="1" spc="-55" dirty="0">
                <a:latin typeface="Calibri" panose="020F0502020204030204"/>
                <a:cs typeface="Calibri" panose="020F0502020204030204"/>
              </a:rPr>
              <a:t> </a:t>
            </a:r>
            <a:r>
              <a:rPr sz="2000" b="1" dirty="0">
                <a:latin typeface="Calibri" panose="020F0502020204030204"/>
                <a:cs typeface="Calibri" panose="020F0502020204030204"/>
              </a:rPr>
              <a:t>Graph)</a:t>
            </a:r>
            <a:r>
              <a:rPr sz="2000" b="1" spc="-45" dirty="0">
                <a:latin typeface="Calibri" panose="020F0502020204030204"/>
                <a:cs typeface="Calibri" panose="020F0502020204030204"/>
              </a:rPr>
              <a:t> </a:t>
            </a:r>
            <a:r>
              <a:rPr sz="2000" b="1" dirty="0">
                <a:latin typeface="Calibri" panose="020F0502020204030204"/>
                <a:cs typeface="Calibri" panose="020F0502020204030204"/>
              </a:rPr>
              <a:t>of</a:t>
            </a:r>
            <a:r>
              <a:rPr sz="2000" b="1" spc="-45" dirty="0">
                <a:latin typeface="Calibri" panose="020F0502020204030204"/>
                <a:cs typeface="Calibri" panose="020F0502020204030204"/>
              </a:rPr>
              <a:t> </a:t>
            </a:r>
            <a:r>
              <a:rPr sz="2000" b="1" dirty="0">
                <a:latin typeface="Calibri" panose="020F0502020204030204"/>
                <a:cs typeface="Calibri" panose="020F0502020204030204"/>
              </a:rPr>
              <a:t>RDD</a:t>
            </a:r>
            <a:r>
              <a:rPr sz="2000" b="1" spc="-40" dirty="0">
                <a:latin typeface="Calibri" panose="020F0502020204030204"/>
                <a:cs typeface="Calibri" panose="020F0502020204030204"/>
              </a:rPr>
              <a:t> </a:t>
            </a:r>
            <a:r>
              <a:rPr sz="2000" b="1" spc="-10" dirty="0">
                <a:latin typeface="Calibri" panose="020F0502020204030204"/>
                <a:cs typeface="Calibri" panose="020F0502020204030204"/>
              </a:rPr>
              <a:t>dependencies</a:t>
            </a:r>
            <a:endParaRPr sz="2000">
              <a:latin typeface="Calibri" panose="020F0502020204030204"/>
              <a:cs typeface="Calibri" panose="020F0502020204030204"/>
            </a:endParaRPr>
          </a:p>
          <a:p>
            <a:pPr marL="12700">
              <a:lnSpc>
                <a:spcPct val="100000"/>
              </a:lnSpc>
              <a:spcBef>
                <a:spcPts val="2400"/>
              </a:spcBef>
            </a:pPr>
            <a:r>
              <a:rPr sz="2000" dirty="0">
                <a:latin typeface="Calibri" panose="020F0502020204030204"/>
                <a:cs typeface="Calibri" panose="020F0502020204030204"/>
              </a:rPr>
              <a:t>§</a:t>
            </a:r>
            <a:r>
              <a:rPr sz="2000" spc="-10" dirty="0">
                <a:latin typeface="Calibri" panose="020F0502020204030204"/>
                <a:cs typeface="Calibri" panose="020F0502020204030204"/>
              </a:rPr>
              <a:t> </a:t>
            </a:r>
            <a:r>
              <a:rPr sz="2000" b="1" i="1" spc="-10" dirty="0">
                <a:latin typeface="Calibri" panose="020F0502020204030204"/>
                <a:cs typeface="Calibri" panose="020F0502020204030204"/>
              </a:rPr>
              <a:t>Narrow</a:t>
            </a:r>
            <a:r>
              <a:rPr sz="2000" b="1" spc="-10" dirty="0">
                <a:latin typeface="Calibri" panose="020F0502020204030204"/>
                <a:cs typeface="Calibri" panose="020F0502020204030204"/>
              </a:rPr>
              <a:t>dependencies</a:t>
            </a:r>
            <a:endParaRPr sz="2000">
              <a:latin typeface="Calibri" panose="020F0502020204030204"/>
              <a:cs typeface="Calibri" panose="020F0502020204030204"/>
            </a:endParaRPr>
          </a:p>
          <a:p>
            <a:pPr marL="12700" marR="3263265" indent="183515">
              <a:lnSpc>
                <a:spcPts val="2330"/>
              </a:lnSpc>
              <a:spcBef>
                <a:spcPts val="135"/>
              </a:spcBef>
              <a:buChar char="–"/>
              <a:tabLst>
                <a:tab pos="196215" algn="l"/>
              </a:tabLst>
            </a:pPr>
            <a:r>
              <a:rPr sz="2000" dirty="0">
                <a:latin typeface="Calibri" panose="020F0502020204030204"/>
                <a:cs typeface="Calibri" panose="020F0502020204030204"/>
              </a:rPr>
              <a:t>Each</a:t>
            </a:r>
            <a:r>
              <a:rPr sz="2000" spc="-50" dirty="0">
                <a:latin typeface="Calibri" panose="020F0502020204030204"/>
                <a:cs typeface="Calibri" panose="020F0502020204030204"/>
              </a:rPr>
              <a:t> </a:t>
            </a:r>
            <a:r>
              <a:rPr sz="2000" dirty="0">
                <a:latin typeface="Calibri" panose="020F0502020204030204"/>
                <a:cs typeface="Calibri" panose="020F0502020204030204"/>
              </a:rPr>
              <a:t>partition</a:t>
            </a:r>
            <a:r>
              <a:rPr sz="2000" spc="-15" dirty="0">
                <a:latin typeface="Calibri" panose="020F0502020204030204"/>
                <a:cs typeface="Calibri" panose="020F0502020204030204"/>
              </a:rPr>
              <a:t> </a:t>
            </a:r>
            <a:r>
              <a:rPr sz="2000" dirty="0">
                <a:latin typeface="Calibri" panose="020F0502020204030204"/>
                <a:cs typeface="Calibri" panose="020F0502020204030204"/>
              </a:rPr>
              <a:t>in</a:t>
            </a:r>
            <a:r>
              <a:rPr sz="2000" spc="-45" dirty="0">
                <a:latin typeface="Calibri" panose="020F0502020204030204"/>
                <a:cs typeface="Calibri" panose="020F0502020204030204"/>
              </a:rPr>
              <a:t> </a:t>
            </a:r>
            <a:r>
              <a:rPr sz="2000" dirty="0">
                <a:latin typeface="Calibri" panose="020F0502020204030204"/>
                <a:cs typeface="Calibri" panose="020F0502020204030204"/>
              </a:rPr>
              <a:t>the</a:t>
            </a:r>
            <a:r>
              <a:rPr sz="2000" spc="-30" dirty="0">
                <a:latin typeface="Calibri" panose="020F0502020204030204"/>
                <a:cs typeface="Calibri" panose="020F0502020204030204"/>
              </a:rPr>
              <a:t> </a:t>
            </a:r>
            <a:r>
              <a:rPr sz="2000" dirty="0">
                <a:latin typeface="Calibri" panose="020F0502020204030204"/>
                <a:cs typeface="Calibri" panose="020F0502020204030204"/>
              </a:rPr>
              <a:t>child</a:t>
            </a:r>
            <a:r>
              <a:rPr sz="2000" spc="-40" dirty="0">
                <a:latin typeface="Calibri" panose="020F0502020204030204"/>
                <a:cs typeface="Calibri" panose="020F0502020204030204"/>
              </a:rPr>
              <a:t> </a:t>
            </a:r>
            <a:r>
              <a:rPr sz="2000" dirty="0">
                <a:latin typeface="Calibri" panose="020F0502020204030204"/>
                <a:cs typeface="Calibri" panose="020F0502020204030204"/>
              </a:rPr>
              <a:t>RDD</a:t>
            </a:r>
            <a:r>
              <a:rPr sz="2000" spc="-60" dirty="0">
                <a:latin typeface="Calibri" panose="020F0502020204030204"/>
                <a:cs typeface="Calibri" panose="020F0502020204030204"/>
              </a:rPr>
              <a:t> </a:t>
            </a:r>
            <a:r>
              <a:rPr sz="2000" spc="-10" dirty="0">
                <a:latin typeface="Calibri" panose="020F0502020204030204"/>
                <a:cs typeface="Calibri" panose="020F0502020204030204"/>
              </a:rPr>
              <a:t>depends </a:t>
            </a:r>
            <a:r>
              <a:rPr sz="2000" dirty="0">
                <a:latin typeface="Calibri" panose="020F0502020204030204"/>
                <a:cs typeface="Calibri" panose="020F0502020204030204"/>
              </a:rPr>
              <a:t>on</a:t>
            </a:r>
            <a:r>
              <a:rPr sz="2000" spc="470" dirty="0">
                <a:latin typeface="Calibri" panose="020F0502020204030204"/>
                <a:cs typeface="Calibri" panose="020F0502020204030204"/>
              </a:rPr>
              <a:t> </a:t>
            </a:r>
            <a:r>
              <a:rPr sz="2000" dirty="0">
                <a:latin typeface="Calibri" panose="020F0502020204030204"/>
                <a:cs typeface="Calibri" panose="020F0502020204030204"/>
              </a:rPr>
              <a:t>just</a:t>
            </a:r>
            <a:r>
              <a:rPr sz="2000" spc="-25" dirty="0">
                <a:latin typeface="Calibri" panose="020F0502020204030204"/>
                <a:cs typeface="Calibri" panose="020F0502020204030204"/>
              </a:rPr>
              <a:t> </a:t>
            </a:r>
            <a:r>
              <a:rPr sz="2000" dirty="0">
                <a:latin typeface="Calibri" panose="020F0502020204030204"/>
                <a:cs typeface="Calibri" panose="020F0502020204030204"/>
              </a:rPr>
              <a:t>one</a:t>
            </a:r>
            <a:r>
              <a:rPr sz="2000" spc="-35" dirty="0">
                <a:latin typeface="Calibri" panose="020F0502020204030204"/>
                <a:cs typeface="Calibri" panose="020F0502020204030204"/>
              </a:rPr>
              <a:t> </a:t>
            </a:r>
            <a:r>
              <a:rPr sz="2000" dirty="0">
                <a:latin typeface="Calibri" panose="020F0502020204030204"/>
                <a:cs typeface="Calibri" panose="020F0502020204030204"/>
              </a:rPr>
              <a:t>partition</a:t>
            </a:r>
            <a:r>
              <a:rPr sz="2000" spc="-30" dirty="0">
                <a:latin typeface="Calibri" panose="020F0502020204030204"/>
                <a:cs typeface="Calibri" panose="020F0502020204030204"/>
              </a:rPr>
              <a:t> </a:t>
            </a:r>
            <a:r>
              <a:rPr sz="2000" dirty="0">
                <a:latin typeface="Calibri" panose="020F0502020204030204"/>
                <a:cs typeface="Calibri" panose="020F0502020204030204"/>
              </a:rPr>
              <a:t>of</a:t>
            </a:r>
            <a:r>
              <a:rPr sz="2000" spc="-35" dirty="0">
                <a:latin typeface="Calibri" panose="020F0502020204030204"/>
                <a:cs typeface="Calibri" panose="020F0502020204030204"/>
              </a:rPr>
              <a:t> </a:t>
            </a:r>
            <a:r>
              <a:rPr sz="2000" dirty="0">
                <a:latin typeface="Calibri" panose="020F0502020204030204"/>
                <a:cs typeface="Calibri" panose="020F0502020204030204"/>
              </a:rPr>
              <a:t>the</a:t>
            </a:r>
            <a:r>
              <a:rPr sz="2000" spc="-30" dirty="0">
                <a:latin typeface="Calibri" panose="020F0502020204030204"/>
                <a:cs typeface="Calibri" panose="020F0502020204030204"/>
              </a:rPr>
              <a:t> </a:t>
            </a:r>
            <a:r>
              <a:rPr sz="2000" dirty="0">
                <a:latin typeface="Calibri" panose="020F0502020204030204"/>
                <a:cs typeface="Calibri" panose="020F0502020204030204"/>
              </a:rPr>
              <a:t>parent</a:t>
            </a:r>
            <a:r>
              <a:rPr sz="2000" spc="-35" dirty="0">
                <a:latin typeface="Calibri" panose="020F0502020204030204"/>
                <a:cs typeface="Calibri" panose="020F0502020204030204"/>
              </a:rPr>
              <a:t> </a:t>
            </a:r>
            <a:r>
              <a:rPr sz="2000" spc="-25" dirty="0">
                <a:latin typeface="Calibri" panose="020F0502020204030204"/>
                <a:cs typeface="Calibri" panose="020F0502020204030204"/>
              </a:rPr>
              <a:t>RDD</a:t>
            </a:r>
            <a:endParaRPr sz="2000">
              <a:latin typeface="Calibri" panose="020F0502020204030204"/>
              <a:cs typeface="Calibri" panose="020F0502020204030204"/>
            </a:endParaRPr>
          </a:p>
          <a:p>
            <a:pPr marL="196215" indent="-183515">
              <a:lnSpc>
                <a:spcPct val="100000"/>
              </a:lnSpc>
              <a:spcBef>
                <a:spcPts val="5"/>
              </a:spcBef>
              <a:buChar char="–"/>
              <a:tabLst>
                <a:tab pos="196215" algn="l"/>
              </a:tabLst>
            </a:pPr>
            <a:r>
              <a:rPr sz="2000" dirty="0">
                <a:latin typeface="Calibri" panose="020F0502020204030204"/>
                <a:cs typeface="Calibri" panose="020F0502020204030204"/>
              </a:rPr>
              <a:t>No</a:t>
            </a:r>
            <a:r>
              <a:rPr sz="2000" spc="-65" dirty="0">
                <a:latin typeface="Calibri" panose="020F0502020204030204"/>
                <a:cs typeface="Calibri" panose="020F0502020204030204"/>
              </a:rPr>
              <a:t> </a:t>
            </a:r>
            <a:r>
              <a:rPr sz="2000" dirty="0">
                <a:latin typeface="Calibri" panose="020F0502020204030204"/>
                <a:cs typeface="Calibri" panose="020F0502020204030204"/>
              </a:rPr>
              <a:t>shuffle</a:t>
            </a:r>
            <a:r>
              <a:rPr sz="2000" spc="-35" dirty="0">
                <a:latin typeface="Calibri" panose="020F0502020204030204"/>
                <a:cs typeface="Calibri" panose="020F0502020204030204"/>
              </a:rPr>
              <a:t> </a:t>
            </a:r>
            <a:r>
              <a:rPr sz="2000" spc="-10" dirty="0">
                <a:latin typeface="Calibri" panose="020F0502020204030204"/>
                <a:cs typeface="Calibri" panose="020F0502020204030204"/>
              </a:rPr>
              <a:t>required</a:t>
            </a:r>
            <a:r>
              <a:rPr sz="2000" spc="-50" dirty="0">
                <a:latin typeface="Calibri" panose="020F0502020204030204"/>
                <a:cs typeface="Calibri" panose="020F0502020204030204"/>
              </a:rPr>
              <a:t> </a:t>
            </a:r>
            <a:r>
              <a:rPr sz="2000" dirty="0">
                <a:latin typeface="Calibri" panose="020F0502020204030204"/>
                <a:cs typeface="Calibri" panose="020F0502020204030204"/>
              </a:rPr>
              <a:t>between</a:t>
            </a:r>
            <a:r>
              <a:rPr sz="2000" spc="-55" dirty="0">
                <a:latin typeface="Calibri" panose="020F0502020204030204"/>
                <a:cs typeface="Calibri" panose="020F0502020204030204"/>
              </a:rPr>
              <a:t> </a:t>
            </a:r>
            <a:r>
              <a:rPr sz="2000" spc="-10" dirty="0">
                <a:latin typeface="Calibri" panose="020F0502020204030204"/>
                <a:cs typeface="Calibri" panose="020F0502020204030204"/>
              </a:rPr>
              <a:t>executors</a:t>
            </a:r>
            <a:endParaRPr sz="2000">
              <a:latin typeface="Calibri" panose="020F0502020204030204"/>
              <a:cs typeface="Calibri" panose="020F0502020204030204"/>
            </a:endParaRPr>
          </a:p>
          <a:p>
            <a:pPr marL="196215" indent="-183515">
              <a:lnSpc>
                <a:spcPct val="100000"/>
              </a:lnSpc>
              <a:spcBef>
                <a:spcPts val="5"/>
              </a:spcBef>
              <a:buChar char="–"/>
              <a:tabLst>
                <a:tab pos="196215" algn="l"/>
              </a:tabLst>
            </a:pPr>
            <a:r>
              <a:rPr sz="2000" dirty="0">
                <a:latin typeface="Calibri" panose="020F0502020204030204"/>
                <a:cs typeface="Calibri" panose="020F0502020204030204"/>
              </a:rPr>
              <a:t>Can</a:t>
            </a:r>
            <a:r>
              <a:rPr sz="2000" spc="-45" dirty="0">
                <a:latin typeface="Calibri" panose="020F0502020204030204"/>
                <a:cs typeface="Calibri" panose="020F0502020204030204"/>
              </a:rPr>
              <a:t> </a:t>
            </a:r>
            <a:r>
              <a:rPr sz="2000" dirty="0">
                <a:latin typeface="Calibri" panose="020F0502020204030204"/>
                <a:cs typeface="Calibri" panose="020F0502020204030204"/>
              </a:rPr>
              <a:t>be</a:t>
            </a:r>
            <a:r>
              <a:rPr sz="2000" spc="-40" dirty="0">
                <a:latin typeface="Calibri" panose="020F0502020204030204"/>
                <a:cs typeface="Calibri" panose="020F0502020204030204"/>
              </a:rPr>
              <a:t> </a:t>
            </a:r>
            <a:r>
              <a:rPr sz="2000" dirty="0">
                <a:latin typeface="Calibri" panose="020F0502020204030204"/>
                <a:cs typeface="Calibri" panose="020F0502020204030204"/>
              </a:rPr>
              <a:t>collapsed</a:t>
            </a:r>
            <a:r>
              <a:rPr sz="2000" spc="-35" dirty="0">
                <a:latin typeface="Calibri" panose="020F0502020204030204"/>
                <a:cs typeface="Calibri" panose="020F0502020204030204"/>
              </a:rPr>
              <a:t> </a:t>
            </a:r>
            <a:r>
              <a:rPr sz="2000" dirty="0">
                <a:latin typeface="Calibri" panose="020F0502020204030204"/>
                <a:cs typeface="Calibri" panose="020F0502020204030204"/>
              </a:rPr>
              <a:t>into</a:t>
            </a:r>
            <a:r>
              <a:rPr sz="2000" spc="-30" dirty="0">
                <a:latin typeface="Calibri" panose="020F0502020204030204"/>
                <a:cs typeface="Calibri" panose="020F0502020204030204"/>
              </a:rPr>
              <a:t> </a:t>
            </a:r>
            <a:r>
              <a:rPr sz="2000" dirty="0">
                <a:latin typeface="Calibri" panose="020F0502020204030204"/>
                <a:cs typeface="Calibri" panose="020F0502020204030204"/>
              </a:rPr>
              <a:t>a</a:t>
            </a:r>
            <a:r>
              <a:rPr sz="2000" spc="-35" dirty="0">
                <a:latin typeface="Calibri" panose="020F0502020204030204"/>
                <a:cs typeface="Calibri" panose="020F0502020204030204"/>
              </a:rPr>
              <a:t> </a:t>
            </a:r>
            <a:r>
              <a:rPr sz="2000" dirty="0">
                <a:latin typeface="Calibri" panose="020F0502020204030204"/>
                <a:cs typeface="Calibri" panose="020F0502020204030204"/>
              </a:rPr>
              <a:t>single</a:t>
            </a:r>
            <a:r>
              <a:rPr sz="2000" spc="-30" dirty="0">
                <a:latin typeface="Calibri" panose="020F0502020204030204"/>
                <a:cs typeface="Calibri" panose="020F0502020204030204"/>
              </a:rPr>
              <a:t> </a:t>
            </a:r>
            <a:r>
              <a:rPr sz="2000" spc="-10" dirty="0">
                <a:latin typeface="Calibri" panose="020F0502020204030204"/>
                <a:cs typeface="Calibri" panose="020F0502020204030204"/>
              </a:rPr>
              <a:t>stage</a:t>
            </a:r>
            <a:endParaRPr sz="2000">
              <a:latin typeface="Calibri" panose="020F0502020204030204"/>
              <a:cs typeface="Calibri" panose="020F0502020204030204"/>
            </a:endParaRPr>
          </a:p>
          <a:p>
            <a:pPr marL="196215" indent="-183515">
              <a:lnSpc>
                <a:spcPct val="100000"/>
              </a:lnSpc>
              <a:buChar char="–"/>
              <a:tabLst>
                <a:tab pos="196215" algn="l"/>
              </a:tabLst>
            </a:pPr>
            <a:r>
              <a:rPr sz="2000" spc="-10" dirty="0">
                <a:latin typeface="Calibri" panose="020F0502020204030204"/>
                <a:cs typeface="Calibri" panose="020F0502020204030204"/>
              </a:rPr>
              <a:t>Examples:</a:t>
            </a:r>
            <a:r>
              <a:rPr sz="2000" spc="-25" dirty="0">
                <a:latin typeface="Calibri" panose="020F0502020204030204"/>
                <a:cs typeface="Calibri" panose="020F0502020204030204"/>
              </a:rPr>
              <a:t> </a:t>
            </a:r>
            <a:r>
              <a:rPr sz="2000" b="1" dirty="0">
                <a:latin typeface="Calibri" panose="020F0502020204030204"/>
                <a:cs typeface="Calibri" panose="020F0502020204030204"/>
              </a:rPr>
              <a:t>map</a:t>
            </a:r>
            <a:r>
              <a:rPr sz="2000" dirty="0">
                <a:latin typeface="Calibri" panose="020F0502020204030204"/>
                <a:cs typeface="Calibri" panose="020F0502020204030204"/>
              </a:rPr>
              <a:t>,</a:t>
            </a:r>
            <a:r>
              <a:rPr sz="2000" spc="-45" dirty="0">
                <a:latin typeface="Calibri" panose="020F0502020204030204"/>
                <a:cs typeface="Calibri" panose="020F0502020204030204"/>
              </a:rPr>
              <a:t> </a:t>
            </a:r>
            <a:r>
              <a:rPr sz="2000" b="1" dirty="0">
                <a:latin typeface="Calibri" panose="020F0502020204030204"/>
                <a:cs typeface="Calibri" panose="020F0502020204030204"/>
              </a:rPr>
              <a:t>filter</a:t>
            </a:r>
            <a:r>
              <a:rPr sz="2000" dirty="0">
                <a:latin typeface="Calibri" panose="020F0502020204030204"/>
                <a:cs typeface="Calibri" panose="020F0502020204030204"/>
              </a:rPr>
              <a:t>,</a:t>
            </a:r>
            <a:r>
              <a:rPr sz="2000" spc="-20" dirty="0">
                <a:latin typeface="Calibri" panose="020F0502020204030204"/>
                <a:cs typeface="Calibri" panose="020F0502020204030204"/>
              </a:rPr>
              <a:t> </a:t>
            </a:r>
            <a:r>
              <a:rPr sz="2000" dirty="0">
                <a:latin typeface="Calibri" panose="020F0502020204030204"/>
                <a:cs typeface="Calibri" panose="020F0502020204030204"/>
              </a:rPr>
              <a:t>and</a:t>
            </a:r>
            <a:r>
              <a:rPr sz="2000" spc="-35" dirty="0">
                <a:latin typeface="Calibri" panose="020F0502020204030204"/>
                <a:cs typeface="Calibri" panose="020F0502020204030204"/>
              </a:rPr>
              <a:t> </a:t>
            </a:r>
            <a:r>
              <a:rPr sz="2000" b="1" spc="-10" dirty="0">
                <a:latin typeface="Calibri" panose="020F0502020204030204"/>
                <a:cs typeface="Calibri" panose="020F0502020204030204"/>
              </a:rPr>
              <a:t>union</a:t>
            </a:r>
            <a:endParaRPr sz="2000">
              <a:latin typeface="Calibri" panose="020F0502020204030204"/>
              <a:cs typeface="Calibri" panose="020F0502020204030204"/>
            </a:endParaRPr>
          </a:p>
          <a:p>
            <a:pPr marL="12700">
              <a:lnSpc>
                <a:spcPct val="100000"/>
              </a:lnSpc>
            </a:pPr>
            <a:r>
              <a:rPr sz="2000" dirty="0">
                <a:latin typeface="Calibri" panose="020F0502020204030204"/>
                <a:cs typeface="Calibri" panose="020F0502020204030204"/>
              </a:rPr>
              <a:t>§</a:t>
            </a:r>
            <a:r>
              <a:rPr sz="2000" spc="-20" dirty="0">
                <a:latin typeface="Calibri" panose="020F0502020204030204"/>
                <a:cs typeface="Calibri" panose="020F0502020204030204"/>
              </a:rPr>
              <a:t> </a:t>
            </a:r>
            <a:r>
              <a:rPr sz="2000" b="1" i="1" dirty="0">
                <a:latin typeface="Calibri" panose="020F0502020204030204"/>
                <a:cs typeface="Calibri" panose="020F0502020204030204"/>
              </a:rPr>
              <a:t>Wide</a:t>
            </a:r>
            <a:r>
              <a:rPr sz="2000" b="1" i="1" spc="-30" dirty="0">
                <a:latin typeface="Calibri" panose="020F0502020204030204"/>
                <a:cs typeface="Calibri" panose="020F0502020204030204"/>
              </a:rPr>
              <a:t> </a:t>
            </a:r>
            <a:r>
              <a:rPr sz="2000" b="1" dirty="0">
                <a:latin typeface="Calibri" panose="020F0502020204030204"/>
                <a:cs typeface="Calibri" panose="020F0502020204030204"/>
              </a:rPr>
              <a:t>(or</a:t>
            </a:r>
            <a:r>
              <a:rPr sz="2000" b="1" spc="-25" dirty="0">
                <a:latin typeface="Calibri" panose="020F0502020204030204"/>
                <a:cs typeface="Calibri" panose="020F0502020204030204"/>
              </a:rPr>
              <a:t> </a:t>
            </a:r>
            <a:r>
              <a:rPr sz="2000" b="1" i="1" dirty="0">
                <a:latin typeface="Calibri" panose="020F0502020204030204"/>
                <a:cs typeface="Calibri" panose="020F0502020204030204"/>
              </a:rPr>
              <a:t>shuffle</a:t>
            </a:r>
            <a:r>
              <a:rPr sz="2000" b="1" dirty="0">
                <a:latin typeface="Calibri" panose="020F0502020204030204"/>
                <a:cs typeface="Calibri" panose="020F0502020204030204"/>
              </a:rPr>
              <a:t>)</a:t>
            </a:r>
            <a:r>
              <a:rPr sz="2000" b="1" spc="-30" dirty="0">
                <a:latin typeface="Calibri" panose="020F0502020204030204"/>
                <a:cs typeface="Calibri" panose="020F0502020204030204"/>
              </a:rPr>
              <a:t> </a:t>
            </a:r>
            <a:r>
              <a:rPr sz="2000" b="1" spc="-10" dirty="0">
                <a:latin typeface="Calibri" panose="020F0502020204030204"/>
                <a:cs typeface="Calibri" panose="020F0502020204030204"/>
              </a:rPr>
              <a:t>dependencies</a:t>
            </a:r>
            <a:endParaRPr sz="2000">
              <a:latin typeface="Calibri" panose="020F0502020204030204"/>
              <a:cs typeface="Calibri" panose="020F0502020204030204"/>
            </a:endParaRPr>
          </a:p>
          <a:p>
            <a:pPr marL="12700" marR="3696335" indent="183515">
              <a:lnSpc>
                <a:spcPct val="100000"/>
              </a:lnSpc>
              <a:buChar char="–"/>
              <a:tabLst>
                <a:tab pos="196215" algn="l"/>
              </a:tabLst>
            </a:pPr>
            <a:r>
              <a:rPr sz="2000" dirty="0">
                <a:latin typeface="Calibri" panose="020F0502020204030204"/>
                <a:cs typeface="Calibri" panose="020F0502020204030204"/>
              </a:rPr>
              <a:t>Child</a:t>
            </a:r>
            <a:r>
              <a:rPr sz="2000" spc="-35" dirty="0">
                <a:latin typeface="Calibri" panose="020F0502020204030204"/>
                <a:cs typeface="Calibri" panose="020F0502020204030204"/>
              </a:rPr>
              <a:t> </a:t>
            </a:r>
            <a:r>
              <a:rPr sz="2000" dirty="0">
                <a:latin typeface="Calibri" panose="020F0502020204030204"/>
                <a:cs typeface="Calibri" panose="020F0502020204030204"/>
              </a:rPr>
              <a:t>partitions</a:t>
            </a:r>
            <a:r>
              <a:rPr sz="2000" spc="-30" dirty="0">
                <a:latin typeface="Calibri" panose="020F0502020204030204"/>
                <a:cs typeface="Calibri" panose="020F0502020204030204"/>
              </a:rPr>
              <a:t> </a:t>
            </a:r>
            <a:r>
              <a:rPr sz="2000" dirty="0">
                <a:latin typeface="Calibri" panose="020F0502020204030204"/>
                <a:cs typeface="Calibri" panose="020F0502020204030204"/>
              </a:rPr>
              <a:t>depend</a:t>
            </a:r>
            <a:r>
              <a:rPr sz="2000" spc="-55" dirty="0">
                <a:latin typeface="Calibri" panose="020F0502020204030204"/>
                <a:cs typeface="Calibri" panose="020F0502020204030204"/>
              </a:rPr>
              <a:t> </a:t>
            </a:r>
            <a:r>
              <a:rPr sz="2000" dirty="0">
                <a:latin typeface="Calibri" panose="020F0502020204030204"/>
                <a:cs typeface="Calibri" panose="020F0502020204030204"/>
              </a:rPr>
              <a:t>on</a:t>
            </a:r>
            <a:r>
              <a:rPr sz="2000" spc="-50" dirty="0">
                <a:latin typeface="Calibri" panose="020F0502020204030204"/>
                <a:cs typeface="Calibri" panose="020F0502020204030204"/>
              </a:rPr>
              <a:t> </a:t>
            </a:r>
            <a:r>
              <a:rPr sz="2000" spc="-10" dirty="0">
                <a:latin typeface="Calibri" panose="020F0502020204030204"/>
                <a:cs typeface="Calibri" panose="020F0502020204030204"/>
              </a:rPr>
              <a:t>multiple </a:t>
            </a:r>
            <a:r>
              <a:rPr sz="2000" dirty="0">
                <a:latin typeface="Calibri" panose="020F0502020204030204"/>
                <a:cs typeface="Calibri" panose="020F0502020204030204"/>
              </a:rPr>
              <a:t>partitions</a:t>
            </a:r>
            <a:r>
              <a:rPr sz="2000" spc="-40" dirty="0">
                <a:latin typeface="Calibri" panose="020F0502020204030204"/>
                <a:cs typeface="Calibri" panose="020F0502020204030204"/>
              </a:rPr>
              <a:t> </a:t>
            </a:r>
            <a:r>
              <a:rPr sz="2000" dirty="0">
                <a:latin typeface="Calibri" panose="020F0502020204030204"/>
                <a:cs typeface="Calibri" panose="020F0502020204030204"/>
              </a:rPr>
              <a:t>in</a:t>
            </a:r>
            <a:r>
              <a:rPr sz="2000" spc="-55" dirty="0">
                <a:latin typeface="Calibri" panose="020F0502020204030204"/>
                <a:cs typeface="Calibri" panose="020F0502020204030204"/>
              </a:rPr>
              <a:t> </a:t>
            </a:r>
            <a:r>
              <a:rPr sz="2000" dirty="0">
                <a:latin typeface="Calibri" panose="020F0502020204030204"/>
                <a:cs typeface="Calibri" panose="020F0502020204030204"/>
              </a:rPr>
              <a:t>the</a:t>
            </a:r>
            <a:r>
              <a:rPr sz="2000" spc="-45" dirty="0">
                <a:latin typeface="Calibri" panose="020F0502020204030204"/>
                <a:cs typeface="Calibri" panose="020F0502020204030204"/>
              </a:rPr>
              <a:t> </a:t>
            </a:r>
            <a:r>
              <a:rPr sz="2000" dirty="0">
                <a:latin typeface="Calibri" panose="020F0502020204030204"/>
                <a:cs typeface="Calibri" panose="020F0502020204030204"/>
              </a:rPr>
              <a:t>parent</a:t>
            </a:r>
            <a:r>
              <a:rPr sz="2000" spc="-45" dirty="0">
                <a:latin typeface="Calibri" panose="020F0502020204030204"/>
                <a:cs typeface="Calibri" panose="020F0502020204030204"/>
              </a:rPr>
              <a:t> </a:t>
            </a:r>
            <a:r>
              <a:rPr sz="2000" spc="-25" dirty="0">
                <a:latin typeface="Calibri" panose="020F0502020204030204"/>
                <a:cs typeface="Calibri" panose="020F0502020204030204"/>
              </a:rPr>
              <a:t>RDD</a:t>
            </a:r>
            <a:endParaRPr sz="2000">
              <a:latin typeface="Calibri" panose="020F0502020204030204"/>
              <a:cs typeface="Calibri" panose="020F0502020204030204"/>
            </a:endParaRPr>
          </a:p>
          <a:p>
            <a:pPr marL="196215" indent="-183515">
              <a:lnSpc>
                <a:spcPct val="100000"/>
              </a:lnSpc>
              <a:buChar char="–"/>
              <a:tabLst>
                <a:tab pos="196215" algn="l"/>
              </a:tabLst>
            </a:pPr>
            <a:r>
              <a:rPr sz="2000" dirty="0">
                <a:latin typeface="Calibri" panose="020F0502020204030204"/>
                <a:cs typeface="Calibri" panose="020F0502020204030204"/>
              </a:rPr>
              <a:t>Defines</a:t>
            </a:r>
            <a:r>
              <a:rPr sz="2000" spc="-50" dirty="0">
                <a:latin typeface="Calibri" panose="020F0502020204030204"/>
                <a:cs typeface="Calibri" panose="020F0502020204030204"/>
              </a:rPr>
              <a:t> </a:t>
            </a:r>
            <a:r>
              <a:rPr sz="2000" dirty="0">
                <a:latin typeface="Calibri" panose="020F0502020204030204"/>
                <a:cs typeface="Calibri" panose="020F0502020204030204"/>
              </a:rPr>
              <a:t>a</a:t>
            </a:r>
            <a:r>
              <a:rPr sz="2000" spc="-35" dirty="0">
                <a:latin typeface="Calibri" panose="020F0502020204030204"/>
                <a:cs typeface="Calibri" panose="020F0502020204030204"/>
              </a:rPr>
              <a:t> </a:t>
            </a:r>
            <a:r>
              <a:rPr sz="2000" dirty="0">
                <a:latin typeface="Calibri" panose="020F0502020204030204"/>
                <a:cs typeface="Calibri" panose="020F0502020204030204"/>
              </a:rPr>
              <a:t>new</a:t>
            </a:r>
            <a:r>
              <a:rPr sz="2000" spc="-45" dirty="0">
                <a:latin typeface="Calibri" panose="020F0502020204030204"/>
                <a:cs typeface="Calibri" panose="020F0502020204030204"/>
              </a:rPr>
              <a:t> </a:t>
            </a:r>
            <a:r>
              <a:rPr sz="2000" spc="-20" dirty="0">
                <a:latin typeface="Calibri" panose="020F0502020204030204"/>
                <a:cs typeface="Calibri" panose="020F0502020204030204"/>
              </a:rPr>
              <a:t>stage</a:t>
            </a:r>
            <a:endParaRPr sz="2000">
              <a:latin typeface="Calibri" panose="020F0502020204030204"/>
              <a:cs typeface="Calibri" panose="020F0502020204030204"/>
            </a:endParaRPr>
          </a:p>
          <a:p>
            <a:pPr marL="196215" indent="-183515">
              <a:lnSpc>
                <a:spcPct val="100000"/>
              </a:lnSpc>
              <a:buChar char="–"/>
              <a:tabLst>
                <a:tab pos="196215" algn="l"/>
              </a:tabLst>
            </a:pPr>
            <a:r>
              <a:rPr sz="2000" spc="-10" dirty="0">
                <a:latin typeface="Calibri" panose="020F0502020204030204"/>
                <a:cs typeface="Calibri" panose="020F0502020204030204"/>
              </a:rPr>
              <a:t>Examples:</a:t>
            </a:r>
            <a:r>
              <a:rPr sz="2000" spc="-70" dirty="0">
                <a:latin typeface="Calibri" panose="020F0502020204030204"/>
                <a:cs typeface="Calibri" panose="020F0502020204030204"/>
              </a:rPr>
              <a:t> </a:t>
            </a:r>
            <a:r>
              <a:rPr sz="2000" b="1" spc="-10" dirty="0">
                <a:latin typeface="Calibri" panose="020F0502020204030204"/>
                <a:cs typeface="Calibri" panose="020F0502020204030204"/>
              </a:rPr>
              <a:t>reduceByKey</a:t>
            </a:r>
            <a:r>
              <a:rPr sz="2000" spc="-10" dirty="0">
                <a:latin typeface="Calibri" panose="020F0502020204030204"/>
                <a:cs typeface="Calibri" panose="020F0502020204030204"/>
              </a:rPr>
              <a:t>,</a:t>
            </a:r>
            <a:r>
              <a:rPr sz="2000" spc="-50" dirty="0">
                <a:latin typeface="Calibri" panose="020F0502020204030204"/>
                <a:cs typeface="Calibri" panose="020F0502020204030204"/>
              </a:rPr>
              <a:t> </a:t>
            </a:r>
            <a:r>
              <a:rPr sz="2000" b="1" spc="-20" dirty="0">
                <a:latin typeface="Calibri" panose="020F0502020204030204"/>
                <a:cs typeface="Calibri" panose="020F0502020204030204"/>
              </a:rPr>
              <a:t>join</a:t>
            </a:r>
            <a:endParaRPr sz="20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5848350" y="2433637"/>
            <a:ext cx="2371725" cy="3533775"/>
          </a:xfrm>
          <a:prstGeom prst="rect">
            <a:avLst/>
          </a:prstGeom>
        </p:spPr>
      </p:pic>
      <p:pic>
        <p:nvPicPr>
          <p:cNvPr id="5" name="Picture 4" descr="wingspan_logo.png"/>
          <p:cNvPicPr>
            <a:picLocks noChangeAspect="1"/>
          </p:cNvPicPr>
          <p:nvPr/>
        </p:nvPicPr>
        <p:blipFill>
          <a:blip r:embed="rId3"/>
          <a:stretch>
            <a:fillRect/>
          </a:stretch>
        </p:blipFill>
        <p:spPr>
          <a:xfrm>
            <a:off x="8397302" y="-36626"/>
            <a:ext cx="749808" cy="630936"/>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637133" y="461594"/>
            <a:ext cx="7876540" cy="697230"/>
          </a:xfrm>
          <a:prstGeom prst="rect">
            <a:avLst/>
          </a:prstGeom>
        </p:spPr>
        <p:txBody>
          <a:bodyPr vert="horz" wrap="square" lIns="0" tIns="13335" rIns="0" bIns="0" rtlCol="0">
            <a:spAutoFit/>
          </a:bodyPr>
          <a:lstStyle/>
          <a:p>
            <a:pPr marL="12700">
              <a:lnSpc>
                <a:spcPct val="100000"/>
              </a:lnSpc>
              <a:spcBef>
                <a:spcPts val="105"/>
              </a:spcBef>
            </a:pPr>
            <a:r>
              <a:rPr spc="-10" dirty="0"/>
              <a:t>Controlling</a:t>
            </a:r>
            <a:r>
              <a:rPr spc="-65" dirty="0"/>
              <a:t> </a:t>
            </a:r>
            <a:r>
              <a:rPr dirty="0"/>
              <a:t>the</a:t>
            </a:r>
            <a:r>
              <a:rPr spc="-60" dirty="0"/>
              <a:t> </a:t>
            </a:r>
            <a:r>
              <a:rPr dirty="0"/>
              <a:t>Level</a:t>
            </a:r>
            <a:r>
              <a:rPr spc="-65" dirty="0"/>
              <a:t> </a:t>
            </a:r>
            <a:r>
              <a:rPr dirty="0"/>
              <a:t>of</a:t>
            </a:r>
            <a:r>
              <a:rPr spc="-60" dirty="0"/>
              <a:t> </a:t>
            </a:r>
            <a:r>
              <a:rPr spc="-10" dirty="0"/>
              <a:t>Parallelism</a:t>
            </a:r>
          </a:p>
        </p:txBody>
      </p:sp>
      <p:sp>
        <p:nvSpPr>
          <p:cNvPr id="3" name="object 3"/>
          <p:cNvSpPr txBox="1"/>
          <p:nvPr/>
        </p:nvSpPr>
        <p:spPr>
          <a:xfrm>
            <a:off x="383540" y="1385061"/>
            <a:ext cx="7579359" cy="2220595"/>
          </a:xfrm>
          <a:prstGeom prst="rect">
            <a:avLst/>
          </a:prstGeom>
        </p:spPr>
        <p:txBody>
          <a:bodyPr vert="horz" wrap="square" lIns="0" tIns="12700" rIns="0" bIns="0" rtlCol="0">
            <a:spAutoFit/>
          </a:bodyPr>
          <a:lstStyle/>
          <a:p>
            <a:pPr marL="12700" marR="5080">
              <a:lnSpc>
                <a:spcPct val="100000"/>
              </a:lnSpc>
              <a:spcBef>
                <a:spcPts val="100"/>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Wide</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40" dirty="0">
                <a:latin typeface="Calibri" panose="020F0502020204030204"/>
                <a:cs typeface="Calibri" panose="020F0502020204030204"/>
              </a:rPr>
              <a:t> </a:t>
            </a:r>
            <a:r>
              <a:rPr sz="2400" b="1" dirty="0">
                <a:latin typeface="Calibri" panose="020F0502020204030204"/>
                <a:cs typeface="Calibri" panose="020F0502020204030204"/>
              </a:rPr>
              <a:t>(such</a:t>
            </a:r>
            <a:r>
              <a:rPr sz="2400" b="1" spc="-50" dirty="0">
                <a:latin typeface="Calibri" panose="020F0502020204030204"/>
                <a:cs typeface="Calibri" panose="020F0502020204030204"/>
              </a:rPr>
              <a:t> </a:t>
            </a:r>
            <a:r>
              <a:rPr sz="2400" b="1" dirty="0">
                <a:latin typeface="Calibri" panose="020F0502020204030204"/>
                <a:cs typeface="Calibri" panose="020F0502020204030204"/>
              </a:rPr>
              <a:t>as</a:t>
            </a:r>
            <a:r>
              <a:rPr sz="2400" b="1" spc="-40" dirty="0">
                <a:latin typeface="Calibri" panose="020F0502020204030204"/>
                <a:cs typeface="Calibri" panose="020F0502020204030204"/>
              </a:rPr>
              <a:t> </a:t>
            </a:r>
            <a:r>
              <a:rPr sz="2400" b="1" spc="-20" dirty="0">
                <a:latin typeface="Calibri" panose="020F0502020204030204"/>
                <a:cs typeface="Calibri" panose="020F0502020204030204"/>
              </a:rPr>
              <a:t>reduceByKey)</a:t>
            </a:r>
            <a:r>
              <a:rPr sz="2400" b="1" spc="-40" dirty="0">
                <a:latin typeface="Calibri" panose="020F0502020204030204"/>
                <a:cs typeface="Calibri" panose="020F0502020204030204"/>
              </a:rPr>
              <a:t> </a:t>
            </a:r>
            <a:r>
              <a:rPr sz="2400" b="1" dirty="0">
                <a:latin typeface="Calibri" panose="020F0502020204030204"/>
                <a:cs typeface="Calibri" panose="020F0502020204030204"/>
              </a:rPr>
              <a:t>partition</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resulting </a:t>
            </a:r>
            <a:r>
              <a:rPr sz="2400" b="1" spc="-20" dirty="0">
                <a:latin typeface="Calibri" panose="020F0502020204030204"/>
                <a:cs typeface="Calibri" panose="020F0502020204030204"/>
              </a:rPr>
              <a:t>RDDs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dirty="0">
                <a:latin typeface="Calibri" panose="020F0502020204030204"/>
                <a:cs typeface="Calibri" panose="020F0502020204030204"/>
              </a:rPr>
              <a:t>More</a:t>
            </a:r>
            <a:r>
              <a:rPr sz="2400" spc="-55" dirty="0">
                <a:latin typeface="Calibri" panose="020F0502020204030204"/>
                <a:cs typeface="Calibri" panose="020F0502020204030204"/>
              </a:rPr>
              <a:t> </a:t>
            </a:r>
            <a:r>
              <a:rPr sz="2400" dirty="0">
                <a:latin typeface="Calibri" panose="020F0502020204030204"/>
                <a:cs typeface="Calibri" panose="020F0502020204030204"/>
              </a:rPr>
              <a:t>partitions</a:t>
            </a:r>
            <a:r>
              <a:rPr sz="2400" spc="-75" dirty="0">
                <a:latin typeface="Calibri" panose="020F0502020204030204"/>
                <a:cs typeface="Calibri" panose="020F0502020204030204"/>
              </a:rPr>
              <a:t> </a:t>
            </a:r>
            <a:r>
              <a:rPr sz="2400" dirty="0">
                <a:latin typeface="Calibri" panose="020F0502020204030204"/>
                <a:cs typeface="Calibri" panose="020F0502020204030204"/>
              </a:rPr>
              <a:t>=</a:t>
            </a:r>
            <a:r>
              <a:rPr sz="2400" spc="-60" dirty="0">
                <a:latin typeface="Calibri" panose="020F0502020204030204"/>
                <a:cs typeface="Calibri" panose="020F0502020204030204"/>
              </a:rPr>
              <a:t> </a:t>
            </a:r>
            <a:r>
              <a:rPr sz="2400" dirty="0">
                <a:latin typeface="Calibri" panose="020F0502020204030204"/>
                <a:cs typeface="Calibri" panose="020F0502020204030204"/>
              </a:rPr>
              <a:t>more</a:t>
            </a:r>
            <a:r>
              <a:rPr sz="2400" spc="-55" dirty="0">
                <a:latin typeface="Calibri" panose="020F0502020204030204"/>
                <a:cs typeface="Calibri" panose="020F0502020204030204"/>
              </a:rPr>
              <a:t> </a:t>
            </a:r>
            <a:r>
              <a:rPr sz="2400" dirty="0">
                <a:latin typeface="Calibri" panose="020F0502020204030204"/>
                <a:cs typeface="Calibri" panose="020F0502020204030204"/>
              </a:rPr>
              <a:t>parallel</a:t>
            </a:r>
            <a:r>
              <a:rPr sz="2400" spc="-80" dirty="0">
                <a:latin typeface="Calibri" panose="020F0502020204030204"/>
                <a:cs typeface="Calibri" panose="020F0502020204030204"/>
              </a:rPr>
              <a:t> </a:t>
            </a:r>
            <a:r>
              <a:rPr sz="2400" spc="-10" dirty="0">
                <a:latin typeface="Calibri" panose="020F0502020204030204"/>
                <a:cs typeface="Calibri" panose="020F0502020204030204"/>
              </a:rPr>
              <a:t>tasks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Cluster</a:t>
            </a:r>
            <a:r>
              <a:rPr sz="2400" spc="-70" dirty="0">
                <a:latin typeface="Calibri" panose="020F0502020204030204"/>
                <a:cs typeface="Calibri" panose="020F0502020204030204"/>
              </a:rPr>
              <a:t> </a:t>
            </a:r>
            <a:r>
              <a:rPr sz="2400" dirty="0">
                <a:latin typeface="Calibri" panose="020F0502020204030204"/>
                <a:cs typeface="Calibri" panose="020F0502020204030204"/>
              </a:rPr>
              <a:t>will</a:t>
            </a:r>
            <a:r>
              <a:rPr sz="2400" spc="-60" dirty="0">
                <a:latin typeface="Calibri" panose="020F0502020204030204"/>
                <a:cs typeface="Calibri" panose="020F0502020204030204"/>
              </a:rPr>
              <a:t> </a:t>
            </a:r>
            <a:r>
              <a:rPr sz="2400" dirty="0">
                <a:latin typeface="Calibri" panose="020F0502020204030204"/>
                <a:cs typeface="Calibri" panose="020F0502020204030204"/>
              </a:rPr>
              <a:t>be</a:t>
            </a:r>
            <a:r>
              <a:rPr sz="2400" spc="-50" dirty="0">
                <a:latin typeface="Calibri" panose="020F0502020204030204"/>
                <a:cs typeface="Calibri" panose="020F0502020204030204"/>
              </a:rPr>
              <a:t> </a:t>
            </a:r>
            <a:r>
              <a:rPr sz="2400" spc="-20" dirty="0">
                <a:latin typeface="Calibri" panose="020F0502020204030204"/>
                <a:cs typeface="Calibri" panose="020F0502020204030204"/>
              </a:rPr>
              <a:t>under-</a:t>
            </a:r>
            <a:r>
              <a:rPr sz="2400" dirty="0">
                <a:latin typeface="Calibri" panose="020F0502020204030204"/>
                <a:cs typeface="Calibri" panose="020F0502020204030204"/>
              </a:rPr>
              <a:t>utilized</a:t>
            </a:r>
            <a:r>
              <a:rPr sz="2400" spc="-55" dirty="0">
                <a:latin typeface="Calibri" panose="020F0502020204030204"/>
                <a:cs typeface="Calibri" panose="020F0502020204030204"/>
              </a:rPr>
              <a:t> </a:t>
            </a:r>
            <a:r>
              <a:rPr sz="2400" dirty="0">
                <a:latin typeface="Calibri" panose="020F0502020204030204"/>
                <a:cs typeface="Calibri" panose="020F0502020204030204"/>
              </a:rPr>
              <a:t>if</a:t>
            </a:r>
            <a:r>
              <a:rPr sz="2400" spc="-50" dirty="0">
                <a:latin typeface="Calibri" panose="020F0502020204030204"/>
                <a:cs typeface="Calibri" panose="020F0502020204030204"/>
              </a:rPr>
              <a:t> </a:t>
            </a:r>
            <a:r>
              <a:rPr sz="2400" dirty="0">
                <a:latin typeface="Calibri" panose="020F0502020204030204"/>
                <a:cs typeface="Calibri" panose="020F0502020204030204"/>
              </a:rPr>
              <a:t>there</a:t>
            </a:r>
            <a:r>
              <a:rPr sz="2400" spc="-50" dirty="0">
                <a:latin typeface="Calibri" panose="020F0502020204030204"/>
                <a:cs typeface="Calibri" panose="020F0502020204030204"/>
              </a:rPr>
              <a:t> </a:t>
            </a:r>
            <a:r>
              <a:rPr sz="2400" dirty="0">
                <a:latin typeface="Calibri" panose="020F0502020204030204"/>
                <a:cs typeface="Calibri" panose="020F0502020204030204"/>
              </a:rPr>
              <a:t>are</a:t>
            </a:r>
            <a:r>
              <a:rPr sz="2400" spc="-45" dirty="0">
                <a:latin typeface="Calibri" panose="020F0502020204030204"/>
                <a:cs typeface="Calibri" panose="020F0502020204030204"/>
              </a:rPr>
              <a:t> </a:t>
            </a:r>
            <a:r>
              <a:rPr sz="2400" dirty="0">
                <a:latin typeface="Calibri" panose="020F0502020204030204"/>
                <a:cs typeface="Calibri" panose="020F0502020204030204"/>
              </a:rPr>
              <a:t>too</a:t>
            </a:r>
            <a:r>
              <a:rPr sz="2400" spc="-65" dirty="0">
                <a:latin typeface="Calibri" panose="020F0502020204030204"/>
                <a:cs typeface="Calibri" panose="020F0502020204030204"/>
              </a:rPr>
              <a:t> </a:t>
            </a:r>
            <a:r>
              <a:rPr sz="2400" dirty="0">
                <a:latin typeface="Calibri" panose="020F0502020204030204"/>
                <a:cs typeface="Calibri" panose="020F0502020204030204"/>
              </a:rPr>
              <a:t>few</a:t>
            </a:r>
            <a:r>
              <a:rPr sz="2400" spc="-55" dirty="0">
                <a:latin typeface="Calibri" panose="020F0502020204030204"/>
                <a:cs typeface="Calibri" panose="020F0502020204030204"/>
              </a:rPr>
              <a:t> </a:t>
            </a:r>
            <a:r>
              <a:rPr sz="2400" spc="-10" dirty="0">
                <a:latin typeface="Calibri" panose="020F0502020204030204"/>
                <a:cs typeface="Calibri" panose="020F0502020204030204"/>
              </a:rPr>
              <a:t>partitions</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spc="-45" dirty="0">
                <a:latin typeface="Calibri" panose="020F0502020204030204"/>
                <a:cs typeface="Calibri" panose="020F0502020204030204"/>
              </a:rPr>
              <a:t>You</a:t>
            </a:r>
            <a:r>
              <a:rPr sz="2400" b="1" spc="-60" dirty="0">
                <a:latin typeface="Calibri" panose="020F0502020204030204"/>
                <a:cs typeface="Calibri" panose="020F0502020204030204"/>
              </a:rPr>
              <a:t> </a:t>
            </a:r>
            <a:r>
              <a:rPr sz="2400" b="1" dirty="0">
                <a:latin typeface="Calibri" panose="020F0502020204030204"/>
                <a:cs typeface="Calibri" panose="020F0502020204030204"/>
              </a:rPr>
              <a:t>can</a:t>
            </a:r>
            <a:r>
              <a:rPr sz="2400" b="1" spc="-65" dirty="0">
                <a:latin typeface="Calibri" panose="020F0502020204030204"/>
                <a:cs typeface="Calibri" panose="020F0502020204030204"/>
              </a:rPr>
              <a:t> </a:t>
            </a:r>
            <a:r>
              <a:rPr sz="2400" b="1" dirty="0">
                <a:latin typeface="Calibri" panose="020F0502020204030204"/>
                <a:cs typeface="Calibri" panose="020F0502020204030204"/>
              </a:rPr>
              <a:t>control</a:t>
            </a:r>
            <a:r>
              <a:rPr sz="2400" b="1" spc="-60" dirty="0">
                <a:latin typeface="Calibri" panose="020F0502020204030204"/>
                <a:cs typeface="Calibri" panose="020F0502020204030204"/>
              </a:rPr>
              <a:t> </a:t>
            </a:r>
            <a:r>
              <a:rPr sz="2400" b="1" dirty="0">
                <a:latin typeface="Calibri" panose="020F0502020204030204"/>
                <a:cs typeface="Calibri" panose="020F0502020204030204"/>
              </a:rPr>
              <a:t>how</a:t>
            </a:r>
            <a:r>
              <a:rPr sz="2400" b="1" spc="-60" dirty="0">
                <a:latin typeface="Calibri" panose="020F0502020204030204"/>
                <a:cs typeface="Calibri" panose="020F0502020204030204"/>
              </a:rPr>
              <a:t> </a:t>
            </a:r>
            <a:r>
              <a:rPr sz="2400" b="1" dirty="0">
                <a:latin typeface="Calibri" panose="020F0502020204030204"/>
                <a:cs typeface="Calibri" panose="020F0502020204030204"/>
              </a:rPr>
              <a:t>many</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partitions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Optional</a:t>
            </a:r>
            <a:r>
              <a:rPr sz="2400" spc="-40" dirty="0">
                <a:latin typeface="Calibri" panose="020F0502020204030204"/>
                <a:cs typeface="Calibri" panose="020F0502020204030204"/>
              </a:rPr>
              <a:t> </a:t>
            </a:r>
            <a:r>
              <a:rPr sz="2400" b="1" spc="-10" dirty="0">
                <a:latin typeface="Calibri" panose="020F0502020204030204"/>
                <a:cs typeface="Calibri" panose="020F0502020204030204"/>
              </a:rPr>
              <a:t>numPartitions</a:t>
            </a:r>
            <a:r>
              <a:rPr sz="2400" spc="-10" dirty="0">
                <a:latin typeface="Calibri" panose="020F0502020204030204"/>
                <a:cs typeface="Calibri" panose="020F0502020204030204"/>
              </a:rPr>
              <a:t>parameter</a:t>
            </a:r>
            <a:r>
              <a:rPr sz="2400" spc="-35" dirty="0">
                <a:latin typeface="Calibri" panose="020F0502020204030204"/>
                <a:cs typeface="Calibri" panose="020F0502020204030204"/>
              </a:rPr>
              <a:t> </a:t>
            </a:r>
            <a:r>
              <a:rPr sz="2400" dirty="0">
                <a:latin typeface="Calibri" panose="020F0502020204030204"/>
                <a:cs typeface="Calibri" panose="020F0502020204030204"/>
              </a:rPr>
              <a:t>in</a:t>
            </a:r>
            <a:r>
              <a:rPr sz="2400" spc="-35" dirty="0">
                <a:latin typeface="Calibri" panose="020F0502020204030204"/>
                <a:cs typeface="Calibri" panose="020F0502020204030204"/>
              </a:rPr>
              <a:t> </a:t>
            </a:r>
            <a:r>
              <a:rPr sz="2400" dirty="0">
                <a:latin typeface="Calibri" panose="020F0502020204030204"/>
                <a:cs typeface="Calibri" panose="020F0502020204030204"/>
              </a:rPr>
              <a:t>function</a:t>
            </a:r>
            <a:r>
              <a:rPr sz="2400" spc="-30" dirty="0">
                <a:latin typeface="Calibri" panose="020F0502020204030204"/>
                <a:cs typeface="Calibri" panose="020F0502020204030204"/>
              </a:rPr>
              <a:t> </a:t>
            </a:r>
            <a:r>
              <a:rPr sz="2400" spc="-20" dirty="0">
                <a:latin typeface="Calibri" panose="020F0502020204030204"/>
                <a:cs typeface="Calibri" panose="020F0502020204030204"/>
              </a:rPr>
              <a:t>call</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657350" y="3805173"/>
            <a:ext cx="5800725" cy="723900"/>
          </a:xfrm>
          <a:prstGeom prst="rect">
            <a:avLst/>
          </a:prstGeom>
        </p:spPr>
      </p:pic>
      <p:pic>
        <p:nvPicPr>
          <p:cNvPr id="5" name="object 5"/>
          <p:cNvPicPr/>
          <p:nvPr/>
        </p:nvPicPr>
        <p:blipFill>
          <a:blip r:embed="rId3" cstate="print"/>
          <a:stretch>
            <a:fillRect/>
          </a:stretch>
        </p:blipFill>
        <p:spPr>
          <a:xfrm>
            <a:off x="1738248" y="5133975"/>
            <a:ext cx="5800725" cy="733425"/>
          </a:xfrm>
          <a:prstGeom prst="rect">
            <a:avLst/>
          </a:prstGeom>
        </p:spPr>
      </p:pic>
      <p:pic>
        <p:nvPicPr>
          <p:cNvPr id="6" name="Picture 5" descr="wingspan_logo.png"/>
          <p:cNvPicPr>
            <a:picLocks noChangeAspect="1"/>
          </p:cNvPicPr>
          <p:nvPr/>
        </p:nvPicPr>
        <p:blipFill>
          <a:blip r:embed="rId4"/>
          <a:stretch>
            <a:fillRect/>
          </a:stretch>
        </p:blipFill>
        <p:spPr>
          <a:xfrm>
            <a:off x="8395747" y="0"/>
            <a:ext cx="749808" cy="630936"/>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2575560" marR="5080" indent="-1375410">
              <a:lnSpc>
                <a:spcPct val="100000"/>
              </a:lnSpc>
              <a:spcBef>
                <a:spcPts val="95"/>
              </a:spcBef>
            </a:pPr>
            <a:r>
              <a:rPr sz="4000" dirty="0"/>
              <a:t>Viewing</a:t>
            </a:r>
            <a:r>
              <a:rPr sz="4000" spc="-45" dirty="0"/>
              <a:t> </a:t>
            </a:r>
            <a:r>
              <a:rPr sz="4000" dirty="0"/>
              <a:t>Stages</a:t>
            </a:r>
            <a:r>
              <a:rPr sz="4000" spc="-70" dirty="0"/>
              <a:t> </a:t>
            </a:r>
            <a:r>
              <a:rPr sz="4000" dirty="0"/>
              <a:t>in</a:t>
            </a:r>
            <a:r>
              <a:rPr sz="4000" spc="-60" dirty="0"/>
              <a:t> </a:t>
            </a:r>
            <a:r>
              <a:rPr sz="4000" dirty="0"/>
              <a:t>the</a:t>
            </a:r>
            <a:r>
              <a:rPr sz="4000" spc="-70" dirty="0"/>
              <a:t> </a:t>
            </a:r>
            <a:r>
              <a:rPr sz="4000" spc="-10" dirty="0"/>
              <a:t>Spark Application</a:t>
            </a:r>
            <a:r>
              <a:rPr sz="4000" spc="-140" dirty="0"/>
              <a:t> </a:t>
            </a:r>
            <a:r>
              <a:rPr sz="4000" spc="-25" dirty="0"/>
              <a:t>UI</a:t>
            </a:r>
            <a:endParaRPr sz="4000"/>
          </a:p>
        </p:txBody>
      </p:sp>
      <p:pic>
        <p:nvPicPr>
          <p:cNvPr id="3" name="object 3"/>
          <p:cNvPicPr/>
          <p:nvPr/>
        </p:nvPicPr>
        <p:blipFill>
          <a:blip r:embed="rId2" cstate="print"/>
          <a:stretch>
            <a:fillRect/>
          </a:stretch>
        </p:blipFill>
        <p:spPr>
          <a:xfrm>
            <a:off x="546619" y="1676400"/>
            <a:ext cx="8405468" cy="4381591"/>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2575560" marR="5080" indent="-1375410">
              <a:lnSpc>
                <a:spcPct val="100000"/>
              </a:lnSpc>
              <a:spcBef>
                <a:spcPts val="95"/>
              </a:spcBef>
            </a:pPr>
            <a:r>
              <a:rPr sz="4000" dirty="0"/>
              <a:t>Viewing</a:t>
            </a:r>
            <a:r>
              <a:rPr sz="4000" spc="-45" dirty="0"/>
              <a:t> </a:t>
            </a:r>
            <a:r>
              <a:rPr sz="4000" dirty="0"/>
              <a:t>Stages</a:t>
            </a:r>
            <a:r>
              <a:rPr sz="4000" spc="-70" dirty="0"/>
              <a:t> </a:t>
            </a:r>
            <a:r>
              <a:rPr sz="4000" dirty="0"/>
              <a:t>in</a:t>
            </a:r>
            <a:r>
              <a:rPr sz="4000" spc="-60" dirty="0"/>
              <a:t> </a:t>
            </a:r>
            <a:r>
              <a:rPr sz="4000" dirty="0"/>
              <a:t>the</a:t>
            </a:r>
            <a:r>
              <a:rPr sz="4000" spc="-70" dirty="0"/>
              <a:t> </a:t>
            </a:r>
            <a:r>
              <a:rPr sz="4000" spc="-10" dirty="0"/>
              <a:t>Spark Application</a:t>
            </a:r>
            <a:r>
              <a:rPr sz="4000" spc="-140" dirty="0"/>
              <a:t> </a:t>
            </a:r>
            <a:r>
              <a:rPr sz="4000" spc="-25" dirty="0"/>
              <a:t>UI</a:t>
            </a:r>
            <a:endParaRPr sz="4000"/>
          </a:p>
        </p:txBody>
      </p:sp>
      <p:pic>
        <p:nvPicPr>
          <p:cNvPr id="3" name="object 3"/>
          <p:cNvPicPr/>
          <p:nvPr/>
        </p:nvPicPr>
        <p:blipFill>
          <a:blip r:embed="rId2" cstate="print"/>
          <a:stretch>
            <a:fillRect/>
          </a:stretch>
        </p:blipFill>
        <p:spPr>
          <a:xfrm>
            <a:off x="1159078" y="1600200"/>
            <a:ext cx="6739141" cy="4791075"/>
          </a:xfrm>
          <a:prstGeom prst="rect">
            <a:avLst/>
          </a:prstGeom>
        </p:spPr>
      </p:pic>
      <p:pic>
        <p:nvPicPr>
          <p:cNvPr id="4" name="Picture 3" descr="wingspan_logo.png"/>
          <p:cNvPicPr>
            <a:picLocks noChangeAspect="1"/>
          </p:cNvPicPr>
          <p:nvPr/>
        </p:nvPicPr>
        <p:blipFill>
          <a:blip r:embed="rId3"/>
          <a:stretch>
            <a:fillRect/>
          </a:stretch>
        </p:blipFill>
        <p:spPr>
          <a:xfrm>
            <a:off x="8405078" y="-1455"/>
            <a:ext cx="749808" cy="630936"/>
          </a:xfrm>
          <a:prstGeom prst="rect">
            <a:avLst/>
          </a:prstGeom>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609600" y="2903473"/>
            <a:ext cx="8229600" cy="1127760"/>
          </a:xfrm>
          <a:custGeom>
            <a:avLst/>
            <a:gdLst/>
            <a:ahLst/>
            <a:cxnLst/>
            <a:rect l="l" t="t" r="r" b="b"/>
            <a:pathLst>
              <a:path w="8229600" h="1127760">
                <a:moveTo>
                  <a:pt x="8041767" y="0"/>
                </a:moveTo>
                <a:lnTo>
                  <a:pt x="187883" y="0"/>
                </a:lnTo>
                <a:lnTo>
                  <a:pt x="137939" y="6708"/>
                </a:lnTo>
                <a:lnTo>
                  <a:pt x="93058" y="25639"/>
                </a:lnTo>
                <a:lnTo>
                  <a:pt x="55032" y="55006"/>
                </a:lnTo>
                <a:lnTo>
                  <a:pt x="25653" y="93020"/>
                </a:lnTo>
                <a:lnTo>
                  <a:pt x="6711" y="137892"/>
                </a:lnTo>
                <a:lnTo>
                  <a:pt x="0" y="187833"/>
                </a:lnTo>
                <a:lnTo>
                  <a:pt x="0" y="939419"/>
                </a:lnTo>
                <a:lnTo>
                  <a:pt x="6711" y="989359"/>
                </a:lnTo>
                <a:lnTo>
                  <a:pt x="25653" y="1034231"/>
                </a:lnTo>
                <a:lnTo>
                  <a:pt x="55032" y="1072245"/>
                </a:lnTo>
                <a:lnTo>
                  <a:pt x="93058" y="1101612"/>
                </a:lnTo>
                <a:lnTo>
                  <a:pt x="137939" y="1120543"/>
                </a:lnTo>
                <a:lnTo>
                  <a:pt x="187883" y="1127252"/>
                </a:lnTo>
                <a:lnTo>
                  <a:pt x="8041767" y="1127252"/>
                </a:lnTo>
                <a:lnTo>
                  <a:pt x="8091707" y="1120543"/>
                </a:lnTo>
                <a:lnTo>
                  <a:pt x="8136579" y="1101612"/>
                </a:lnTo>
                <a:lnTo>
                  <a:pt x="8174593" y="1072245"/>
                </a:lnTo>
                <a:lnTo>
                  <a:pt x="8203960" y="1034231"/>
                </a:lnTo>
                <a:lnTo>
                  <a:pt x="8222891" y="989359"/>
                </a:lnTo>
                <a:lnTo>
                  <a:pt x="8229600" y="939419"/>
                </a:lnTo>
                <a:lnTo>
                  <a:pt x="8229600" y="187833"/>
                </a:lnTo>
                <a:lnTo>
                  <a:pt x="8222891" y="137892"/>
                </a:lnTo>
                <a:lnTo>
                  <a:pt x="8203960" y="93020"/>
                </a:lnTo>
                <a:lnTo>
                  <a:pt x="8174593" y="55006"/>
                </a:lnTo>
                <a:lnTo>
                  <a:pt x="8136579" y="25639"/>
                </a:lnTo>
                <a:lnTo>
                  <a:pt x="8091707" y="6708"/>
                </a:lnTo>
                <a:lnTo>
                  <a:pt x="8041767" y="0"/>
                </a:lnTo>
                <a:close/>
              </a:path>
            </a:pathLst>
          </a:custGeom>
          <a:solidFill>
            <a:srgbClr val="4F81BC"/>
          </a:solidFill>
        </p:spPr>
        <p:txBody>
          <a:bodyPr wrap="square" lIns="0" tIns="0" rIns="0" bIns="0" rtlCol="0"/>
          <a:lstStyle/>
          <a:p>
            <a:endParaRPr/>
          </a:p>
        </p:txBody>
      </p:sp>
      <p:sp>
        <p:nvSpPr>
          <p:cNvPr id="3" name="object 3" descr="$PPTXTitle"/>
          <p:cNvSpPr txBox="1">
            <a:spLocks noGrp="1"/>
          </p:cNvSpPr>
          <p:nvPr>
            <p:ph type="title"/>
          </p:nvPr>
        </p:nvSpPr>
        <p:spPr>
          <a:xfrm>
            <a:off x="2742438" y="3024962"/>
            <a:ext cx="3964940" cy="742950"/>
          </a:xfrm>
          <a:prstGeom prst="rect">
            <a:avLst/>
          </a:prstGeom>
        </p:spPr>
        <p:txBody>
          <a:bodyPr vert="horz" wrap="square" lIns="0" tIns="13335" rIns="0" bIns="0" rtlCol="0">
            <a:spAutoFit/>
          </a:bodyPr>
          <a:lstStyle/>
          <a:p>
            <a:pPr marL="12700">
              <a:lnSpc>
                <a:spcPct val="100000"/>
              </a:lnSpc>
              <a:spcBef>
                <a:spcPts val="105"/>
              </a:spcBef>
              <a:tabLst>
                <a:tab pos="1207135" algn="l"/>
              </a:tabLst>
            </a:pPr>
            <a:r>
              <a:rPr sz="4700" spc="-25" dirty="0">
                <a:solidFill>
                  <a:srgbClr val="FFFFFF"/>
                </a:solidFill>
              </a:rPr>
              <a:t>RDD</a:t>
            </a:r>
            <a:r>
              <a:rPr sz="4700" dirty="0">
                <a:solidFill>
                  <a:srgbClr val="FFFFFF"/>
                </a:solidFill>
              </a:rPr>
              <a:t>	</a:t>
            </a:r>
            <a:r>
              <a:rPr sz="4700" spc="-25" dirty="0">
                <a:solidFill>
                  <a:srgbClr val="FFFFFF"/>
                </a:solidFill>
              </a:rPr>
              <a:t>Persistence</a:t>
            </a:r>
            <a:endParaRPr sz="4700"/>
          </a:p>
        </p:txBody>
      </p:sp>
      <p:pic>
        <p:nvPicPr>
          <p:cNvPr id="4" name="Picture 3" descr="wingspan_logo.png"/>
          <p:cNvPicPr>
            <a:picLocks noChangeAspect="1"/>
          </p:cNvPicPr>
          <p:nvPr/>
        </p:nvPicPr>
        <p:blipFill>
          <a:blip r:embed="rId2"/>
          <a:stretch>
            <a:fillRect/>
          </a:stretch>
        </p:blipFill>
        <p:spPr>
          <a:xfrm>
            <a:off x="8394192" y="-1555"/>
            <a:ext cx="749808" cy="630936"/>
          </a:xfrm>
          <a:prstGeom prst="rect">
            <a:avLst/>
          </a:prstGeom>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757045">
              <a:lnSpc>
                <a:spcPct val="100000"/>
              </a:lnSpc>
              <a:spcBef>
                <a:spcPts val="105"/>
              </a:spcBef>
            </a:pPr>
            <a:r>
              <a:rPr dirty="0"/>
              <a:t>Lineage</a:t>
            </a:r>
            <a:r>
              <a:rPr spc="-65" dirty="0"/>
              <a:t> </a:t>
            </a:r>
            <a:r>
              <a:rPr dirty="0"/>
              <a:t>Example</a:t>
            </a:r>
            <a:r>
              <a:rPr spc="-60" dirty="0"/>
              <a:t> </a:t>
            </a:r>
            <a:r>
              <a:rPr spc="-25" dirty="0"/>
              <a:t>(1)</a:t>
            </a:r>
          </a:p>
        </p:txBody>
      </p:sp>
      <p:sp>
        <p:nvSpPr>
          <p:cNvPr id="3" name="object 3"/>
          <p:cNvSpPr txBox="1"/>
          <p:nvPr/>
        </p:nvSpPr>
        <p:spPr>
          <a:xfrm>
            <a:off x="764540" y="1842338"/>
            <a:ext cx="4081145" cy="7575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40" dirty="0">
                <a:latin typeface="Calibri" panose="020F0502020204030204"/>
                <a:cs typeface="Calibri" panose="020F0502020204030204"/>
              </a:rPr>
              <a:t> </a:t>
            </a:r>
            <a:r>
              <a:rPr sz="2400" b="1" dirty="0">
                <a:latin typeface="Calibri" panose="020F0502020204030204"/>
                <a:cs typeface="Calibri" panose="020F0502020204030204"/>
              </a:rPr>
              <a:t>Each</a:t>
            </a:r>
            <a:r>
              <a:rPr sz="2400" b="1" spc="-70" dirty="0">
                <a:latin typeface="Calibri" panose="020F0502020204030204"/>
                <a:cs typeface="Calibri" panose="020F0502020204030204"/>
              </a:rPr>
              <a:t> </a:t>
            </a:r>
            <a:r>
              <a:rPr sz="2400" b="1" i="1" dirty="0">
                <a:latin typeface="Calibri" panose="020F0502020204030204"/>
                <a:cs typeface="Calibri" panose="020F0502020204030204"/>
              </a:rPr>
              <a:t>transformation</a:t>
            </a:r>
            <a:r>
              <a:rPr sz="2400" b="1" i="1" spc="-60" dirty="0">
                <a:latin typeface="Calibri" panose="020F0502020204030204"/>
                <a:cs typeface="Calibri" panose="020F0502020204030204"/>
              </a:rPr>
              <a:t> </a:t>
            </a:r>
            <a:r>
              <a:rPr sz="2400" b="1" spc="-10" dirty="0">
                <a:latin typeface="Calibri" panose="020F0502020204030204"/>
                <a:cs typeface="Calibri" panose="020F0502020204030204"/>
              </a:rPr>
              <a:t>operation</a:t>
            </a:r>
            <a:endParaRPr sz="2400">
              <a:latin typeface="Calibri" panose="020F0502020204030204"/>
              <a:cs typeface="Calibri" panose="020F0502020204030204"/>
            </a:endParaRPr>
          </a:p>
          <a:p>
            <a:pPr marL="12700">
              <a:lnSpc>
                <a:spcPct val="100000"/>
              </a:lnSpc>
            </a:pPr>
            <a:r>
              <a:rPr sz="2400" b="1" dirty="0">
                <a:latin typeface="Calibri" panose="020F0502020204030204"/>
                <a:cs typeface="Calibri" panose="020F0502020204030204"/>
              </a:rPr>
              <a:t>creates</a:t>
            </a:r>
            <a:r>
              <a:rPr sz="2400" b="1" spc="-60" dirty="0">
                <a:latin typeface="Calibri" panose="020F0502020204030204"/>
                <a:cs typeface="Calibri" panose="020F0502020204030204"/>
              </a:rPr>
              <a:t> </a:t>
            </a:r>
            <a:r>
              <a:rPr sz="2400" b="1" dirty="0">
                <a:latin typeface="Calibri" panose="020F0502020204030204"/>
                <a:cs typeface="Calibri" panose="020F0502020204030204"/>
              </a:rPr>
              <a:t>a</a:t>
            </a:r>
            <a:r>
              <a:rPr sz="2400" b="1" spc="-50" dirty="0">
                <a:latin typeface="Calibri" panose="020F0502020204030204"/>
                <a:cs typeface="Calibri" panose="020F0502020204030204"/>
              </a:rPr>
              <a:t> </a:t>
            </a:r>
            <a:r>
              <a:rPr sz="2400" b="1" dirty="0">
                <a:latin typeface="Calibri" panose="020F0502020204030204"/>
                <a:cs typeface="Calibri" panose="020F0502020204030204"/>
              </a:rPr>
              <a:t>new</a:t>
            </a:r>
            <a:r>
              <a:rPr sz="2400" b="1" spc="-70" dirty="0">
                <a:latin typeface="Calibri" panose="020F0502020204030204"/>
                <a:cs typeface="Calibri" panose="020F0502020204030204"/>
              </a:rPr>
              <a:t> </a:t>
            </a:r>
            <a:r>
              <a:rPr sz="2400" b="1" i="1" dirty="0">
                <a:latin typeface="Calibri" panose="020F0502020204030204"/>
                <a:cs typeface="Calibri" panose="020F0502020204030204"/>
              </a:rPr>
              <a:t>child</a:t>
            </a:r>
            <a:r>
              <a:rPr sz="2400" b="1" i="1" spc="-55" dirty="0">
                <a:latin typeface="Calibri" panose="020F0502020204030204"/>
                <a:cs typeface="Calibri" panose="020F0502020204030204"/>
              </a:rPr>
              <a:t> </a:t>
            </a:r>
            <a:r>
              <a:rPr sz="2400" b="1" spc="-25" dirty="0">
                <a:latin typeface="Calibri" panose="020F0502020204030204"/>
                <a:cs typeface="Calibri" panose="020F0502020204030204"/>
              </a:rPr>
              <a:t>RDD</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152525" y="3581400"/>
            <a:ext cx="3943350" cy="1733550"/>
          </a:xfrm>
          <a:prstGeom prst="rect">
            <a:avLst/>
          </a:prstGeom>
        </p:spPr>
      </p:pic>
      <p:pic>
        <p:nvPicPr>
          <p:cNvPr id="5" name="object 5"/>
          <p:cNvPicPr/>
          <p:nvPr/>
        </p:nvPicPr>
        <p:blipFill>
          <a:blip r:embed="rId3" cstate="print"/>
          <a:stretch>
            <a:fillRect/>
          </a:stretch>
        </p:blipFill>
        <p:spPr>
          <a:xfrm>
            <a:off x="4865370" y="1617537"/>
            <a:ext cx="4240530" cy="1730436"/>
          </a:xfrm>
          <a:prstGeom prst="rect">
            <a:avLst/>
          </a:prstGeom>
        </p:spPr>
      </p:pic>
      <p:pic>
        <p:nvPicPr>
          <p:cNvPr id="6" name="Picture 5" descr="wingspan_logo.png"/>
          <p:cNvPicPr>
            <a:picLocks noChangeAspect="1"/>
          </p:cNvPicPr>
          <p:nvPr/>
        </p:nvPicPr>
        <p:blipFill>
          <a:blip r:embed="rId4"/>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63271" rIns="0" bIns="0" rtlCol="0">
            <a:spAutoFit/>
          </a:bodyPr>
          <a:lstStyle/>
          <a:p>
            <a:pPr marL="1737360">
              <a:lnSpc>
                <a:spcPct val="100000"/>
              </a:lnSpc>
              <a:spcBef>
                <a:spcPts val="105"/>
              </a:spcBef>
            </a:pPr>
            <a:r>
              <a:rPr dirty="0"/>
              <a:t>Lineage</a:t>
            </a:r>
            <a:r>
              <a:rPr spc="-85" dirty="0"/>
              <a:t> </a:t>
            </a:r>
            <a:r>
              <a:rPr dirty="0"/>
              <a:t>Example</a:t>
            </a:r>
            <a:r>
              <a:rPr spc="-90" dirty="0"/>
              <a:t> </a:t>
            </a:r>
            <a:r>
              <a:rPr spc="-25" dirty="0"/>
              <a:t>(</a:t>
            </a:r>
            <a:r>
              <a:rPr spc="-25" dirty="0">
                <a:latin typeface="Microsoft JhengHei" panose="020B0604030504040204" charset="-120"/>
                <a:cs typeface="Microsoft JhengHei" panose="020B0604030504040204" charset="-120"/>
              </a:rPr>
              <a:t>2</a:t>
            </a:r>
            <a:r>
              <a:rPr spc="-25" dirty="0"/>
              <a:t>)</a:t>
            </a:r>
          </a:p>
        </p:txBody>
      </p:sp>
      <p:sp>
        <p:nvSpPr>
          <p:cNvPr id="3" name="object 3"/>
          <p:cNvSpPr txBox="1"/>
          <p:nvPr/>
        </p:nvSpPr>
        <p:spPr>
          <a:xfrm>
            <a:off x="764540" y="1842338"/>
            <a:ext cx="4081145" cy="7575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40" dirty="0">
                <a:latin typeface="Calibri" panose="020F0502020204030204"/>
                <a:cs typeface="Calibri" panose="020F0502020204030204"/>
              </a:rPr>
              <a:t> </a:t>
            </a:r>
            <a:r>
              <a:rPr sz="2400" b="1" dirty="0">
                <a:latin typeface="Calibri" panose="020F0502020204030204"/>
                <a:cs typeface="Calibri" panose="020F0502020204030204"/>
              </a:rPr>
              <a:t>Each</a:t>
            </a:r>
            <a:r>
              <a:rPr sz="2400" b="1" spc="-70" dirty="0">
                <a:latin typeface="Calibri" panose="020F0502020204030204"/>
                <a:cs typeface="Calibri" panose="020F0502020204030204"/>
              </a:rPr>
              <a:t> </a:t>
            </a:r>
            <a:r>
              <a:rPr sz="2400" b="1" i="1" dirty="0">
                <a:latin typeface="Calibri" panose="020F0502020204030204"/>
                <a:cs typeface="Calibri" panose="020F0502020204030204"/>
              </a:rPr>
              <a:t>transformation</a:t>
            </a:r>
            <a:r>
              <a:rPr sz="2400" b="1" i="1" spc="-60" dirty="0">
                <a:latin typeface="Calibri" panose="020F0502020204030204"/>
                <a:cs typeface="Calibri" panose="020F0502020204030204"/>
              </a:rPr>
              <a:t> </a:t>
            </a:r>
            <a:r>
              <a:rPr sz="2400" b="1" spc="-10" dirty="0">
                <a:latin typeface="Calibri" panose="020F0502020204030204"/>
                <a:cs typeface="Calibri" panose="020F0502020204030204"/>
              </a:rPr>
              <a:t>operation</a:t>
            </a:r>
            <a:endParaRPr sz="2400">
              <a:latin typeface="Calibri" panose="020F0502020204030204"/>
              <a:cs typeface="Calibri" panose="020F0502020204030204"/>
            </a:endParaRPr>
          </a:p>
          <a:p>
            <a:pPr marL="12700">
              <a:lnSpc>
                <a:spcPct val="100000"/>
              </a:lnSpc>
            </a:pPr>
            <a:r>
              <a:rPr sz="2400" b="1" dirty="0">
                <a:latin typeface="Calibri" panose="020F0502020204030204"/>
                <a:cs typeface="Calibri" panose="020F0502020204030204"/>
              </a:rPr>
              <a:t>creates</a:t>
            </a:r>
            <a:r>
              <a:rPr sz="2400" b="1" spc="-60" dirty="0">
                <a:latin typeface="Calibri" panose="020F0502020204030204"/>
                <a:cs typeface="Calibri" panose="020F0502020204030204"/>
              </a:rPr>
              <a:t> </a:t>
            </a:r>
            <a:r>
              <a:rPr sz="2400" b="1" dirty="0">
                <a:latin typeface="Calibri" panose="020F0502020204030204"/>
                <a:cs typeface="Calibri" panose="020F0502020204030204"/>
              </a:rPr>
              <a:t>a</a:t>
            </a:r>
            <a:r>
              <a:rPr sz="2400" b="1" spc="-50" dirty="0">
                <a:latin typeface="Calibri" panose="020F0502020204030204"/>
                <a:cs typeface="Calibri" panose="020F0502020204030204"/>
              </a:rPr>
              <a:t> </a:t>
            </a:r>
            <a:r>
              <a:rPr sz="2400" b="1" dirty="0">
                <a:latin typeface="Calibri" panose="020F0502020204030204"/>
                <a:cs typeface="Calibri" panose="020F0502020204030204"/>
              </a:rPr>
              <a:t>new</a:t>
            </a:r>
            <a:r>
              <a:rPr sz="2400" b="1" spc="-70" dirty="0">
                <a:latin typeface="Calibri" panose="020F0502020204030204"/>
                <a:cs typeface="Calibri" panose="020F0502020204030204"/>
              </a:rPr>
              <a:t> </a:t>
            </a:r>
            <a:r>
              <a:rPr sz="2400" b="1" i="1" dirty="0">
                <a:latin typeface="Calibri" panose="020F0502020204030204"/>
                <a:cs typeface="Calibri" panose="020F0502020204030204"/>
              </a:rPr>
              <a:t>child</a:t>
            </a:r>
            <a:r>
              <a:rPr sz="2400" b="1" i="1" spc="-55" dirty="0">
                <a:latin typeface="Calibri" panose="020F0502020204030204"/>
                <a:cs typeface="Calibri" panose="020F0502020204030204"/>
              </a:rPr>
              <a:t> </a:t>
            </a:r>
            <a:r>
              <a:rPr sz="2400" b="1" spc="-25" dirty="0">
                <a:latin typeface="Calibri" panose="020F0502020204030204"/>
                <a:cs typeface="Calibri" panose="020F0502020204030204"/>
              </a:rPr>
              <a:t>RDD</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152525" y="3762375"/>
            <a:ext cx="3943350" cy="1714500"/>
          </a:xfrm>
          <a:prstGeom prst="rect">
            <a:avLst/>
          </a:prstGeom>
        </p:spPr>
      </p:pic>
      <p:pic>
        <p:nvPicPr>
          <p:cNvPr id="5" name="object 5"/>
          <p:cNvPicPr/>
          <p:nvPr/>
        </p:nvPicPr>
        <p:blipFill>
          <a:blip r:embed="rId3" cstate="print"/>
          <a:stretch>
            <a:fillRect/>
          </a:stretch>
        </p:blipFill>
        <p:spPr>
          <a:xfrm>
            <a:off x="5334000" y="1620613"/>
            <a:ext cx="3598163" cy="2711455"/>
          </a:xfrm>
          <a:prstGeom prst="rect">
            <a:avLst/>
          </a:prstGeom>
        </p:spPr>
      </p:pic>
      <p:pic>
        <p:nvPicPr>
          <p:cNvPr id="6" name="Picture 5" descr="wingspan_logo.png"/>
          <p:cNvPicPr>
            <a:picLocks noChangeAspect="1"/>
          </p:cNvPicPr>
          <p:nvPr/>
        </p:nvPicPr>
        <p:blipFill>
          <a:blip r:embed="rId4"/>
          <a:stretch>
            <a:fillRect/>
          </a:stretch>
        </p:blipFill>
        <p:spPr>
          <a:xfrm>
            <a:off x="8412853" y="24785"/>
            <a:ext cx="749808" cy="630936"/>
          </a:xfrm>
          <a:prstGeom prst="rect">
            <a:avLst/>
          </a:prstGeom>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63271" rIns="0" bIns="0" rtlCol="0">
            <a:spAutoFit/>
          </a:bodyPr>
          <a:lstStyle/>
          <a:p>
            <a:pPr marL="1737360">
              <a:lnSpc>
                <a:spcPct val="100000"/>
              </a:lnSpc>
              <a:spcBef>
                <a:spcPts val="105"/>
              </a:spcBef>
            </a:pPr>
            <a:r>
              <a:rPr dirty="0"/>
              <a:t>Lineage</a:t>
            </a:r>
            <a:r>
              <a:rPr spc="-85" dirty="0"/>
              <a:t> </a:t>
            </a:r>
            <a:r>
              <a:rPr dirty="0"/>
              <a:t>Example</a:t>
            </a:r>
            <a:r>
              <a:rPr spc="-90" dirty="0"/>
              <a:t> </a:t>
            </a:r>
            <a:r>
              <a:rPr spc="-25" dirty="0"/>
              <a:t>(</a:t>
            </a:r>
            <a:r>
              <a:rPr spc="-25" dirty="0">
                <a:latin typeface="Microsoft JhengHei" panose="020B0604030504040204" charset="-120"/>
                <a:cs typeface="Microsoft JhengHei" panose="020B0604030504040204" charset="-120"/>
              </a:rPr>
              <a:t>3</a:t>
            </a:r>
            <a:r>
              <a:rPr spc="-25" dirty="0"/>
              <a:t>)</a:t>
            </a:r>
          </a:p>
        </p:txBody>
      </p:sp>
      <p:sp>
        <p:nvSpPr>
          <p:cNvPr id="3" name="object 3"/>
          <p:cNvSpPr txBox="1"/>
          <p:nvPr/>
        </p:nvSpPr>
        <p:spPr>
          <a:xfrm>
            <a:off x="764540" y="1842338"/>
            <a:ext cx="4081145" cy="7575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40" dirty="0">
                <a:latin typeface="Calibri" panose="020F0502020204030204"/>
                <a:cs typeface="Calibri" panose="020F0502020204030204"/>
              </a:rPr>
              <a:t> </a:t>
            </a:r>
            <a:r>
              <a:rPr sz="2400" b="1" dirty="0">
                <a:latin typeface="Calibri" panose="020F0502020204030204"/>
                <a:cs typeface="Calibri" panose="020F0502020204030204"/>
              </a:rPr>
              <a:t>Each</a:t>
            </a:r>
            <a:r>
              <a:rPr sz="2400" b="1" spc="-70" dirty="0">
                <a:latin typeface="Calibri" panose="020F0502020204030204"/>
                <a:cs typeface="Calibri" panose="020F0502020204030204"/>
              </a:rPr>
              <a:t> </a:t>
            </a:r>
            <a:r>
              <a:rPr sz="2400" b="1" i="1" dirty="0">
                <a:latin typeface="Calibri" panose="020F0502020204030204"/>
                <a:cs typeface="Calibri" panose="020F0502020204030204"/>
              </a:rPr>
              <a:t>transformation</a:t>
            </a:r>
            <a:r>
              <a:rPr sz="2400" b="1" i="1" spc="-60" dirty="0">
                <a:latin typeface="Calibri" panose="020F0502020204030204"/>
                <a:cs typeface="Calibri" panose="020F0502020204030204"/>
              </a:rPr>
              <a:t> </a:t>
            </a:r>
            <a:r>
              <a:rPr sz="2400" b="1" spc="-10" dirty="0">
                <a:latin typeface="Calibri" panose="020F0502020204030204"/>
                <a:cs typeface="Calibri" panose="020F0502020204030204"/>
              </a:rPr>
              <a:t>operation</a:t>
            </a:r>
            <a:endParaRPr sz="2400">
              <a:latin typeface="Calibri" panose="020F0502020204030204"/>
              <a:cs typeface="Calibri" panose="020F0502020204030204"/>
            </a:endParaRPr>
          </a:p>
          <a:p>
            <a:pPr marL="12700">
              <a:lnSpc>
                <a:spcPct val="100000"/>
              </a:lnSpc>
            </a:pPr>
            <a:r>
              <a:rPr sz="2400" b="1" dirty="0">
                <a:latin typeface="Calibri" panose="020F0502020204030204"/>
                <a:cs typeface="Calibri" panose="020F0502020204030204"/>
              </a:rPr>
              <a:t>creates</a:t>
            </a:r>
            <a:r>
              <a:rPr sz="2400" b="1" spc="-60" dirty="0">
                <a:latin typeface="Calibri" panose="020F0502020204030204"/>
                <a:cs typeface="Calibri" panose="020F0502020204030204"/>
              </a:rPr>
              <a:t> </a:t>
            </a:r>
            <a:r>
              <a:rPr sz="2400" b="1" dirty="0">
                <a:latin typeface="Calibri" panose="020F0502020204030204"/>
                <a:cs typeface="Calibri" panose="020F0502020204030204"/>
              </a:rPr>
              <a:t>a</a:t>
            </a:r>
            <a:r>
              <a:rPr sz="2400" b="1" spc="-50" dirty="0">
                <a:latin typeface="Calibri" panose="020F0502020204030204"/>
                <a:cs typeface="Calibri" panose="020F0502020204030204"/>
              </a:rPr>
              <a:t> </a:t>
            </a:r>
            <a:r>
              <a:rPr sz="2400" b="1" dirty="0">
                <a:latin typeface="Calibri" panose="020F0502020204030204"/>
                <a:cs typeface="Calibri" panose="020F0502020204030204"/>
              </a:rPr>
              <a:t>new</a:t>
            </a:r>
            <a:r>
              <a:rPr sz="2400" b="1" spc="-70" dirty="0">
                <a:latin typeface="Calibri" panose="020F0502020204030204"/>
                <a:cs typeface="Calibri" panose="020F0502020204030204"/>
              </a:rPr>
              <a:t> </a:t>
            </a:r>
            <a:r>
              <a:rPr sz="2400" b="1" i="1" dirty="0">
                <a:latin typeface="Calibri" panose="020F0502020204030204"/>
                <a:cs typeface="Calibri" panose="020F0502020204030204"/>
              </a:rPr>
              <a:t>child</a:t>
            </a:r>
            <a:r>
              <a:rPr sz="2400" b="1" i="1" spc="-55" dirty="0">
                <a:latin typeface="Calibri" panose="020F0502020204030204"/>
                <a:cs typeface="Calibri" panose="020F0502020204030204"/>
              </a:rPr>
              <a:t> </a:t>
            </a:r>
            <a:r>
              <a:rPr sz="2400" b="1" spc="-25" dirty="0">
                <a:latin typeface="Calibri" panose="020F0502020204030204"/>
                <a:cs typeface="Calibri" panose="020F0502020204030204"/>
              </a:rPr>
              <a:t>RDD</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038225" y="3810000"/>
            <a:ext cx="3924300" cy="1733550"/>
          </a:xfrm>
          <a:prstGeom prst="rect">
            <a:avLst/>
          </a:prstGeom>
        </p:spPr>
      </p:pic>
      <p:pic>
        <p:nvPicPr>
          <p:cNvPr id="5" name="object 5"/>
          <p:cNvPicPr/>
          <p:nvPr/>
        </p:nvPicPr>
        <p:blipFill>
          <a:blip r:embed="rId3" cstate="print"/>
          <a:stretch>
            <a:fillRect/>
          </a:stretch>
        </p:blipFill>
        <p:spPr>
          <a:xfrm>
            <a:off x="5660881" y="1415763"/>
            <a:ext cx="2793309" cy="4471546"/>
          </a:xfrm>
          <a:prstGeom prst="rect">
            <a:avLst/>
          </a:prstGeom>
        </p:spPr>
      </p:pic>
      <p:pic>
        <p:nvPicPr>
          <p:cNvPr id="6" name="Picture 5" descr="wingspan_logo.png"/>
          <p:cNvPicPr>
            <a:picLocks noChangeAspect="1"/>
          </p:cNvPicPr>
          <p:nvPr/>
        </p:nvPicPr>
        <p:blipFill>
          <a:blip r:embed="rId4"/>
          <a:stretch>
            <a:fillRect/>
          </a:stretch>
        </p:blipFill>
        <p:spPr>
          <a:xfrm>
            <a:off x="8405078" y="0"/>
            <a:ext cx="749808" cy="630936"/>
          </a:xfrm>
          <a:prstGeom prst="rect">
            <a:avLst/>
          </a:prstGeom>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63271" rIns="0" bIns="0" rtlCol="0">
            <a:spAutoFit/>
          </a:bodyPr>
          <a:lstStyle/>
          <a:p>
            <a:pPr marL="1737360">
              <a:lnSpc>
                <a:spcPct val="100000"/>
              </a:lnSpc>
              <a:spcBef>
                <a:spcPts val="105"/>
              </a:spcBef>
            </a:pPr>
            <a:r>
              <a:rPr dirty="0"/>
              <a:t>Lineage</a:t>
            </a:r>
            <a:r>
              <a:rPr spc="-85" dirty="0"/>
              <a:t> </a:t>
            </a:r>
            <a:r>
              <a:rPr dirty="0"/>
              <a:t>Example</a:t>
            </a:r>
            <a:r>
              <a:rPr spc="-90" dirty="0"/>
              <a:t> </a:t>
            </a:r>
            <a:r>
              <a:rPr spc="-25" dirty="0"/>
              <a:t>(</a:t>
            </a:r>
            <a:r>
              <a:rPr spc="-25" dirty="0">
                <a:latin typeface="Microsoft JhengHei" panose="020B0604030504040204" charset="-120"/>
                <a:cs typeface="Microsoft JhengHei" panose="020B0604030504040204" charset="-120"/>
              </a:rPr>
              <a:t>4</a:t>
            </a:r>
            <a:r>
              <a:rPr spc="-25" dirty="0"/>
              <a:t>)</a:t>
            </a:r>
          </a:p>
        </p:txBody>
      </p:sp>
      <p:sp>
        <p:nvSpPr>
          <p:cNvPr id="3" name="object 3"/>
          <p:cNvSpPr txBox="1"/>
          <p:nvPr/>
        </p:nvSpPr>
        <p:spPr>
          <a:xfrm>
            <a:off x="764540" y="1842338"/>
            <a:ext cx="4813300" cy="1489075"/>
          </a:xfrm>
          <a:prstGeom prst="rect">
            <a:avLst/>
          </a:prstGeom>
        </p:spPr>
        <p:txBody>
          <a:bodyPr vert="horz" wrap="square" lIns="0" tIns="12700" rIns="0" bIns="0" rtlCol="0">
            <a:spAutoFit/>
          </a:bodyPr>
          <a:lstStyle/>
          <a:p>
            <a:pPr marL="12700">
              <a:lnSpc>
                <a:spcPts val="2840"/>
              </a:lnSpc>
              <a:spcBef>
                <a:spcPts val="100"/>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50" dirty="0">
                <a:latin typeface="Calibri" panose="020F0502020204030204"/>
                <a:cs typeface="Calibri" panose="020F0502020204030204"/>
              </a:rPr>
              <a:t> </a:t>
            </a:r>
            <a:r>
              <a:rPr sz="2400" b="1" dirty="0">
                <a:latin typeface="Calibri" panose="020F0502020204030204"/>
                <a:cs typeface="Calibri" panose="020F0502020204030204"/>
              </a:rPr>
              <a:t>keeps</a:t>
            </a:r>
            <a:r>
              <a:rPr sz="2400" b="1" spc="-45" dirty="0">
                <a:latin typeface="Calibri" panose="020F0502020204030204"/>
                <a:cs typeface="Calibri" panose="020F0502020204030204"/>
              </a:rPr>
              <a:t> </a:t>
            </a:r>
            <a:r>
              <a:rPr sz="2400" b="1" dirty="0">
                <a:latin typeface="Calibri" panose="020F0502020204030204"/>
                <a:cs typeface="Calibri" panose="020F0502020204030204"/>
              </a:rPr>
              <a:t>track</a:t>
            </a:r>
            <a:r>
              <a:rPr sz="2400" b="1" spc="-55" dirty="0">
                <a:latin typeface="Calibri" panose="020F0502020204030204"/>
                <a:cs typeface="Calibri" panose="020F0502020204030204"/>
              </a:rPr>
              <a:t> </a:t>
            </a:r>
            <a:r>
              <a:rPr sz="2400" b="1" dirty="0">
                <a:latin typeface="Calibri" panose="020F0502020204030204"/>
                <a:cs typeface="Calibri" panose="020F0502020204030204"/>
              </a:rPr>
              <a:t>of</a:t>
            </a:r>
            <a:r>
              <a:rPr sz="2400" b="1" spc="-50" dirty="0">
                <a:latin typeface="Calibri" panose="020F0502020204030204"/>
                <a:cs typeface="Calibri" panose="020F0502020204030204"/>
              </a:rPr>
              <a:t> </a:t>
            </a:r>
            <a:r>
              <a:rPr sz="2400" b="1" dirty="0">
                <a:latin typeface="Calibri" panose="020F0502020204030204"/>
                <a:cs typeface="Calibri" panose="020F0502020204030204"/>
              </a:rPr>
              <a:t>the</a:t>
            </a:r>
            <a:r>
              <a:rPr sz="2400" b="1" spc="-50" dirty="0">
                <a:latin typeface="Calibri" panose="020F0502020204030204"/>
                <a:cs typeface="Calibri" panose="020F0502020204030204"/>
              </a:rPr>
              <a:t> </a:t>
            </a:r>
            <a:r>
              <a:rPr sz="2400" b="1" i="1" dirty="0">
                <a:latin typeface="Calibri" panose="020F0502020204030204"/>
                <a:cs typeface="Calibri" panose="020F0502020204030204"/>
              </a:rPr>
              <a:t>parent</a:t>
            </a:r>
            <a:r>
              <a:rPr sz="2400" b="1" i="1" spc="-55" dirty="0">
                <a:latin typeface="Calibri" panose="020F0502020204030204"/>
                <a:cs typeface="Calibri" panose="020F0502020204030204"/>
              </a:rPr>
              <a:t> </a:t>
            </a:r>
            <a:r>
              <a:rPr sz="2400" b="1" spc="-25" dirty="0">
                <a:latin typeface="Calibri" panose="020F0502020204030204"/>
                <a:cs typeface="Calibri" panose="020F0502020204030204"/>
              </a:rPr>
              <a:t>RDD</a:t>
            </a:r>
            <a:endParaRPr sz="2400">
              <a:latin typeface="Calibri" panose="020F0502020204030204"/>
              <a:cs typeface="Calibri" panose="020F0502020204030204"/>
            </a:endParaRPr>
          </a:p>
          <a:p>
            <a:pPr marL="12700">
              <a:lnSpc>
                <a:spcPts val="2840"/>
              </a:lnSpc>
            </a:pPr>
            <a:r>
              <a:rPr sz="2400" b="1" dirty="0">
                <a:latin typeface="Calibri" panose="020F0502020204030204"/>
                <a:cs typeface="Calibri" panose="020F0502020204030204"/>
              </a:rPr>
              <a:t>for</a:t>
            </a:r>
            <a:r>
              <a:rPr sz="2400" b="1" spc="-60" dirty="0">
                <a:latin typeface="Calibri" panose="020F0502020204030204"/>
                <a:cs typeface="Calibri" panose="020F0502020204030204"/>
              </a:rPr>
              <a:t> </a:t>
            </a:r>
            <a:r>
              <a:rPr sz="2400" b="1" dirty="0">
                <a:latin typeface="Calibri" panose="020F0502020204030204"/>
                <a:cs typeface="Calibri" panose="020F0502020204030204"/>
              </a:rPr>
              <a:t>each</a:t>
            </a:r>
            <a:r>
              <a:rPr sz="2400" b="1" spc="-35" dirty="0">
                <a:latin typeface="Calibri" panose="020F0502020204030204"/>
                <a:cs typeface="Calibri" panose="020F0502020204030204"/>
              </a:rPr>
              <a:t> </a:t>
            </a:r>
            <a:r>
              <a:rPr sz="2400" b="1" dirty="0">
                <a:latin typeface="Calibri" panose="020F0502020204030204"/>
                <a:cs typeface="Calibri" panose="020F0502020204030204"/>
              </a:rPr>
              <a:t>new</a:t>
            </a:r>
            <a:r>
              <a:rPr sz="2400" b="1" spc="-60" dirty="0">
                <a:latin typeface="Calibri" panose="020F0502020204030204"/>
                <a:cs typeface="Calibri" panose="020F0502020204030204"/>
              </a:rPr>
              <a:t> </a:t>
            </a:r>
            <a:r>
              <a:rPr sz="2400" b="1" spc="-25" dirty="0">
                <a:latin typeface="Calibri" panose="020F0502020204030204"/>
                <a:cs typeface="Calibri" panose="020F0502020204030204"/>
              </a:rPr>
              <a:t>RDD</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20" dirty="0">
                <a:latin typeface="Calibri" panose="020F0502020204030204"/>
                <a:cs typeface="Calibri" panose="020F0502020204030204"/>
              </a:rPr>
              <a:t> </a:t>
            </a:r>
            <a:r>
              <a:rPr sz="2400" b="1" dirty="0">
                <a:latin typeface="Calibri" panose="020F0502020204030204"/>
                <a:cs typeface="Calibri" panose="020F0502020204030204"/>
              </a:rPr>
              <a:t>Child</a:t>
            </a:r>
            <a:r>
              <a:rPr sz="2400" b="1" spc="-25" dirty="0">
                <a:latin typeface="Calibri" panose="020F0502020204030204"/>
                <a:cs typeface="Calibri" panose="020F0502020204030204"/>
              </a:rPr>
              <a:t> </a:t>
            </a:r>
            <a:r>
              <a:rPr sz="2400" b="1" dirty="0">
                <a:latin typeface="Calibri" panose="020F0502020204030204"/>
                <a:cs typeface="Calibri" panose="020F0502020204030204"/>
              </a:rPr>
              <a:t>RDDs</a:t>
            </a:r>
            <a:r>
              <a:rPr sz="2400" b="1" spc="-35" dirty="0">
                <a:latin typeface="Calibri" panose="020F0502020204030204"/>
                <a:cs typeface="Calibri" panose="020F0502020204030204"/>
              </a:rPr>
              <a:t> </a:t>
            </a:r>
            <a:r>
              <a:rPr sz="2400" b="1" i="1" dirty="0">
                <a:latin typeface="Calibri" panose="020F0502020204030204"/>
                <a:cs typeface="Calibri" panose="020F0502020204030204"/>
              </a:rPr>
              <a:t>depend</a:t>
            </a:r>
            <a:r>
              <a:rPr sz="2400" b="1" i="1" spc="-50" dirty="0">
                <a:latin typeface="Calibri" panose="020F0502020204030204"/>
                <a:cs typeface="Calibri" panose="020F0502020204030204"/>
              </a:rPr>
              <a:t> </a:t>
            </a:r>
            <a:r>
              <a:rPr sz="2400" b="1" i="1" dirty="0">
                <a:latin typeface="Calibri" panose="020F0502020204030204"/>
                <a:cs typeface="Calibri" panose="020F0502020204030204"/>
              </a:rPr>
              <a:t>on</a:t>
            </a:r>
            <a:r>
              <a:rPr sz="2400" b="1" i="1" spc="-30" dirty="0">
                <a:latin typeface="Calibri" panose="020F0502020204030204"/>
                <a:cs typeface="Calibri" panose="020F0502020204030204"/>
              </a:rPr>
              <a:t> </a:t>
            </a:r>
            <a:r>
              <a:rPr sz="2400" b="1" dirty="0">
                <a:latin typeface="Calibri" panose="020F0502020204030204"/>
                <a:cs typeface="Calibri" panose="020F0502020204030204"/>
              </a:rPr>
              <a:t>their</a:t>
            </a:r>
            <a:r>
              <a:rPr sz="2400" b="1" spc="-20" dirty="0">
                <a:latin typeface="Calibri" panose="020F0502020204030204"/>
                <a:cs typeface="Calibri" panose="020F0502020204030204"/>
              </a:rPr>
              <a:t> </a:t>
            </a:r>
            <a:r>
              <a:rPr sz="2400" b="1" spc="-10" dirty="0">
                <a:latin typeface="Calibri" panose="020F0502020204030204"/>
                <a:cs typeface="Calibri" panose="020F0502020204030204"/>
              </a:rPr>
              <a:t>parents</a:t>
            </a:r>
            <a:endParaRPr sz="2400">
              <a:latin typeface="Calibri" panose="020F0502020204030204"/>
              <a:cs typeface="Calibri" panose="020F0502020204030204"/>
            </a:endParaRPr>
          </a:p>
        </p:txBody>
      </p:sp>
      <p:grpSp>
        <p:nvGrpSpPr>
          <p:cNvPr id="4" name="object 4"/>
          <p:cNvGrpSpPr/>
          <p:nvPr/>
        </p:nvGrpSpPr>
        <p:grpSpPr>
          <a:xfrm>
            <a:off x="1952625" y="2486025"/>
            <a:ext cx="6553200" cy="3990975"/>
            <a:chOff x="1952625" y="2486025"/>
            <a:chExt cx="6553200" cy="3990975"/>
          </a:xfrm>
        </p:grpSpPr>
        <p:pic>
          <p:nvPicPr>
            <p:cNvPr id="5" name="object 5"/>
            <p:cNvPicPr/>
            <p:nvPr/>
          </p:nvPicPr>
          <p:blipFill>
            <a:blip r:embed="rId2" cstate="print"/>
            <a:stretch>
              <a:fillRect/>
            </a:stretch>
          </p:blipFill>
          <p:spPr>
            <a:xfrm>
              <a:off x="1952625" y="3581400"/>
              <a:ext cx="3924300" cy="1733550"/>
            </a:xfrm>
            <a:prstGeom prst="rect">
              <a:avLst/>
            </a:prstGeom>
          </p:spPr>
        </p:pic>
        <p:pic>
          <p:nvPicPr>
            <p:cNvPr id="6" name="object 6"/>
            <p:cNvPicPr/>
            <p:nvPr/>
          </p:nvPicPr>
          <p:blipFill>
            <a:blip r:embed="rId3" cstate="print"/>
            <a:stretch>
              <a:fillRect/>
            </a:stretch>
          </p:blipFill>
          <p:spPr>
            <a:xfrm>
              <a:off x="5534025" y="2486025"/>
              <a:ext cx="2971800" cy="3990975"/>
            </a:xfrm>
            <a:prstGeom prst="rect">
              <a:avLst/>
            </a:prstGeom>
          </p:spPr>
        </p:pic>
      </p:grpSp>
      <p:pic>
        <p:nvPicPr>
          <p:cNvPr id="7" name="Picture 6" descr="wingspan_logo.png"/>
          <p:cNvPicPr>
            <a:picLocks noChangeAspect="1"/>
          </p:cNvPicPr>
          <p:nvPr/>
        </p:nvPicPr>
        <p:blipFill>
          <a:blip r:embed="rId4"/>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63271" rIns="0" bIns="0" rtlCol="0">
            <a:spAutoFit/>
          </a:bodyPr>
          <a:lstStyle/>
          <a:p>
            <a:pPr marL="1737360">
              <a:lnSpc>
                <a:spcPct val="100000"/>
              </a:lnSpc>
              <a:spcBef>
                <a:spcPts val="105"/>
              </a:spcBef>
            </a:pPr>
            <a:r>
              <a:rPr dirty="0"/>
              <a:t>Lineage</a:t>
            </a:r>
            <a:r>
              <a:rPr spc="-85" dirty="0"/>
              <a:t> </a:t>
            </a:r>
            <a:r>
              <a:rPr dirty="0"/>
              <a:t>Example</a:t>
            </a:r>
            <a:r>
              <a:rPr spc="-90" dirty="0"/>
              <a:t> </a:t>
            </a:r>
            <a:r>
              <a:rPr spc="-25" dirty="0"/>
              <a:t>(</a:t>
            </a:r>
            <a:r>
              <a:rPr spc="-25" dirty="0">
                <a:latin typeface="Microsoft JhengHei" panose="020B0604030504040204" charset="-120"/>
                <a:cs typeface="Microsoft JhengHei" panose="020B0604030504040204" charset="-120"/>
              </a:rPr>
              <a:t>4</a:t>
            </a:r>
            <a:r>
              <a:rPr spc="-25" dirty="0"/>
              <a:t>)</a:t>
            </a:r>
          </a:p>
        </p:txBody>
      </p:sp>
      <p:pic>
        <p:nvPicPr>
          <p:cNvPr id="3" name="object 3"/>
          <p:cNvPicPr/>
          <p:nvPr/>
        </p:nvPicPr>
        <p:blipFill>
          <a:blip r:embed="rId2" cstate="print"/>
          <a:stretch>
            <a:fillRect/>
          </a:stretch>
        </p:blipFill>
        <p:spPr>
          <a:xfrm>
            <a:off x="1232293" y="1371587"/>
            <a:ext cx="6950727" cy="4613148"/>
          </a:xfrm>
          <a:prstGeom prst="rect">
            <a:avLst/>
          </a:prstGeom>
        </p:spPr>
      </p:pic>
      <p:pic>
        <p:nvPicPr>
          <p:cNvPr id="4" name="Picture 3" descr="wingspan_logo.png"/>
          <p:cNvPicPr>
            <a:picLocks noChangeAspect="1"/>
          </p:cNvPicPr>
          <p:nvPr/>
        </p:nvPicPr>
        <p:blipFill>
          <a:blip r:embed="rId3"/>
          <a:stretch>
            <a:fillRect/>
          </a:stretch>
        </p:blipFill>
        <p:spPr>
          <a:xfrm>
            <a:off x="8425294" y="0"/>
            <a:ext cx="749808" cy="630936"/>
          </a:xfrm>
          <a:prstGeom prst="rect">
            <a:avLst/>
          </a:prstGeom>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1955165">
              <a:lnSpc>
                <a:spcPct val="100000"/>
              </a:lnSpc>
              <a:spcBef>
                <a:spcPts val="105"/>
              </a:spcBef>
            </a:pPr>
            <a:r>
              <a:rPr dirty="0"/>
              <a:t>RDD</a:t>
            </a:r>
            <a:r>
              <a:rPr spc="-10" dirty="0"/>
              <a:t> </a:t>
            </a:r>
            <a:r>
              <a:rPr spc="-20" dirty="0"/>
              <a:t>Persistence</a:t>
            </a:r>
          </a:p>
        </p:txBody>
      </p:sp>
      <p:sp>
        <p:nvSpPr>
          <p:cNvPr id="3" name="object 3"/>
          <p:cNvSpPr txBox="1"/>
          <p:nvPr/>
        </p:nvSpPr>
        <p:spPr>
          <a:xfrm>
            <a:off x="764540" y="1613661"/>
            <a:ext cx="4356100" cy="746760"/>
          </a:xfrm>
          <a:prstGeom prst="rect">
            <a:avLst/>
          </a:prstGeom>
        </p:spPr>
        <p:txBody>
          <a:bodyPr vert="horz" wrap="square" lIns="0" tIns="33020" rIns="0" bIns="0" rtlCol="0">
            <a:spAutoFit/>
          </a:bodyPr>
          <a:lstStyle/>
          <a:p>
            <a:pPr marL="12700" marR="5080">
              <a:lnSpc>
                <a:spcPts val="2800"/>
              </a:lnSpc>
              <a:spcBef>
                <a:spcPts val="260"/>
              </a:spcBef>
              <a:tabLst>
                <a:tab pos="498475" algn="l"/>
              </a:tabLst>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spc="-10" dirty="0">
                <a:latin typeface="Calibri" panose="020F0502020204030204"/>
                <a:cs typeface="Calibri" panose="020F0502020204030204"/>
              </a:rPr>
              <a:t>Persisting</a:t>
            </a:r>
            <a:r>
              <a:rPr sz="2400" b="1" spc="-45" dirty="0">
                <a:latin typeface="Calibri" panose="020F0502020204030204"/>
                <a:cs typeface="Calibri" panose="020F0502020204030204"/>
              </a:rPr>
              <a:t> </a:t>
            </a:r>
            <a:r>
              <a:rPr sz="2400" b="1" dirty="0">
                <a:latin typeface="Calibri" panose="020F0502020204030204"/>
                <a:cs typeface="Calibri" panose="020F0502020204030204"/>
              </a:rPr>
              <a:t>an</a:t>
            </a:r>
            <a:r>
              <a:rPr sz="2400" b="1" spc="-40" dirty="0">
                <a:latin typeface="Calibri" panose="020F0502020204030204"/>
                <a:cs typeface="Calibri" panose="020F0502020204030204"/>
              </a:rPr>
              <a:t> </a:t>
            </a:r>
            <a:r>
              <a:rPr sz="2400" b="1" dirty="0">
                <a:latin typeface="Calibri" panose="020F0502020204030204"/>
                <a:cs typeface="Calibri" panose="020F0502020204030204"/>
              </a:rPr>
              <a:t>RDD</a:t>
            </a:r>
            <a:r>
              <a:rPr sz="2400" b="1" spc="-55" dirty="0">
                <a:latin typeface="Calibri" panose="020F0502020204030204"/>
                <a:cs typeface="Calibri" panose="020F0502020204030204"/>
              </a:rPr>
              <a:t> </a:t>
            </a:r>
            <a:r>
              <a:rPr sz="2400" b="1" dirty="0">
                <a:latin typeface="Calibri" panose="020F0502020204030204"/>
                <a:cs typeface="Calibri" panose="020F0502020204030204"/>
              </a:rPr>
              <a:t>saves</a:t>
            </a:r>
            <a:r>
              <a:rPr sz="2400" b="1" spc="-25" dirty="0">
                <a:latin typeface="Calibri" panose="020F0502020204030204"/>
                <a:cs typeface="Calibri" panose="020F0502020204030204"/>
              </a:rPr>
              <a:t> </a:t>
            </a:r>
            <a:r>
              <a:rPr sz="2400" b="1" dirty="0">
                <a:latin typeface="Calibri" panose="020F0502020204030204"/>
                <a:cs typeface="Calibri" panose="020F0502020204030204"/>
              </a:rPr>
              <a:t>the</a:t>
            </a:r>
            <a:r>
              <a:rPr sz="2400" b="1" spc="-35" dirty="0">
                <a:latin typeface="Calibri" panose="020F0502020204030204"/>
                <a:cs typeface="Calibri" panose="020F0502020204030204"/>
              </a:rPr>
              <a:t> </a:t>
            </a:r>
            <a:r>
              <a:rPr sz="2400" b="1" spc="-20" dirty="0">
                <a:latin typeface="Calibri" panose="020F0502020204030204"/>
                <a:cs typeface="Calibri" panose="020F0502020204030204"/>
              </a:rPr>
              <a:t>data </a:t>
            </a:r>
            <a:r>
              <a:rPr sz="2400" b="1" spc="-25" dirty="0">
                <a:latin typeface="Calibri" panose="020F0502020204030204"/>
                <a:cs typeface="Calibri" panose="020F0502020204030204"/>
              </a:rPr>
              <a:t>(in</a:t>
            </a:r>
            <a:r>
              <a:rPr sz="2400" b="1" dirty="0">
                <a:latin typeface="Calibri" panose="020F0502020204030204"/>
                <a:cs typeface="Calibri" panose="020F0502020204030204"/>
              </a:rPr>
              <a:t>	</a:t>
            </a:r>
            <a:r>
              <a:rPr sz="2400" b="1" spc="-10" dirty="0">
                <a:latin typeface="Calibri" panose="020F0502020204030204"/>
                <a:cs typeface="Calibri" panose="020F0502020204030204"/>
              </a:rPr>
              <a:t>memory,</a:t>
            </a:r>
            <a:r>
              <a:rPr sz="2400" b="1" spc="-80" dirty="0">
                <a:latin typeface="Calibri" panose="020F0502020204030204"/>
                <a:cs typeface="Calibri" panose="020F0502020204030204"/>
              </a:rPr>
              <a:t> </a:t>
            </a:r>
            <a:r>
              <a:rPr sz="2400" b="1" dirty="0">
                <a:latin typeface="Calibri" panose="020F0502020204030204"/>
                <a:cs typeface="Calibri" panose="020F0502020204030204"/>
              </a:rPr>
              <a:t>by</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default)</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914400" y="2867025"/>
            <a:ext cx="3914775" cy="3009900"/>
          </a:xfrm>
          <a:prstGeom prst="rect">
            <a:avLst/>
          </a:prstGeom>
        </p:spPr>
      </p:pic>
      <p:pic>
        <p:nvPicPr>
          <p:cNvPr id="5" name="object 5"/>
          <p:cNvPicPr/>
          <p:nvPr/>
        </p:nvPicPr>
        <p:blipFill>
          <a:blip r:embed="rId3" cstate="print"/>
          <a:stretch>
            <a:fillRect/>
          </a:stretch>
        </p:blipFill>
        <p:spPr>
          <a:xfrm>
            <a:off x="5562600" y="1752600"/>
            <a:ext cx="2800350" cy="3057525"/>
          </a:xfrm>
          <a:prstGeom prst="rect">
            <a:avLst/>
          </a:prstGeom>
        </p:spPr>
      </p:pic>
      <p:pic>
        <p:nvPicPr>
          <p:cNvPr id="6" name="Picture 5" descr="wingspan_logo.png"/>
          <p:cNvPicPr>
            <a:picLocks noChangeAspect="1"/>
          </p:cNvPicPr>
          <p:nvPr/>
        </p:nvPicPr>
        <p:blipFill>
          <a:blip r:embed="rId4"/>
          <a:stretch>
            <a:fillRect/>
          </a:stretch>
        </p:blipFill>
        <p:spPr>
          <a:xfrm>
            <a:off x="8423739" y="-23598"/>
            <a:ext cx="749808" cy="630936"/>
          </a:xfrm>
          <a:prstGeom prst="rect">
            <a:avLst/>
          </a:prstGeom>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1955165">
              <a:lnSpc>
                <a:spcPct val="100000"/>
              </a:lnSpc>
              <a:spcBef>
                <a:spcPts val="105"/>
              </a:spcBef>
            </a:pPr>
            <a:r>
              <a:rPr dirty="0"/>
              <a:t>RDD</a:t>
            </a:r>
            <a:r>
              <a:rPr spc="-10" dirty="0"/>
              <a:t> </a:t>
            </a:r>
            <a:r>
              <a:rPr spc="-20" dirty="0"/>
              <a:t>Persistence</a:t>
            </a:r>
          </a:p>
        </p:txBody>
      </p:sp>
      <p:sp>
        <p:nvSpPr>
          <p:cNvPr id="3" name="object 3"/>
          <p:cNvSpPr txBox="1"/>
          <p:nvPr/>
        </p:nvSpPr>
        <p:spPr>
          <a:xfrm>
            <a:off x="764540" y="1613661"/>
            <a:ext cx="4356100" cy="746760"/>
          </a:xfrm>
          <a:prstGeom prst="rect">
            <a:avLst/>
          </a:prstGeom>
        </p:spPr>
        <p:txBody>
          <a:bodyPr vert="horz" wrap="square" lIns="0" tIns="33020" rIns="0" bIns="0" rtlCol="0">
            <a:spAutoFit/>
          </a:bodyPr>
          <a:lstStyle/>
          <a:p>
            <a:pPr marL="12700" marR="5080">
              <a:lnSpc>
                <a:spcPts val="2800"/>
              </a:lnSpc>
              <a:spcBef>
                <a:spcPts val="260"/>
              </a:spcBef>
              <a:tabLst>
                <a:tab pos="498475" algn="l"/>
              </a:tabLst>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spc="-10" dirty="0">
                <a:latin typeface="Calibri" panose="020F0502020204030204"/>
                <a:cs typeface="Calibri" panose="020F0502020204030204"/>
              </a:rPr>
              <a:t>Persisting</a:t>
            </a:r>
            <a:r>
              <a:rPr sz="2400" b="1" spc="-45" dirty="0">
                <a:latin typeface="Calibri" panose="020F0502020204030204"/>
                <a:cs typeface="Calibri" panose="020F0502020204030204"/>
              </a:rPr>
              <a:t> </a:t>
            </a:r>
            <a:r>
              <a:rPr sz="2400" b="1" dirty="0">
                <a:latin typeface="Calibri" panose="020F0502020204030204"/>
                <a:cs typeface="Calibri" panose="020F0502020204030204"/>
              </a:rPr>
              <a:t>an</a:t>
            </a:r>
            <a:r>
              <a:rPr sz="2400" b="1" spc="-40" dirty="0">
                <a:latin typeface="Calibri" panose="020F0502020204030204"/>
                <a:cs typeface="Calibri" panose="020F0502020204030204"/>
              </a:rPr>
              <a:t> </a:t>
            </a:r>
            <a:r>
              <a:rPr sz="2400" b="1" dirty="0">
                <a:latin typeface="Calibri" panose="020F0502020204030204"/>
                <a:cs typeface="Calibri" panose="020F0502020204030204"/>
              </a:rPr>
              <a:t>RDD</a:t>
            </a:r>
            <a:r>
              <a:rPr sz="2400" b="1" spc="-55" dirty="0">
                <a:latin typeface="Calibri" panose="020F0502020204030204"/>
                <a:cs typeface="Calibri" panose="020F0502020204030204"/>
              </a:rPr>
              <a:t> </a:t>
            </a:r>
            <a:r>
              <a:rPr sz="2400" b="1" dirty="0">
                <a:latin typeface="Calibri" panose="020F0502020204030204"/>
                <a:cs typeface="Calibri" panose="020F0502020204030204"/>
              </a:rPr>
              <a:t>saves</a:t>
            </a:r>
            <a:r>
              <a:rPr sz="2400" b="1" spc="-25" dirty="0">
                <a:latin typeface="Calibri" panose="020F0502020204030204"/>
                <a:cs typeface="Calibri" panose="020F0502020204030204"/>
              </a:rPr>
              <a:t> </a:t>
            </a:r>
            <a:r>
              <a:rPr sz="2400" b="1" dirty="0">
                <a:latin typeface="Calibri" panose="020F0502020204030204"/>
                <a:cs typeface="Calibri" panose="020F0502020204030204"/>
              </a:rPr>
              <a:t>the</a:t>
            </a:r>
            <a:r>
              <a:rPr sz="2400" b="1" spc="-35" dirty="0">
                <a:latin typeface="Calibri" panose="020F0502020204030204"/>
                <a:cs typeface="Calibri" panose="020F0502020204030204"/>
              </a:rPr>
              <a:t> </a:t>
            </a:r>
            <a:r>
              <a:rPr sz="2400" b="1" spc="-20" dirty="0">
                <a:latin typeface="Calibri" panose="020F0502020204030204"/>
                <a:cs typeface="Calibri" panose="020F0502020204030204"/>
              </a:rPr>
              <a:t>data </a:t>
            </a:r>
            <a:r>
              <a:rPr sz="2400" b="1" spc="-25" dirty="0">
                <a:latin typeface="Calibri" panose="020F0502020204030204"/>
                <a:cs typeface="Calibri" panose="020F0502020204030204"/>
              </a:rPr>
              <a:t>(in</a:t>
            </a:r>
            <a:r>
              <a:rPr sz="2400" b="1" dirty="0">
                <a:latin typeface="Calibri" panose="020F0502020204030204"/>
                <a:cs typeface="Calibri" panose="020F0502020204030204"/>
              </a:rPr>
              <a:t>	</a:t>
            </a:r>
            <a:r>
              <a:rPr sz="2400" b="1" spc="-10" dirty="0">
                <a:latin typeface="Calibri" panose="020F0502020204030204"/>
                <a:cs typeface="Calibri" panose="020F0502020204030204"/>
              </a:rPr>
              <a:t>memory,</a:t>
            </a:r>
            <a:r>
              <a:rPr sz="2400" b="1" spc="-80" dirty="0">
                <a:latin typeface="Calibri" panose="020F0502020204030204"/>
                <a:cs typeface="Calibri" panose="020F0502020204030204"/>
              </a:rPr>
              <a:t> </a:t>
            </a:r>
            <a:r>
              <a:rPr sz="2400" b="1" dirty="0">
                <a:latin typeface="Calibri" panose="020F0502020204030204"/>
                <a:cs typeface="Calibri" panose="020F0502020204030204"/>
              </a:rPr>
              <a:t>by</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default)</a:t>
            </a:r>
            <a:endParaRPr sz="2400">
              <a:latin typeface="Calibri" panose="020F0502020204030204"/>
              <a:cs typeface="Calibri" panose="020F0502020204030204"/>
            </a:endParaRPr>
          </a:p>
        </p:txBody>
      </p:sp>
      <p:grpSp>
        <p:nvGrpSpPr>
          <p:cNvPr id="4" name="object 4"/>
          <p:cNvGrpSpPr/>
          <p:nvPr/>
        </p:nvGrpSpPr>
        <p:grpSpPr>
          <a:xfrm>
            <a:off x="5562600" y="1752600"/>
            <a:ext cx="2800350" cy="4019550"/>
            <a:chOff x="5562600" y="1752600"/>
            <a:chExt cx="2800350" cy="4019550"/>
          </a:xfrm>
        </p:grpSpPr>
        <p:pic>
          <p:nvPicPr>
            <p:cNvPr id="5" name="object 5"/>
            <p:cNvPicPr/>
            <p:nvPr/>
          </p:nvPicPr>
          <p:blipFill>
            <a:blip r:embed="rId2" cstate="print"/>
            <a:stretch>
              <a:fillRect/>
            </a:stretch>
          </p:blipFill>
          <p:spPr>
            <a:xfrm>
              <a:off x="5562600" y="1752600"/>
              <a:ext cx="2800350" cy="3057525"/>
            </a:xfrm>
            <a:prstGeom prst="rect">
              <a:avLst/>
            </a:prstGeom>
          </p:spPr>
        </p:pic>
        <p:pic>
          <p:nvPicPr>
            <p:cNvPr id="6" name="object 6"/>
            <p:cNvPicPr/>
            <p:nvPr/>
          </p:nvPicPr>
          <p:blipFill>
            <a:blip r:embed="rId3" cstate="print"/>
            <a:stretch>
              <a:fillRect/>
            </a:stretch>
          </p:blipFill>
          <p:spPr>
            <a:xfrm>
              <a:off x="5562600" y="4800600"/>
              <a:ext cx="2562225" cy="971550"/>
            </a:xfrm>
            <a:prstGeom prst="rect">
              <a:avLst/>
            </a:prstGeom>
          </p:spPr>
        </p:pic>
      </p:grpSp>
      <p:pic>
        <p:nvPicPr>
          <p:cNvPr id="7" name="object 7"/>
          <p:cNvPicPr/>
          <p:nvPr/>
        </p:nvPicPr>
        <p:blipFill>
          <a:blip r:embed="rId4" cstate="print"/>
          <a:stretch>
            <a:fillRect/>
          </a:stretch>
        </p:blipFill>
        <p:spPr>
          <a:xfrm>
            <a:off x="1019175" y="3019425"/>
            <a:ext cx="4000500" cy="3009900"/>
          </a:xfrm>
          <a:prstGeom prst="rect">
            <a:avLst/>
          </a:prstGeom>
        </p:spPr>
      </p:pic>
      <p:pic>
        <p:nvPicPr>
          <p:cNvPr id="8" name="Picture 7" descr="wingspan_logo.png"/>
          <p:cNvPicPr>
            <a:picLocks noChangeAspect="1"/>
          </p:cNvPicPr>
          <p:nvPr/>
        </p:nvPicPr>
        <p:blipFill>
          <a:blip r:embed="rId5"/>
          <a:stretch>
            <a:fillRect/>
          </a:stretch>
        </p:blipFill>
        <p:spPr>
          <a:xfrm>
            <a:off x="8345844" y="0"/>
            <a:ext cx="749808" cy="630936"/>
          </a:xfrm>
          <a:prstGeom prst="rect">
            <a:avLst/>
          </a:prstGeom>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1955165">
              <a:lnSpc>
                <a:spcPct val="100000"/>
              </a:lnSpc>
              <a:spcBef>
                <a:spcPts val="105"/>
              </a:spcBef>
            </a:pPr>
            <a:r>
              <a:rPr dirty="0"/>
              <a:t>RDD</a:t>
            </a:r>
            <a:r>
              <a:rPr spc="-10" dirty="0"/>
              <a:t> </a:t>
            </a:r>
            <a:r>
              <a:rPr spc="-20" dirty="0"/>
              <a:t>Persistence</a:t>
            </a:r>
          </a:p>
        </p:txBody>
      </p:sp>
      <p:sp>
        <p:nvSpPr>
          <p:cNvPr id="3" name="object 3"/>
          <p:cNvSpPr txBox="1"/>
          <p:nvPr/>
        </p:nvSpPr>
        <p:spPr>
          <a:xfrm>
            <a:off x="764540" y="1613661"/>
            <a:ext cx="4256405" cy="757555"/>
          </a:xfrm>
          <a:prstGeom prst="rect">
            <a:avLst/>
          </a:prstGeom>
        </p:spPr>
        <p:txBody>
          <a:bodyPr vert="horz" wrap="square" lIns="0" tIns="12700" rIns="0" bIns="0" rtlCol="0">
            <a:spAutoFit/>
          </a:bodyPr>
          <a:lstStyle/>
          <a:p>
            <a:pPr marL="12700" marR="5080">
              <a:lnSpc>
                <a:spcPct val="100000"/>
              </a:lnSpc>
              <a:spcBef>
                <a:spcPts val="100"/>
              </a:spcBef>
            </a:pPr>
            <a:r>
              <a:rPr sz="2400" b="1" spc="-10" dirty="0">
                <a:latin typeface="Calibri" panose="020F0502020204030204"/>
                <a:cs typeface="Calibri" panose="020F0502020204030204"/>
              </a:rPr>
              <a:t>Subsequent</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55" dirty="0">
                <a:latin typeface="Calibri" panose="020F0502020204030204"/>
                <a:cs typeface="Calibri" panose="020F0502020204030204"/>
              </a:rPr>
              <a:t> </a:t>
            </a:r>
            <a:r>
              <a:rPr sz="2400" b="1" dirty="0">
                <a:latin typeface="Calibri" panose="020F0502020204030204"/>
                <a:cs typeface="Calibri" panose="020F0502020204030204"/>
              </a:rPr>
              <a:t>use</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saved </a:t>
            </a:r>
            <a:r>
              <a:rPr sz="2400" b="1" spc="-20" dirty="0">
                <a:latin typeface="Calibri" panose="020F0502020204030204"/>
                <a:cs typeface="Calibri" panose="020F0502020204030204"/>
              </a:rPr>
              <a:t>data</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685800" y="2819400"/>
            <a:ext cx="4038600" cy="3067050"/>
          </a:xfrm>
          <a:prstGeom prst="rect">
            <a:avLst/>
          </a:prstGeom>
        </p:spPr>
      </p:pic>
      <p:pic>
        <p:nvPicPr>
          <p:cNvPr id="5" name="object 5"/>
          <p:cNvPicPr/>
          <p:nvPr/>
        </p:nvPicPr>
        <p:blipFill>
          <a:blip r:embed="rId3" cstate="print"/>
          <a:stretch>
            <a:fillRect/>
          </a:stretch>
        </p:blipFill>
        <p:spPr>
          <a:xfrm>
            <a:off x="5572125" y="1638300"/>
            <a:ext cx="2409825" cy="4219575"/>
          </a:xfrm>
          <a:prstGeom prst="rect">
            <a:avLst/>
          </a:prstGeom>
        </p:spPr>
      </p:pic>
      <p:pic>
        <p:nvPicPr>
          <p:cNvPr id="6" name="Picture 5" descr="wingspan_logo.png"/>
          <p:cNvPicPr>
            <a:picLocks noChangeAspect="1"/>
          </p:cNvPicPr>
          <p:nvPr/>
        </p:nvPicPr>
        <p:blipFill>
          <a:blip r:embed="rId4"/>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1955165">
              <a:lnSpc>
                <a:spcPct val="100000"/>
              </a:lnSpc>
              <a:spcBef>
                <a:spcPts val="105"/>
              </a:spcBef>
            </a:pPr>
            <a:r>
              <a:rPr dirty="0"/>
              <a:t>RDD</a:t>
            </a:r>
            <a:r>
              <a:rPr spc="-10" dirty="0"/>
              <a:t> </a:t>
            </a:r>
            <a:r>
              <a:rPr spc="-20" dirty="0"/>
              <a:t>Persistence</a:t>
            </a:r>
          </a:p>
        </p:txBody>
      </p:sp>
      <p:sp>
        <p:nvSpPr>
          <p:cNvPr id="3" name="object 3"/>
          <p:cNvSpPr txBox="1"/>
          <p:nvPr/>
        </p:nvSpPr>
        <p:spPr>
          <a:xfrm>
            <a:off x="764540" y="1613661"/>
            <a:ext cx="4256405" cy="757555"/>
          </a:xfrm>
          <a:prstGeom prst="rect">
            <a:avLst/>
          </a:prstGeom>
        </p:spPr>
        <p:txBody>
          <a:bodyPr vert="horz" wrap="square" lIns="0" tIns="12700" rIns="0" bIns="0" rtlCol="0">
            <a:spAutoFit/>
          </a:bodyPr>
          <a:lstStyle/>
          <a:p>
            <a:pPr marL="12700" marR="5080">
              <a:lnSpc>
                <a:spcPct val="100000"/>
              </a:lnSpc>
              <a:spcBef>
                <a:spcPts val="100"/>
              </a:spcBef>
            </a:pPr>
            <a:r>
              <a:rPr sz="2400" b="1" spc="-10" dirty="0">
                <a:latin typeface="Calibri" panose="020F0502020204030204"/>
                <a:cs typeface="Calibri" panose="020F0502020204030204"/>
              </a:rPr>
              <a:t>Subsequent</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55" dirty="0">
                <a:latin typeface="Calibri" panose="020F0502020204030204"/>
                <a:cs typeface="Calibri" panose="020F0502020204030204"/>
              </a:rPr>
              <a:t> </a:t>
            </a:r>
            <a:r>
              <a:rPr sz="2400" b="1" dirty="0">
                <a:latin typeface="Calibri" panose="020F0502020204030204"/>
                <a:cs typeface="Calibri" panose="020F0502020204030204"/>
              </a:rPr>
              <a:t>use</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saved </a:t>
            </a:r>
            <a:r>
              <a:rPr sz="2400" b="1" spc="-20" dirty="0">
                <a:latin typeface="Calibri" panose="020F0502020204030204"/>
                <a:cs typeface="Calibri" panose="020F0502020204030204"/>
              </a:rPr>
              <a:t>data</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966787" y="2771775"/>
            <a:ext cx="3962400" cy="3086100"/>
          </a:xfrm>
          <a:prstGeom prst="rect">
            <a:avLst/>
          </a:prstGeom>
        </p:spPr>
      </p:pic>
      <p:pic>
        <p:nvPicPr>
          <p:cNvPr id="5" name="object 5"/>
          <p:cNvPicPr/>
          <p:nvPr/>
        </p:nvPicPr>
        <p:blipFill>
          <a:blip r:embed="rId3" cstate="print"/>
          <a:stretch>
            <a:fillRect/>
          </a:stretch>
        </p:blipFill>
        <p:spPr>
          <a:xfrm>
            <a:off x="5867400" y="1581150"/>
            <a:ext cx="2409825" cy="4229100"/>
          </a:xfrm>
          <a:prstGeom prst="rect">
            <a:avLst/>
          </a:prstGeom>
        </p:spPr>
      </p:pic>
      <p:pic>
        <p:nvPicPr>
          <p:cNvPr id="6" name="Picture 5" descr="wingspan_logo.png"/>
          <p:cNvPicPr>
            <a:picLocks noChangeAspect="1"/>
          </p:cNvPicPr>
          <p:nvPr/>
        </p:nvPicPr>
        <p:blipFill>
          <a:blip r:embed="rId4"/>
          <a:stretch>
            <a:fillRect/>
          </a:stretch>
        </p:blipFill>
        <p:spPr>
          <a:xfrm>
            <a:off x="8403523" y="0"/>
            <a:ext cx="749808" cy="630936"/>
          </a:xfrm>
          <a:prstGeom prst="rect">
            <a:avLst/>
          </a:prstGeom>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699260">
              <a:lnSpc>
                <a:spcPct val="100000"/>
              </a:lnSpc>
              <a:spcBef>
                <a:spcPts val="105"/>
              </a:spcBef>
            </a:pPr>
            <a:r>
              <a:rPr dirty="0"/>
              <a:t>Memory</a:t>
            </a:r>
            <a:r>
              <a:rPr spc="-5" dirty="0"/>
              <a:t> </a:t>
            </a:r>
            <a:r>
              <a:rPr spc="-20" dirty="0"/>
              <a:t>Persistence</a:t>
            </a:r>
          </a:p>
        </p:txBody>
      </p:sp>
      <p:sp>
        <p:nvSpPr>
          <p:cNvPr id="3" name="object 3"/>
          <p:cNvSpPr txBox="1"/>
          <p:nvPr/>
        </p:nvSpPr>
        <p:spPr>
          <a:xfrm>
            <a:off x="1069644" y="1679194"/>
            <a:ext cx="6976109" cy="2597150"/>
          </a:xfrm>
          <a:prstGeom prst="rect">
            <a:avLst/>
          </a:prstGeom>
        </p:spPr>
        <p:txBody>
          <a:bodyPr vert="horz" wrap="square" lIns="0" tIns="12700" rIns="0" bIns="0" rtlCol="0">
            <a:spAutoFit/>
          </a:bodyPr>
          <a:lstStyle/>
          <a:p>
            <a:pPr marL="12700">
              <a:lnSpc>
                <a:spcPct val="100000"/>
              </a:lnSpc>
              <a:spcBef>
                <a:spcPts val="100"/>
              </a:spcBef>
              <a:tabLst>
                <a:tab pos="5165725" algn="l"/>
              </a:tabLst>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spc="-10" dirty="0">
                <a:latin typeface="Calibri" panose="020F0502020204030204"/>
                <a:cs typeface="Calibri" panose="020F0502020204030204"/>
              </a:rPr>
              <a:t>In-</a:t>
            </a:r>
            <a:r>
              <a:rPr sz="2400" b="1" dirty="0">
                <a:latin typeface="Calibri" panose="020F0502020204030204"/>
                <a:cs typeface="Calibri" panose="020F0502020204030204"/>
              </a:rPr>
              <a:t>memory</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persistence</a:t>
            </a:r>
            <a:r>
              <a:rPr sz="2400" b="1" spc="-35" dirty="0">
                <a:latin typeface="Calibri" panose="020F0502020204030204"/>
                <a:cs typeface="Calibri" panose="020F0502020204030204"/>
              </a:rPr>
              <a:t> </a:t>
            </a:r>
            <a:r>
              <a:rPr sz="2400" b="1" dirty="0">
                <a:latin typeface="Calibri" panose="020F0502020204030204"/>
                <a:cs typeface="Calibri" panose="020F0502020204030204"/>
              </a:rPr>
              <a:t>is</a:t>
            </a:r>
            <a:r>
              <a:rPr sz="2400" b="1" spc="-35" dirty="0">
                <a:latin typeface="Calibri" panose="020F0502020204030204"/>
                <a:cs typeface="Calibri" panose="020F0502020204030204"/>
              </a:rPr>
              <a:t> </a:t>
            </a:r>
            <a:r>
              <a:rPr sz="2400" b="1" dirty="0">
                <a:latin typeface="Calibri" panose="020F0502020204030204"/>
                <a:cs typeface="Calibri" panose="020F0502020204030204"/>
              </a:rPr>
              <a:t>a</a:t>
            </a:r>
            <a:r>
              <a:rPr sz="2400" b="1" spc="-40" dirty="0">
                <a:latin typeface="Calibri" panose="020F0502020204030204"/>
                <a:cs typeface="Calibri" panose="020F0502020204030204"/>
              </a:rPr>
              <a:t> </a:t>
            </a:r>
            <a:r>
              <a:rPr sz="2400" b="1" i="1" spc="-10" dirty="0">
                <a:latin typeface="Calibri" panose="020F0502020204030204"/>
                <a:cs typeface="Calibri" panose="020F0502020204030204"/>
              </a:rPr>
              <a:t>suggestion</a:t>
            </a:r>
            <a:r>
              <a:rPr sz="2400" b="1" i="1" dirty="0">
                <a:latin typeface="Calibri" panose="020F0502020204030204"/>
                <a:cs typeface="Calibri" panose="020F0502020204030204"/>
              </a:rPr>
              <a:t>	</a:t>
            </a:r>
            <a:r>
              <a:rPr sz="2400" b="1" dirty="0">
                <a:latin typeface="Calibri" panose="020F0502020204030204"/>
                <a:cs typeface="Calibri" panose="020F0502020204030204"/>
              </a:rPr>
              <a:t>to</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Spark</a:t>
            </a:r>
            <a:endParaRPr sz="2400">
              <a:latin typeface="Calibri" panose="020F0502020204030204"/>
              <a:cs typeface="Calibri" panose="020F0502020204030204"/>
            </a:endParaRPr>
          </a:p>
          <a:p>
            <a:pPr marL="232410" indent="-219710">
              <a:lnSpc>
                <a:spcPct val="100000"/>
              </a:lnSpc>
              <a:spcBef>
                <a:spcPts val="85"/>
              </a:spcBef>
              <a:buChar char="–"/>
              <a:tabLst>
                <a:tab pos="232410" algn="l"/>
              </a:tabLst>
            </a:pPr>
            <a:r>
              <a:rPr sz="2400" dirty="0">
                <a:latin typeface="Calibri" panose="020F0502020204030204"/>
                <a:cs typeface="Calibri" panose="020F0502020204030204"/>
              </a:rPr>
              <a:t>If</a:t>
            </a:r>
            <a:r>
              <a:rPr sz="2400" spc="-50" dirty="0">
                <a:latin typeface="Calibri" panose="020F0502020204030204"/>
                <a:cs typeface="Calibri" panose="020F0502020204030204"/>
              </a:rPr>
              <a:t> </a:t>
            </a:r>
            <a:r>
              <a:rPr sz="2400" dirty="0">
                <a:latin typeface="Calibri" panose="020F0502020204030204"/>
                <a:cs typeface="Calibri" panose="020F0502020204030204"/>
              </a:rPr>
              <a:t>not</a:t>
            </a:r>
            <a:r>
              <a:rPr sz="2400" spc="-40" dirty="0">
                <a:latin typeface="Calibri" panose="020F0502020204030204"/>
                <a:cs typeface="Calibri" panose="020F0502020204030204"/>
              </a:rPr>
              <a:t> </a:t>
            </a:r>
            <a:r>
              <a:rPr sz="2400" dirty="0">
                <a:latin typeface="Calibri" panose="020F0502020204030204"/>
                <a:cs typeface="Calibri" panose="020F0502020204030204"/>
              </a:rPr>
              <a:t>enough</a:t>
            </a:r>
            <a:r>
              <a:rPr sz="2400" spc="-50" dirty="0">
                <a:latin typeface="Calibri" panose="020F0502020204030204"/>
                <a:cs typeface="Calibri" panose="020F0502020204030204"/>
              </a:rPr>
              <a:t> </a:t>
            </a:r>
            <a:r>
              <a:rPr sz="2400" dirty="0">
                <a:latin typeface="Calibri" panose="020F0502020204030204"/>
                <a:cs typeface="Calibri" panose="020F0502020204030204"/>
              </a:rPr>
              <a:t>memory</a:t>
            </a:r>
            <a:r>
              <a:rPr sz="2400" spc="-70" dirty="0">
                <a:latin typeface="Calibri" panose="020F0502020204030204"/>
                <a:cs typeface="Calibri" panose="020F0502020204030204"/>
              </a:rPr>
              <a:t> </a:t>
            </a:r>
            <a:r>
              <a:rPr sz="2400" dirty="0">
                <a:latin typeface="Calibri" panose="020F0502020204030204"/>
                <a:cs typeface="Calibri" panose="020F0502020204030204"/>
              </a:rPr>
              <a:t>is</a:t>
            </a:r>
            <a:r>
              <a:rPr sz="2400" spc="-40" dirty="0">
                <a:latin typeface="Calibri" panose="020F0502020204030204"/>
                <a:cs typeface="Calibri" panose="020F0502020204030204"/>
              </a:rPr>
              <a:t> </a:t>
            </a:r>
            <a:r>
              <a:rPr sz="2400" dirty="0">
                <a:latin typeface="Calibri" panose="020F0502020204030204"/>
                <a:cs typeface="Calibri" panose="020F0502020204030204"/>
              </a:rPr>
              <a:t>available,</a:t>
            </a:r>
            <a:r>
              <a:rPr sz="2400" spc="-40" dirty="0">
                <a:latin typeface="Calibri" panose="020F0502020204030204"/>
                <a:cs typeface="Calibri" panose="020F0502020204030204"/>
              </a:rPr>
              <a:t> </a:t>
            </a:r>
            <a:r>
              <a:rPr sz="2400" spc="-10" dirty="0">
                <a:latin typeface="Calibri" panose="020F0502020204030204"/>
                <a:cs typeface="Calibri" panose="020F0502020204030204"/>
              </a:rPr>
              <a:t>persisted</a:t>
            </a:r>
            <a:r>
              <a:rPr sz="2400" spc="-60" dirty="0">
                <a:latin typeface="Calibri" panose="020F0502020204030204"/>
                <a:cs typeface="Calibri" panose="020F0502020204030204"/>
              </a:rPr>
              <a:t> </a:t>
            </a:r>
            <a:r>
              <a:rPr sz="2400" spc="-10" dirty="0">
                <a:latin typeface="Calibri" panose="020F0502020204030204"/>
                <a:cs typeface="Calibri" panose="020F0502020204030204"/>
              </a:rPr>
              <a:t>partitions</a:t>
            </a:r>
            <a:endParaRPr sz="2400">
              <a:latin typeface="Calibri" panose="020F0502020204030204"/>
              <a:cs typeface="Calibri" panose="020F0502020204030204"/>
            </a:endParaRPr>
          </a:p>
          <a:p>
            <a:pPr marL="12700" marR="5166995">
              <a:lnSpc>
                <a:spcPct val="100000"/>
              </a:lnSpc>
            </a:pPr>
            <a:r>
              <a:rPr sz="2400" dirty="0">
                <a:latin typeface="Calibri" panose="020F0502020204030204"/>
                <a:cs typeface="Calibri" panose="020F0502020204030204"/>
              </a:rPr>
              <a:t>will</a:t>
            </a:r>
            <a:r>
              <a:rPr sz="2400" spc="-30" dirty="0">
                <a:latin typeface="Calibri" panose="020F0502020204030204"/>
                <a:cs typeface="Calibri" panose="020F0502020204030204"/>
              </a:rPr>
              <a:t> </a:t>
            </a:r>
            <a:r>
              <a:rPr sz="2400" dirty="0">
                <a:latin typeface="Calibri" panose="020F0502020204030204"/>
                <a:cs typeface="Calibri" panose="020F0502020204030204"/>
              </a:rPr>
              <a:t>be</a:t>
            </a:r>
            <a:r>
              <a:rPr sz="2400" spc="-10" dirty="0">
                <a:latin typeface="Calibri" panose="020F0502020204030204"/>
                <a:cs typeface="Calibri" panose="020F0502020204030204"/>
              </a:rPr>
              <a:t> cleared </a:t>
            </a:r>
            <a:r>
              <a:rPr sz="2400" dirty="0">
                <a:latin typeface="Calibri" panose="020F0502020204030204"/>
                <a:cs typeface="Calibri" panose="020F0502020204030204"/>
              </a:rPr>
              <a:t>from</a:t>
            </a:r>
            <a:r>
              <a:rPr sz="2400" spc="-75" dirty="0">
                <a:latin typeface="Calibri" panose="020F0502020204030204"/>
                <a:cs typeface="Calibri" panose="020F0502020204030204"/>
              </a:rPr>
              <a:t> </a:t>
            </a:r>
            <a:r>
              <a:rPr sz="2400" spc="-10" dirty="0">
                <a:latin typeface="Calibri" panose="020F0502020204030204"/>
                <a:cs typeface="Calibri" panose="020F0502020204030204"/>
              </a:rPr>
              <a:t>memory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Least</a:t>
            </a:r>
            <a:r>
              <a:rPr sz="2400" spc="-95" dirty="0">
                <a:latin typeface="Calibri" panose="020F0502020204030204"/>
                <a:cs typeface="Calibri" panose="020F0502020204030204"/>
              </a:rPr>
              <a:t> </a:t>
            </a:r>
            <a:r>
              <a:rPr sz="2400" dirty="0">
                <a:latin typeface="Calibri" panose="020F0502020204030204"/>
                <a:cs typeface="Calibri" panose="020F0502020204030204"/>
              </a:rPr>
              <a:t>recently</a:t>
            </a:r>
            <a:r>
              <a:rPr sz="2400" spc="-90" dirty="0">
                <a:latin typeface="Calibri" panose="020F0502020204030204"/>
                <a:cs typeface="Calibri" panose="020F0502020204030204"/>
              </a:rPr>
              <a:t> </a:t>
            </a:r>
            <a:r>
              <a:rPr sz="2400" dirty="0">
                <a:latin typeface="Calibri" panose="020F0502020204030204"/>
                <a:cs typeface="Calibri" panose="020F0502020204030204"/>
              </a:rPr>
              <a:t>used</a:t>
            </a:r>
            <a:r>
              <a:rPr sz="2400" spc="-85" dirty="0">
                <a:latin typeface="Calibri" panose="020F0502020204030204"/>
                <a:cs typeface="Calibri" panose="020F0502020204030204"/>
              </a:rPr>
              <a:t> </a:t>
            </a:r>
            <a:r>
              <a:rPr sz="2400" dirty="0">
                <a:latin typeface="Calibri" panose="020F0502020204030204"/>
                <a:cs typeface="Calibri" panose="020F0502020204030204"/>
              </a:rPr>
              <a:t>partitions</a:t>
            </a:r>
            <a:r>
              <a:rPr sz="2400" spc="-85" dirty="0">
                <a:latin typeface="Calibri" panose="020F0502020204030204"/>
                <a:cs typeface="Calibri" panose="020F0502020204030204"/>
              </a:rPr>
              <a:t> </a:t>
            </a:r>
            <a:r>
              <a:rPr sz="2400" dirty="0">
                <a:latin typeface="Calibri" panose="020F0502020204030204"/>
                <a:cs typeface="Calibri" panose="020F0502020204030204"/>
              </a:rPr>
              <a:t>cleared</a:t>
            </a:r>
            <a:r>
              <a:rPr sz="2400" spc="-95" dirty="0">
                <a:latin typeface="Calibri" panose="020F0502020204030204"/>
                <a:cs typeface="Calibri" panose="020F0502020204030204"/>
              </a:rPr>
              <a:t> </a:t>
            </a:r>
            <a:r>
              <a:rPr sz="2400" spc="-10" dirty="0">
                <a:latin typeface="Calibri" panose="020F0502020204030204"/>
                <a:cs typeface="Calibri" panose="020F0502020204030204"/>
              </a:rPr>
              <a:t>first</a:t>
            </a:r>
            <a:endParaRPr sz="2400">
              <a:latin typeface="Calibri" panose="020F0502020204030204"/>
              <a:cs typeface="Calibri" panose="020F0502020204030204"/>
            </a:endParaRPr>
          </a:p>
          <a:p>
            <a:pPr marL="232410" indent="-219710">
              <a:lnSpc>
                <a:spcPct val="100000"/>
              </a:lnSpc>
              <a:buChar char="–"/>
              <a:tabLst>
                <a:tab pos="232410" algn="l"/>
              </a:tabLst>
            </a:pPr>
            <a:r>
              <a:rPr sz="2400" spc="-25" dirty="0">
                <a:latin typeface="Calibri" panose="020F0502020204030204"/>
                <a:cs typeface="Calibri" panose="020F0502020204030204"/>
              </a:rPr>
              <a:t>Transformations </a:t>
            </a:r>
            <a:r>
              <a:rPr sz="2400" dirty="0">
                <a:latin typeface="Calibri" panose="020F0502020204030204"/>
                <a:cs typeface="Calibri" panose="020F0502020204030204"/>
              </a:rPr>
              <a:t>will</a:t>
            </a:r>
            <a:r>
              <a:rPr sz="2400" spc="-35" dirty="0">
                <a:latin typeface="Calibri" panose="020F0502020204030204"/>
                <a:cs typeface="Calibri" panose="020F0502020204030204"/>
              </a:rPr>
              <a:t> </a:t>
            </a:r>
            <a:r>
              <a:rPr sz="2400" dirty="0">
                <a:latin typeface="Calibri" panose="020F0502020204030204"/>
                <a:cs typeface="Calibri" panose="020F0502020204030204"/>
              </a:rPr>
              <a:t>be</a:t>
            </a:r>
            <a:r>
              <a:rPr sz="2400" spc="-15" dirty="0">
                <a:latin typeface="Calibri" panose="020F0502020204030204"/>
                <a:cs typeface="Calibri" panose="020F0502020204030204"/>
              </a:rPr>
              <a:t> </a:t>
            </a:r>
            <a:r>
              <a:rPr sz="2400" spc="-30" dirty="0">
                <a:latin typeface="Calibri" panose="020F0502020204030204"/>
                <a:cs typeface="Calibri" panose="020F0502020204030204"/>
              </a:rPr>
              <a:t>re-</a:t>
            </a:r>
            <a:r>
              <a:rPr sz="2400" spc="-10" dirty="0">
                <a:latin typeface="Calibri" panose="020F0502020204030204"/>
                <a:cs typeface="Calibri" panose="020F0502020204030204"/>
              </a:rPr>
              <a:t>executed</a:t>
            </a:r>
            <a:r>
              <a:rPr sz="2400" spc="-30" dirty="0">
                <a:latin typeface="Calibri" panose="020F0502020204030204"/>
                <a:cs typeface="Calibri" panose="020F0502020204030204"/>
              </a:rPr>
              <a:t> </a:t>
            </a:r>
            <a:r>
              <a:rPr sz="2400" dirty="0">
                <a:latin typeface="Calibri" panose="020F0502020204030204"/>
                <a:cs typeface="Calibri" panose="020F0502020204030204"/>
              </a:rPr>
              <a:t>using</a:t>
            </a:r>
            <a:r>
              <a:rPr sz="2400" spc="-40" dirty="0">
                <a:latin typeface="Calibri" panose="020F0502020204030204"/>
                <a:cs typeface="Calibri" panose="020F0502020204030204"/>
              </a:rPr>
              <a:t> </a:t>
            </a:r>
            <a:r>
              <a:rPr sz="2400" dirty="0">
                <a:latin typeface="Calibri" panose="020F0502020204030204"/>
                <a:cs typeface="Calibri" panose="020F0502020204030204"/>
              </a:rPr>
              <a:t>the</a:t>
            </a:r>
            <a:r>
              <a:rPr sz="2400" spc="-15" dirty="0">
                <a:latin typeface="Calibri" panose="020F0502020204030204"/>
                <a:cs typeface="Calibri" panose="020F0502020204030204"/>
              </a:rPr>
              <a:t> </a:t>
            </a:r>
            <a:r>
              <a:rPr sz="2400" spc="-10" dirty="0">
                <a:latin typeface="Calibri" panose="020F0502020204030204"/>
                <a:cs typeface="Calibri" panose="020F0502020204030204"/>
              </a:rPr>
              <a:t>lineage</a:t>
            </a:r>
            <a:endParaRPr sz="2400">
              <a:latin typeface="Calibri" panose="020F0502020204030204"/>
              <a:cs typeface="Calibri" panose="020F0502020204030204"/>
            </a:endParaRPr>
          </a:p>
          <a:p>
            <a:pPr marL="12700">
              <a:lnSpc>
                <a:spcPct val="100000"/>
              </a:lnSpc>
              <a:spcBef>
                <a:spcPts val="5"/>
              </a:spcBef>
            </a:pPr>
            <a:r>
              <a:rPr sz="2400" dirty="0">
                <a:latin typeface="Calibri" panose="020F0502020204030204"/>
                <a:cs typeface="Calibri" panose="020F0502020204030204"/>
              </a:rPr>
              <a:t>when</a:t>
            </a:r>
            <a:r>
              <a:rPr sz="2400" spc="-75" dirty="0">
                <a:latin typeface="Calibri" panose="020F0502020204030204"/>
                <a:cs typeface="Calibri" panose="020F0502020204030204"/>
              </a:rPr>
              <a:t> </a:t>
            </a:r>
            <a:r>
              <a:rPr sz="2400" spc="-10" dirty="0">
                <a:latin typeface="Calibri" panose="020F0502020204030204"/>
                <a:cs typeface="Calibri" panose="020F0502020204030204"/>
              </a:rPr>
              <a:t>needed</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984375">
              <a:lnSpc>
                <a:spcPct val="100000"/>
              </a:lnSpc>
              <a:spcBef>
                <a:spcPts val="105"/>
              </a:spcBef>
            </a:pPr>
            <a:r>
              <a:rPr spc="-10" dirty="0"/>
              <a:t>Persistence</a:t>
            </a:r>
            <a:r>
              <a:rPr spc="-215" dirty="0"/>
              <a:t> </a:t>
            </a:r>
            <a:r>
              <a:rPr spc="-10" dirty="0"/>
              <a:t>Levels</a:t>
            </a:r>
          </a:p>
        </p:txBody>
      </p:sp>
      <p:sp>
        <p:nvSpPr>
          <p:cNvPr id="3" name="object 3"/>
          <p:cNvSpPr txBox="1"/>
          <p:nvPr/>
        </p:nvSpPr>
        <p:spPr>
          <a:xfrm>
            <a:off x="1145844" y="1766061"/>
            <a:ext cx="6090920" cy="3684270"/>
          </a:xfrm>
          <a:prstGeom prst="rect">
            <a:avLst/>
          </a:prstGeom>
        </p:spPr>
        <p:txBody>
          <a:bodyPr vert="horz" wrap="square" lIns="0" tIns="33020" rIns="0" bIns="0" rtlCol="0">
            <a:spAutoFit/>
          </a:bodyPr>
          <a:lstStyle/>
          <a:p>
            <a:pPr marL="12700" marR="242570">
              <a:lnSpc>
                <a:spcPts val="2800"/>
              </a:lnSpc>
              <a:spcBef>
                <a:spcPts val="260"/>
              </a:spcBef>
            </a:pPr>
            <a:r>
              <a:rPr sz="2400" dirty="0">
                <a:latin typeface="Calibri" panose="020F0502020204030204"/>
                <a:cs typeface="Calibri" panose="020F0502020204030204"/>
              </a:rPr>
              <a:t>§</a:t>
            </a:r>
            <a:r>
              <a:rPr sz="2400" spc="-70" dirty="0">
                <a:latin typeface="Calibri" panose="020F0502020204030204"/>
                <a:cs typeface="Calibri" panose="020F0502020204030204"/>
              </a:rPr>
              <a:t> </a:t>
            </a:r>
            <a:r>
              <a:rPr sz="2400" b="1" dirty="0">
                <a:latin typeface="Calibri" panose="020F0502020204030204"/>
                <a:cs typeface="Calibri" panose="020F0502020204030204"/>
              </a:rPr>
              <a:t>By</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default,</a:t>
            </a:r>
            <a:r>
              <a:rPr sz="2400" b="1" spc="-55" dirty="0">
                <a:latin typeface="Calibri" panose="020F0502020204030204"/>
                <a:cs typeface="Calibri" panose="020F0502020204030204"/>
              </a:rPr>
              <a:t> </a:t>
            </a:r>
            <a:r>
              <a:rPr sz="2400" b="1" dirty="0">
                <a:latin typeface="Calibri" panose="020F0502020204030204"/>
                <a:cs typeface="Calibri" panose="020F0502020204030204"/>
              </a:rPr>
              <a:t>the</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persist</a:t>
            </a:r>
            <a:r>
              <a:rPr sz="2400" b="1" spc="-75" dirty="0">
                <a:latin typeface="Calibri" panose="020F0502020204030204"/>
                <a:cs typeface="Calibri" panose="020F0502020204030204"/>
              </a:rPr>
              <a:t> </a:t>
            </a:r>
            <a:r>
              <a:rPr sz="2400" b="1" dirty="0">
                <a:latin typeface="Calibri" panose="020F0502020204030204"/>
                <a:cs typeface="Calibri" panose="020F0502020204030204"/>
              </a:rPr>
              <a:t>method</a:t>
            </a:r>
            <a:r>
              <a:rPr sz="2400" b="1" spc="-65" dirty="0">
                <a:latin typeface="Calibri" panose="020F0502020204030204"/>
                <a:cs typeface="Calibri" panose="020F0502020204030204"/>
              </a:rPr>
              <a:t> </a:t>
            </a:r>
            <a:r>
              <a:rPr sz="2400" b="1" dirty="0">
                <a:latin typeface="Calibri" panose="020F0502020204030204"/>
                <a:cs typeface="Calibri" panose="020F0502020204030204"/>
              </a:rPr>
              <a:t>stores</a:t>
            </a:r>
            <a:r>
              <a:rPr sz="2400" b="1" spc="-65" dirty="0">
                <a:latin typeface="Calibri" panose="020F0502020204030204"/>
                <a:cs typeface="Calibri" panose="020F0502020204030204"/>
              </a:rPr>
              <a:t> </a:t>
            </a:r>
            <a:r>
              <a:rPr sz="2400" b="1" dirty="0">
                <a:latin typeface="Calibri" panose="020F0502020204030204"/>
                <a:cs typeface="Calibri" panose="020F0502020204030204"/>
              </a:rPr>
              <a:t>data</a:t>
            </a:r>
            <a:r>
              <a:rPr sz="2400" b="1" spc="-55" dirty="0">
                <a:latin typeface="Calibri" panose="020F0502020204030204"/>
                <a:cs typeface="Calibri" panose="020F0502020204030204"/>
              </a:rPr>
              <a:t> </a:t>
            </a:r>
            <a:r>
              <a:rPr sz="2400" b="1" spc="-25" dirty="0">
                <a:latin typeface="Calibri" panose="020F0502020204030204"/>
                <a:cs typeface="Calibri" panose="020F0502020204030204"/>
              </a:rPr>
              <a:t>in </a:t>
            </a:r>
            <a:r>
              <a:rPr sz="2400" b="1" dirty="0">
                <a:latin typeface="Calibri" panose="020F0502020204030204"/>
                <a:cs typeface="Calibri" panose="020F0502020204030204"/>
              </a:rPr>
              <a:t>memory</a:t>
            </a:r>
            <a:r>
              <a:rPr sz="2400" b="1" spc="-55" dirty="0">
                <a:latin typeface="Calibri" panose="020F0502020204030204"/>
                <a:cs typeface="Calibri" panose="020F0502020204030204"/>
              </a:rPr>
              <a:t> </a:t>
            </a:r>
            <a:r>
              <a:rPr sz="2400" b="1" spc="-20" dirty="0">
                <a:latin typeface="Calibri" panose="020F0502020204030204"/>
                <a:cs typeface="Calibri" panose="020F0502020204030204"/>
              </a:rPr>
              <a:t>only</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70" dirty="0">
                <a:latin typeface="Calibri" panose="020F0502020204030204"/>
                <a:cs typeface="Calibri" panose="020F0502020204030204"/>
              </a:rPr>
              <a:t> </a:t>
            </a:r>
            <a:r>
              <a:rPr sz="2400" b="1" dirty="0">
                <a:latin typeface="Calibri" panose="020F0502020204030204"/>
                <a:cs typeface="Calibri" panose="020F0502020204030204"/>
              </a:rPr>
              <a:t>The</a:t>
            </a:r>
            <a:r>
              <a:rPr sz="2400" b="1" spc="-75" dirty="0">
                <a:latin typeface="Calibri" panose="020F0502020204030204"/>
                <a:cs typeface="Calibri" panose="020F0502020204030204"/>
              </a:rPr>
              <a:t> </a:t>
            </a:r>
            <a:r>
              <a:rPr sz="2400" b="1" dirty="0">
                <a:latin typeface="Calibri" panose="020F0502020204030204"/>
                <a:cs typeface="Calibri" panose="020F0502020204030204"/>
              </a:rPr>
              <a:t>persist</a:t>
            </a:r>
            <a:r>
              <a:rPr sz="2400" b="1" spc="-75" dirty="0">
                <a:latin typeface="Calibri" panose="020F0502020204030204"/>
                <a:cs typeface="Calibri" panose="020F0502020204030204"/>
              </a:rPr>
              <a:t> </a:t>
            </a:r>
            <a:r>
              <a:rPr sz="2400" b="1" dirty="0">
                <a:latin typeface="Calibri" panose="020F0502020204030204"/>
                <a:cs typeface="Calibri" panose="020F0502020204030204"/>
              </a:rPr>
              <a:t>method</a:t>
            </a:r>
            <a:r>
              <a:rPr sz="2400" b="1" spc="-70" dirty="0">
                <a:latin typeface="Calibri" panose="020F0502020204030204"/>
                <a:cs typeface="Calibri" panose="020F0502020204030204"/>
              </a:rPr>
              <a:t> </a:t>
            </a:r>
            <a:r>
              <a:rPr sz="2400" b="1" spc="-10" dirty="0">
                <a:latin typeface="Calibri" panose="020F0502020204030204"/>
                <a:cs typeface="Calibri" panose="020F0502020204030204"/>
              </a:rPr>
              <a:t>offers</a:t>
            </a:r>
            <a:r>
              <a:rPr sz="2400" b="1" spc="-80" dirty="0">
                <a:latin typeface="Calibri" panose="020F0502020204030204"/>
                <a:cs typeface="Calibri" panose="020F0502020204030204"/>
              </a:rPr>
              <a:t> </a:t>
            </a:r>
            <a:r>
              <a:rPr sz="2400" b="1" dirty="0">
                <a:latin typeface="Calibri" panose="020F0502020204030204"/>
                <a:cs typeface="Calibri" panose="020F0502020204030204"/>
              </a:rPr>
              <a:t>other</a:t>
            </a:r>
            <a:r>
              <a:rPr sz="2400" b="1" spc="-75" dirty="0">
                <a:latin typeface="Calibri" panose="020F0502020204030204"/>
                <a:cs typeface="Calibri" panose="020F0502020204030204"/>
              </a:rPr>
              <a:t> </a:t>
            </a:r>
            <a:r>
              <a:rPr sz="2400" b="1" dirty="0">
                <a:latin typeface="Calibri" panose="020F0502020204030204"/>
                <a:cs typeface="Calibri" panose="020F0502020204030204"/>
              </a:rPr>
              <a:t>options</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called</a:t>
            </a:r>
            <a:endParaRPr sz="2400">
              <a:latin typeface="Calibri" panose="020F0502020204030204"/>
              <a:cs typeface="Calibri" panose="020F0502020204030204"/>
            </a:endParaRPr>
          </a:p>
          <a:p>
            <a:pPr marL="12700">
              <a:lnSpc>
                <a:spcPct val="100000"/>
              </a:lnSpc>
            </a:pPr>
            <a:r>
              <a:rPr sz="2400" b="1" i="1" dirty="0">
                <a:latin typeface="Calibri" panose="020F0502020204030204"/>
                <a:cs typeface="Calibri" panose="020F0502020204030204"/>
              </a:rPr>
              <a:t>storage</a:t>
            </a:r>
            <a:r>
              <a:rPr sz="2400" b="1" i="1" spc="-110" dirty="0">
                <a:latin typeface="Calibri" panose="020F0502020204030204"/>
                <a:cs typeface="Calibri" panose="020F0502020204030204"/>
              </a:rPr>
              <a:t> </a:t>
            </a:r>
            <a:r>
              <a:rPr sz="2400" b="1" i="1" spc="-10" dirty="0">
                <a:latin typeface="Calibri" panose="020F0502020204030204"/>
                <a:cs typeface="Calibri" panose="020F0502020204030204"/>
              </a:rPr>
              <a:t>levels</a:t>
            </a:r>
            <a:endParaRPr sz="2400">
              <a:latin typeface="Calibri" panose="020F0502020204030204"/>
              <a:cs typeface="Calibri" panose="020F0502020204030204"/>
            </a:endParaRPr>
          </a:p>
          <a:p>
            <a:pPr marL="12700">
              <a:lnSpc>
                <a:spcPct val="100000"/>
              </a:lnSpc>
              <a:spcBef>
                <a:spcPts val="2885"/>
              </a:spcBef>
            </a:pPr>
            <a:r>
              <a:rPr sz="2400" dirty="0">
                <a:latin typeface="Calibri" panose="020F0502020204030204"/>
                <a:cs typeface="Calibri" panose="020F0502020204030204"/>
              </a:rPr>
              <a:t>§</a:t>
            </a:r>
            <a:r>
              <a:rPr sz="2400" spc="-60" dirty="0">
                <a:latin typeface="Calibri" panose="020F0502020204030204"/>
                <a:cs typeface="Calibri" panose="020F0502020204030204"/>
              </a:rPr>
              <a:t> </a:t>
            </a:r>
            <a:r>
              <a:rPr sz="2400" b="1" spc="-10" dirty="0">
                <a:latin typeface="Calibri" panose="020F0502020204030204"/>
                <a:cs typeface="Calibri" panose="020F0502020204030204"/>
              </a:rPr>
              <a:t>Storage</a:t>
            </a:r>
            <a:r>
              <a:rPr sz="2400" b="1" spc="-65" dirty="0">
                <a:latin typeface="Calibri" panose="020F0502020204030204"/>
                <a:cs typeface="Calibri" panose="020F0502020204030204"/>
              </a:rPr>
              <a:t> </a:t>
            </a:r>
            <a:r>
              <a:rPr sz="2400" b="1" dirty="0">
                <a:latin typeface="Calibri" panose="020F0502020204030204"/>
                <a:cs typeface="Calibri" panose="020F0502020204030204"/>
              </a:rPr>
              <a:t>levels</a:t>
            </a:r>
            <a:r>
              <a:rPr sz="2400" b="1" spc="-55" dirty="0">
                <a:latin typeface="Calibri" panose="020F0502020204030204"/>
                <a:cs typeface="Calibri" panose="020F0502020204030204"/>
              </a:rPr>
              <a:t> </a:t>
            </a:r>
            <a:r>
              <a:rPr sz="2400" b="1" dirty="0">
                <a:latin typeface="Calibri" panose="020F0502020204030204"/>
                <a:cs typeface="Calibri" panose="020F0502020204030204"/>
              </a:rPr>
              <a:t>let</a:t>
            </a:r>
            <a:r>
              <a:rPr sz="2400" b="1" spc="-65" dirty="0">
                <a:latin typeface="Calibri" panose="020F0502020204030204"/>
                <a:cs typeface="Calibri" panose="020F0502020204030204"/>
              </a:rPr>
              <a:t> </a:t>
            </a:r>
            <a:r>
              <a:rPr sz="2400" b="1" dirty="0">
                <a:latin typeface="Calibri" panose="020F0502020204030204"/>
                <a:cs typeface="Calibri" panose="020F0502020204030204"/>
              </a:rPr>
              <a:t>you</a:t>
            </a:r>
            <a:r>
              <a:rPr sz="2400" b="1" spc="-70" dirty="0">
                <a:latin typeface="Calibri" panose="020F0502020204030204"/>
                <a:cs typeface="Calibri" panose="020F0502020204030204"/>
              </a:rPr>
              <a:t> </a:t>
            </a:r>
            <a:r>
              <a:rPr sz="2400" b="1" spc="-10" dirty="0">
                <a:latin typeface="Calibri" panose="020F0502020204030204"/>
                <a:cs typeface="Calibri" panose="020F0502020204030204"/>
              </a:rPr>
              <a:t>control</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Storage</a:t>
            </a:r>
            <a:r>
              <a:rPr sz="2400" spc="-65" dirty="0">
                <a:latin typeface="Calibri" panose="020F0502020204030204"/>
                <a:cs typeface="Calibri" panose="020F0502020204030204"/>
              </a:rPr>
              <a:t> </a:t>
            </a:r>
            <a:r>
              <a:rPr sz="2400" dirty="0">
                <a:latin typeface="Calibri" panose="020F0502020204030204"/>
                <a:cs typeface="Calibri" panose="020F0502020204030204"/>
              </a:rPr>
              <a:t>location</a:t>
            </a:r>
            <a:r>
              <a:rPr sz="2400" spc="-80" dirty="0">
                <a:latin typeface="Calibri" panose="020F0502020204030204"/>
                <a:cs typeface="Calibri" panose="020F0502020204030204"/>
              </a:rPr>
              <a:t> </a:t>
            </a:r>
            <a:r>
              <a:rPr sz="2400" dirty="0">
                <a:latin typeface="Calibri" panose="020F0502020204030204"/>
                <a:cs typeface="Calibri" panose="020F0502020204030204"/>
              </a:rPr>
              <a:t>(memory</a:t>
            </a:r>
            <a:r>
              <a:rPr sz="2400" spc="-80" dirty="0">
                <a:latin typeface="Calibri" panose="020F0502020204030204"/>
                <a:cs typeface="Calibri" panose="020F0502020204030204"/>
              </a:rPr>
              <a:t> </a:t>
            </a:r>
            <a:r>
              <a:rPr sz="2400" dirty="0">
                <a:latin typeface="Calibri" panose="020F0502020204030204"/>
                <a:cs typeface="Calibri" panose="020F0502020204030204"/>
              </a:rPr>
              <a:t>or</a:t>
            </a:r>
            <a:r>
              <a:rPr sz="2400" spc="-55" dirty="0">
                <a:latin typeface="Calibri" panose="020F0502020204030204"/>
                <a:cs typeface="Calibri" panose="020F0502020204030204"/>
              </a:rPr>
              <a:t> </a:t>
            </a:r>
            <a:r>
              <a:rPr sz="2400" spc="-10" dirty="0">
                <a:latin typeface="Calibri" panose="020F0502020204030204"/>
                <a:cs typeface="Calibri" panose="020F0502020204030204"/>
              </a:rPr>
              <a:t>disk)</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Format</a:t>
            </a:r>
            <a:r>
              <a:rPr sz="2400" spc="-75" dirty="0">
                <a:latin typeface="Calibri" panose="020F0502020204030204"/>
                <a:cs typeface="Calibri" panose="020F0502020204030204"/>
              </a:rPr>
              <a:t> </a:t>
            </a:r>
            <a:r>
              <a:rPr sz="2400" dirty="0">
                <a:latin typeface="Calibri" panose="020F0502020204030204"/>
                <a:cs typeface="Calibri" panose="020F0502020204030204"/>
              </a:rPr>
              <a:t>in</a:t>
            </a:r>
            <a:r>
              <a:rPr sz="2400" spc="-45" dirty="0">
                <a:latin typeface="Calibri" panose="020F0502020204030204"/>
                <a:cs typeface="Calibri" panose="020F0502020204030204"/>
              </a:rPr>
              <a:t> </a:t>
            </a:r>
            <a:r>
              <a:rPr sz="2400" spc="-10" dirty="0">
                <a:latin typeface="Calibri" panose="020F0502020204030204"/>
                <a:cs typeface="Calibri" panose="020F0502020204030204"/>
              </a:rPr>
              <a:t>memory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Partition</a:t>
            </a:r>
            <a:r>
              <a:rPr sz="2400" spc="-120" dirty="0">
                <a:latin typeface="Calibri" panose="020F0502020204030204"/>
                <a:cs typeface="Calibri" panose="020F0502020204030204"/>
              </a:rPr>
              <a:t> </a:t>
            </a:r>
            <a:r>
              <a:rPr sz="2400" spc="-10" dirty="0">
                <a:latin typeface="Calibri" panose="020F0502020204030204"/>
                <a:cs typeface="Calibri" panose="020F0502020204030204"/>
              </a:rPr>
              <a:t>replication</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63090" y="0"/>
            <a:ext cx="749808" cy="630936"/>
          </a:xfrm>
          <a:prstGeom prst="rect">
            <a:avLst/>
          </a:prstGeom>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316864" rIns="0" bIns="0" rtlCol="0">
            <a:spAutoFit/>
          </a:bodyPr>
          <a:lstStyle/>
          <a:p>
            <a:pPr marL="332105">
              <a:lnSpc>
                <a:spcPct val="100000"/>
              </a:lnSpc>
              <a:spcBef>
                <a:spcPts val="95"/>
              </a:spcBef>
            </a:pPr>
            <a:r>
              <a:rPr sz="4000" spc="-10" dirty="0"/>
              <a:t>Persistence</a:t>
            </a:r>
            <a:r>
              <a:rPr sz="4000" spc="-160" dirty="0"/>
              <a:t> </a:t>
            </a:r>
            <a:r>
              <a:rPr sz="4000" dirty="0"/>
              <a:t>Levels:</a:t>
            </a:r>
            <a:r>
              <a:rPr sz="4000" spc="-160" dirty="0"/>
              <a:t> </a:t>
            </a:r>
            <a:r>
              <a:rPr sz="4000" spc="-10" dirty="0"/>
              <a:t>Storage</a:t>
            </a:r>
            <a:r>
              <a:rPr sz="4000" spc="-160" dirty="0"/>
              <a:t> </a:t>
            </a:r>
            <a:r>
              <a:rPr sz="4000" spc="-10" dirty="0"/>
              <a:t>Location</a:t>
            </a:r>
            <a:endParaRPr sz="4000"/>
          </a:p>
        </p:txBody>
      </p:sp>
      <p:sp>
        <p:nvSpPr>
          <p:cNvPr id="3" name="object 3"/>
          <p:cNvSpPr txBox="1"/>
          <p:nvPr/>
        </p:nvSpPr>
        <p:spPr>
          <a:xfrm>
            <a:off x="893165" y="1689861"/>
            <a:ext cx="7108190" cy="222123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2400" b="1" spc="-10" dirty="0">
                <a:latin typeface="Calibri" panose="020F0502020204030204"/>
                <a:cs typeface="Calibri" panose="020F0502020204030204"/>
              </a:rPr>
              <a:t>Storage</a:t>
            </a:r>
            <a:r>
              <a:rPr sz="2400" b="1" spc="-55" dirty="0">
                <a:latin typeface="Calibri" panose="020F0502020204030204"/>
                <a:cs typeface="Calibri" panose="020F0502020204030204"/>
              </a:rPr>
              <a:t> </a:t>
            </a:r>
            <a:r>
              <a:rPr sz="2400" b="1" spc="-20" dirty="0">
                <a:latin typeface="Calibri" panose="020F0502020204030204"/>
                <a:cs typeface="Calibri" panose="020F0502020204030204"/>
              </a:rPr>
              <a:t>location—</a:t>
            </a:r>
            <a:r>
              <a:rPr sz="2400" b="1" dirty="0">
                <a:latin typeface="Calibri" panose="020F0502020204030204"/>
                <a:cs typeface="Calibri" panose="020F0502020204030204"/>
              </a:rPr>
              <a:t>where</a:t>
            </a:r>
            <a:r>
              <a:rPr sz="2400" b="1" spc="-55" dirty="0">
                <a:latin typeface="Calibri" panose="020F0502020204030204"/>
                <a:cs typeface="Calibri" panose="020F0502020204030204"/>
              </a:rPr>
              <a:t> </a:t>
            </a:r>
            <a:r>
              <a:rPr sz="2400" b="1" dirty="0">
                <a:latin typeface="Calibri" panose="020F0502020204030204"/>
                <a:cs typeface="Calibri" panose="020F0502020204030204"/>
              </a:rPr>
              <a:t>is</a:t>
            </a:r>
            <a:r>
              <a:rPr sz="2400" b="1" spc="-40" dirty="0">
                <a:latin typeface="Calibri" panose="020F0502020204030204"/>
                <a:cs typeface="Calibri" panose="020F0502020204030204"/>
              </a:rPr>
              <a:t> </a:t>
            </a:r>
            <a:r>
              <a:rPr sz="2400" b="1" dirty="0">
                <a:latin typeface="Calibri" panose="020F0502020204030204"/>
                <a:cs typeface="Calibri" panose="020F0502020204030204"/>
              </a:rPr>
              <a:t>the</a:t>
            </a:r>
            <a:r>
              <a:rPr sz="2400" b="1" spc="-30" dirty="0">
                <a:latin typeface="Calibri" panose="020F0502020204030204"/>
                <a:cs typeface="Calibri" panose="020F0502020204030204"/>
              </a:rPr>
              <a:t> </a:t>
            </a:r>
            <a:r>
              <a:rPr sz="2400" b="1" dirty="0">
                <a:latin typeface="Calibri" panose="020F0502020204030204"/>
                <a:cs typeface="Calibri" panose="020F0502020204030204"/>
              </a:rPr>
              <a:t>data</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stored?</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25" dirty="0">
                <a:latin typeface="Calibri" panose="020F0502020204030204"/>
                <a:cs typeface="Calibri" panose="020F0502020204030204"/>
              </a:rPr>
              <a:t>MEMORY_ONLY</a:t>
            </a:r>
            <a:r>
              <a:rPr sz="2400" spc="-25" dirty="0">
                <a:latin typeface="Calibri" panose="020F0502020204030204"/>
                <a:cs typeface="Calibri" panose="020F0502020204030204"/>
              </a:rPr>
              <a:t>:</a:t>
            </a:r>
            <a:r>
              <a:rPr sz="2400" spc="-40" dirty="0">
                <a:latin typeface="Calibri" panose="020F0502020204030204"/>
                <a:cs typeface="Calibri" panose="020F0502020204030204"/>
              </a:rPr>
              <a:t> </a:t>
            </a:r>
            <a:r>
              <a:rPr sz="2400" dirty="0">
                <a:latin typeface="Calibri" panose="020F0502020204030204"/>
                <a:cs typeface="Calibri" panose="020F0502020204030204"/>
              </a:rPr>
              <a:t>Store</a:t>
            </a:r>
            <a:r>
              <a:rPr sz="2400" spc="-35" dirty="0">
                <a:latin typeface="Calibri" panose="020F0502020204030204"/>
                <a:cs typeface="Calibri" panose="020F0502020204030204"/>
              </a:rPr>
              <a:t> </a:t>
            </a:r>
            <a:r>
              <a:rPr sz="2400" dirty="0">
                <a:latin typeface="Calibri" panose="020F0502020204030204"/>
                <a:cs typeface="Calibri" panose="020F0502020204030204"/>
              </a:rPr>
              <a:t>data</a:t>
            </a:r>
            <a:r>
              <a:rPr sz="2400" spc="-40" dirty="0">
                <a:latin typeface="Calibri" panose="020F0502020204030204"/>
                <a:cs typeface="Calibri" panose="020F0502020204030204"/>
              </a:rPr>
              <a:t> </a:t>
            </a:r>
            <a:r>
              <a:rPr sz="2400" dirty="0">
                <a:latin typeface="Calibri" panose="020F0502020204030204"/>
                <a:cs typeface="Calibri" panose="020F0502020204030204"/>
              </a:rPr>
              <a:t>in</a:t>
            </a:r>
            <a:r>
              <a:rPr sz="2400" spc="-35" dirty="0">
                <a:latin typeface="Calibri" panose="020F0502020204030204"/>
                <a:cs typeface="Calibri" panose="020F0502020204030204"/>
              </a:rPr>
              <a:t> </a:t>
            </a:r>
            <a:r>
              <a:rPr sz="2400" dirty="0">
                <a:latin typeface="Calibri" panose="020F0502020204030204"/>
                <a:cs typeface="Calibri" panose="020F0502020204030204"/>
              </a:rPr>
              <a:t>memory</a:t>
            </a:r>
            <a:r>
              <a:rPr sz="2400" spc="-55" dirty="0">
                <a:latin typeface="Calibri" panose="020F0502020204030204"/>
                <a:cs typeface="Calibri" panose="020F0502020204030204"/>
              </a:rPr>
              <a:t> </a:t>
            </a:r>
            <a:r>
              <a:rPr sz="2400" dirty="0">
                <a:latin typeface="Calibri" panose="020F0502020204030204"/>
                <a:cs typeface="Calibri" panose="020F0502020204030204"/>
              </a:rPr>
              <a:t>if</a:t>
            </a:r>
            <a:r>
              <a:rPr sz="2400" spc="-30" dirty="0">
                <a:latin typeface="Calibri" panose="020F0502020204030204"/>
                <a:cs typeface="Calibri" panose="020F0502020204030204"/>
              </a:rPr>
              <a:t> </a:t>
            </a:r>
            <a:r>
              <a:rPr sz="2400" dirty="0">
                <a:latin typeface="Calibri" panose="020F0502020204030204"/>
                <a:cs typeface="Calibri" panose="020F0502020204030204"/>
              </a:rPr>
              <a:t>it</a:t>
            </a:r>
            <a:r>
              <a:rPr sz="2400" spc="-35" dirty="0">
                <a:latin typeface="Calibri" panose="020F0502020204030204"/>
                <a:cs typeface="Calibri" panose="020F0502020204030204"/>
              </a:rPr>
              <a:t> </a:t>
            </a:r>
            <a:r>
              <a:rPr sz="2400" spc="-20" dirty="0">
                <a:latin typeface="Calibri" panose="020F0502020204030204"/>
                <a:cs typeface="Calibri" panose="020F0502020204030204"/>
              </a:rPr>
              <a:t>fits</a:t>
            </a:r>
            <a:endParaRPr sz="2400">
              <a:latin typeface="Calibri" panose="020F0502020204030204"/>
              <a:cs typeface="Calibri" panose="020F0502020204030204"/>
            </a:endParaRPr>
          </a:p>
          <a:p>
            <a:pPr marL="12700" marR="5080">
              <a:lnSpc>
                <a:spcPts val="2800"/>
              </a:lnSpc>
              <a:spcBef>
                <a:spcPts val="160"/>
              </a:spcBef>
              <a:tabLst>
                <a:tab pos="1219835" algn="l"/>
              </a:tabLst>
            </a:pPr>
            <a:r>
              <a:rPr sz="2400" spc="-20" dirty="0">
                <a:latin typeface="Calibri" panose="020F0502020204030204"/>
                <a:cs typeface="Calibri" panose="020F0502020204030204"/>
              </a:rPr>
              <a:t>–</a:t>
            </a:r>
            <a:r>
              <a:rPr sz="2400" b="1" spc="-10" dirty="0">
                <a:latin typeface="Calibri" panose="020F0502020204030204"/>
                <a:cs typeface="Calibri" panose="020F0502020204030204"/>
              </a:rPr>
              <a:t>MEMORY_AND_DISK</a:t>
            </a:r>
            <a:r>
              <a:rPr sz="2400" spc="-10" dirty="0">
                <a:latin typeface="Calibri" panose="020F0502020204030204"/>
                <a:cs typeface="Calibri" panose="020F0502020204030204"/>
              </a:rPr>
              <a:t>:</a:t>
            </a:r>
            <a:r>
              <a:rPr sz="2400" spc="-55" dirty="0">
                <a:latin typeface="Calibri" panose="020F0502020204030204"/>
                <a:cs typeface="Calibri" panose="020F0502020204030204"/>
              </a:rPr>
              <a:t> </a:t>
            </a:r>
            <a:r>
              <a:rPr sz="2400" dirty="0">
                <a:latin typeface="Calibri" panose="020F0502020204030204"/>
                <a:cs typeface="Calibri" panose="020F0502020204030204"/>
              </a:rPr>
              <a:t>Store</a:t>
            </a:r>
            <a:r>
              <a:rPr sz="2400" spc="-55" dirty="0">
                <a:latin typeface="Calibri" panose="020F0502020204030204"/>
                <a:cs typeface="Calibri" panose="020F0502020204030204"/>
              </a:rPr>
              <a:t> </a:t>
            </a:r>
            <a:r>
              <a:rPr sz="2400" dirty="0">
                <a:latin typeface="Calibri" panose="020F0502020204030204"/>
                <a:cs typeface="Calibri" panose="020F0502020204030204"/>
              </a:rPr>
              <a:t>partitions</a:t>
            </a:r>
            <a:r>
              <a:rPr sz="2400" spc="-60" dirty="0">
                <a:latin typeface="Calibri" panose="020F0502020204030204"/>
                <a:cs typeface="Calibri" panose="020F0502020204030204"/>
              </a:rPr>
              <a:t> </a:t>
            </a:r>
            <a:r>
              <a:rPr sz="2400" dirty="0">
                <a:latin typeface="Calibri" panose="020F0502020204030204"/>
                <a:cs typeface="Calibri" panose="020F0502020204030204"/>
              </a:rPr>
              <a:t>on</a:t>
            </a:r>
            <a:r>
              <a:rPr sz="2400" spc="-50" dirty="0">
                <a:latin typeface="Calibri" panose="020F0502020204030204"/>
                <a:cs typeface="Calibri" panose="020F0502020204030204"/>
              </a:rPr>
              <a:t> </a:t>
            </a:r>
            <a:r>
              <a:rPr sz="2400" dirty="0">
                <a:latin typeface="Calibri" panose="020F0502020204030204"/>
                <a:cs typeface="Calibri" panose="020F0502020204030204"/>
              </a:rPr>
              <a:t>disk</a:t>
            </a:r>
            <a:r>
              <a:rPr sz="2400" spc="-55" dirty="0">
                <a:latin typeface="Calibri" panose="020F0502020204030204"/>
                <a:cs typeface="Calibri" panose="020F0502020204030204"/>
              </a:rPr>
              <a:t> </a:t>
            </a:r>
            <a:r>
              <a:rPr sz="2400" dirty="0">
                <a:latin typeface="Calibri" panose="020F0502020204030204"/>
                <a:cs typeface="Calibri" panose="020F0502020204030204"/>
              </a:rPr>
              <a:t>if</a:t>
            </a:r>
            <a:r>
              <a:rPr sz="2400" spc="-50" dirty="0">
                <a:latin typeface="Calibri" panose="020F0502020204030204"/>
                <a:cs typeface="Calibri" panose="020F0502020204030204"/>
              </a:rPr>
              <a:t> </a:t>
            </a:r>
            <a:r>
              <a:rPr sz="2400" dirty="0">
                <a:latin typeface="Calibri" panose="020F0502020204030204"/>
                <a:cs typeface="Calibri" panose="020F0502020204030204"/>
              </a:rPr>
              <a:t>they</a:t>
            </a:r>
            <a:r>
              <a:rPr sz="2400" spc="-55" dirty="0">
                <a:latin typeface="Calibri" panose="020F0502020204030204"/>
                <a:cs typeface="Calibri" panose="020F0502020204030204"/>
              </a:rPr>
              <a:t> </a:t>
            </a:r>
            <a:r>
              <a:rPr sz="2400" spc="-25" dirty="0">
                <a:latin typeface="Calibri" panose="020F0502020204030204"/>
                <a:cs typeface="Calibri" panose="020F0502020204030204"/>
              </a:rPr>
              <a:t>do </a:t>
            </a:r>
            <a:r>
              <a:rPr sz="2400" dirty="0">
                <a:latin typeface="Calibri" panose="020F0502020204030204"/>
                <a:cs typeface="Calibri" panose="020F0502020204030204"/>
              </a:rPr>
              <a:t>not</a:t>
            </a:r>
            <a:r>
              <a:rPr sz="2400" spc="-20" dirty="0">
                <a:latin typeface="Calibri" panose="020F0502020204030204"/>
                <a:cs typeface="Calibri" panose="020F0502020204030204"/>
              </a:rPr>
              <a:t> </a:t>
            </a:r>
            <a:r>
              <a:rPr sz="2400" dirty="0">
                <a:latin typeface="Calibri" panose="020F0502020204030204"/>
                <a:cs typeface="Calibri" panose="020F0502020204030204"/>
              </a:rPr>
              <a:t>fit</a:t>
            </a:r>
            <a:r>
              <a:rPr sz="2400" spc="-20" dirty="0">
                <a:latin typeface="Calibri" panose="020F0502020204030204"/>
                <a:cs typeface="Calibri" panose="020F0502020204030204"/>
              </a:rPr>
              <a:t> </a:t>
            </a:r>
            <a:r>
              <a:rPr sz="2400" spc="-25" dirty="0">
                <a:latin typeface="Calibri" panose="020F0502020204030204"/>
                <a:cs typeface="Calibri" panose="020F0502020204030204"/>
              </a:rPr>
              <a:t>in</a:t>
            </a:r>
            <a:r>
              <a:rPr sz="2400" dirty="0">
                <a:latin typeface="Calibri" panose="020F0502020204030204"/>
                <a:cs typeface="Calibri" panose="020F0502020204030204"/>
              </a:rPr>
              <a:t>	</a:t>
            </a:r>
            <a:r>
              <a:rPr sz="2400" spc="-10" dirty="0">
                <a:latin typeface="Calibri" panose="020F0502020204030204"/>
                <a:cs typeface="Calibri" panose="020F0502020204030204"/>
              </a:rPr>
              <a:t>memory</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dirty="0">
                <a:latin typeface="Calibri" panose="020F0502020204030204"/>
                <a:cs typeface="Calibri" panose="020F0502020204030204"/>
              </a:rPr>
              <a:t>Called</a:t>
            </a:r>
            <a:r>
              <a:rPr sz="2400" spc="-35" dirty="0">
                <a:latin typeface="Calibri" panose="020F0502020204030204"/>
                <a:cs typeface="Calibri" panose="020F0502020204030204"/>
              </a:rPr>
              <a:t> </a:t>
            </a:r>
            <a:r>
              <a:rPr sz="2400" i="1" spc="-10" dirty="0">
                <a:latin typeface="Calibri" panose="020F0502020204030204"/>
                <a:cs typeface="Calibri" panose="020F0502020204030204"/>
              </a:rPr>
              <a:t>spilling</a:t>
            </a:r>
            <a:endParaRPr sz="2400">
              <a:latin typeface="Calibri" panose="020F0502020204030204"/>
              <a:cs typeface="Calibri" panose="020F0502020204030204"/>
            </a:endParaRPr>
          </a:p>
          <a:p>
            <a:pPr marL="12700">
              <a:lnSpc>
                <a:spcPct val="100000"/>
              </a:lnSpc>
              <a:spcBef>
                <a:spcPts val="5"/>
              </a:spcBef>
            </a:pPr>
            <a:r>
              <a:rPr sz="2400" spc="-20" dirty="0">
                <a:latin typeface="Calibri" panose="020F0502020204030204"/>
                <a:cs typeface="Calibri" panose="020F0502020204030204"/>
              </a:rPr>
              <a:t>–</a:t>
            </a:r>
            <a:r>
              <a:rPr sz="2400" b="1" spc="-20" dirty="0">
                <a:latin typeface="Calibri" panose="020F0502020204030204"/>
                <a:cs typeface="Calibri" panose="020F0502020204030204"/>
              </a:rPr>
              <a:t>DISK_ONLY</a:t>
            </a:r>
            <a:r>
              <a:rPr sz="2400" spc="-20" dirty="0">
                <a:latin typeface="Calibri" panose="020F0502020204030204"/>
                <a:cs typeface="Calibri" panose="020F0502020204030204"/>
              </a:rPr>
              <a:t>:</a:t>
            </a:r>
            <a:r>
              <a:rPr sz="2400" spc="-45" dirty="0">
                <a:latin typeface="Calibri" panose="020F0502020204030204"/>
                <a:cs typeface="Calibri" panose="020F0502020204030204"/>
              </a:rPr>
              <a:t> </a:t>
            </a:r>
            <a:r>
              <a:rPr sz="2400" dirty="0">
                <a:latin typeface="Calibri" panose="020F0502020204030204"/>
                <a:cs typeface="Calibri" panose="020F0502020204030204"/>
              </a:rPr>
              <a:t>Store</a:t>
            </a:r>
            <a:r>
              <a:rPr sz="2400" spc="-50" dirty="0">
                <a:latin typeface="Calibri" panose="020F0502020204030204"/>
                <a:cs typeface="Calibri" panose="020F0502020204030204"/>
              </a:rPr>
              <a:t> </a:t>
            </a:r>
            <a:r>
              <a:rPr sz="2400" dirty="0">
                <a:latin typeface="Calibri" panose="020F0502020204030204"/>
                <a:cs typeface="Calibri" panose="020F0502020204030204"/>
              </a:rPr>
              <a:t>all</a:t>
            </a:r>
            <a:r>
              <a:rPr sz="2400" spc="-35" dirty="0">
                <a:latin typeface="Calibri" panose="020F0502020204030204"/>
                <a:cs typeface="Calibri" panose="020F0502020204030204"/>
              </a:rPr>
              <a:t> </a:t>
            </a:r>
            <a:r>
              <a:rPr sz="2400" dirty="0">
                <a:latin typeface="Calibri" panose="020F0502020204030204"/>
                <a:cs typeface="Calibri" panose="020F0502020204030204"/>
              </a:rPr>
              <a:t>partitions</a:t>
            </a:r>
            <a:r>
              <a:rPr sz="2400" spc="-50" dirty="0">
                <a:latin typeface="Calibri" panose="020F0502020204030204"/>
                <a:cs typeface="Calibri" panose="020F0502020204030204"/>
              </a:rPr>
              <a:t> </a:t>
            </a:r>
            <a:r>
              <a:rPr sz="2400" dirty="0">
                <a:latin typeface="Calibri" panose="020F0502020204030204"/>
                <a:cs typeface="Calibri" panose="020F0502020204030204"/>
              </a:rPr>
              <a:t>on</a:t>
            </a:r>
            <a:r>
              <a:rPr sz="2400" spc="-45" dirty="0">
                <a:latin typeface="Calibri" panose="020F0502020204030204"/>
                <a:cs typeface="Calibri" panose="020F0502020204030204"/>
              </a:rPr>
              <a:t> </a:t>
            </a:r>
            <a:r>
              <a:rPr sz="2400" spc="-20" dirty="0">
                <a:latin typeface="Calibri" panose="020F0502020204030204"/>
                <a:cs typeface="Calibri" panose="020F0502020204030204"/>
              </a:rPr>
              <a:t>disk</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355907" y="4419600"/>
            <a:ext cx="7295187" cy="1267641"/>
          </a:xfrm>
          <a:prstGeom prst="rect">
            <a:avLst/>
          </a:prstGeom>
        </p:spPr>
      </p:pic>
      <p:pic>
        <p:nvPicPr>
          <p:cNvPr id="5" name="Picture 4" descr="wingspan_logo.png"/>
          <p:cNvPicPr>
            <a:picLocks noChangeAspect="1"/>
          </p:cNvPicPr>
          <p:nvPr/>
        </p:nvPicPr>
        <p:blipFill>
          <a:blip r:embed="rId3"/>
          <a:stretch>
            <a:fillRect/>
          </a:stretch>
        </p:blipFill>
        <p:spPr>
          <a:xfrm>
            <a:off x="8394192" y="7776"/>
            <a:ext cx="749808" cy="630936"/>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12065" rIns="0" bIns="0" rtlCol="0">
            <a:spAutoFit/>
          </a:bodyPr>
          <a:lstStyle/>
          <a:p>
            <a:pPr marL="2879090" marR="5080" indent="-1721485">
              <a:lnSpc>
                <a:spcPct val="100000"/>
              </a:lnSpc>
              <a:spcBef>
                <a:spcPts val="95"/>
              </a:spcBef>
            </a:pPr>
            <a:r>
              <a:rPr sz="4000" spc="-10" dirty="0"/>
              <a:t>Persistence</a:t>
            </a:r>
            <a:r>
              <a:rPr sz="4000" spc="-160" dirty="0"/>
              <a:t> </a:t>
            </a:r>
            <a:r>
              <a:rPr sz="4000" dirty="0"/>
              <a:t>Levels:</a:t>
            </a:r>
            <a:r>
              <a:rPr sz="4000" spc="-160" dirty="0"/>
              <a:t> </a:t>
            </a:r>
            <a:r>
              <a:rPr sz="4000" spc="-10" dirty="0"/>
              <a:t>Partition Replication</a:t>
            </a:r>
            <a:endParaRPr sz="4000"/>
          </a:p>
        </p:txBody>
      </p:sp>
      <p:sp>
        <p:nvSpPr>
          <p:cNvPr id="3" name="object 3"/>
          <p:cNvSpPr txBox="1">
            <a:spLocks noGrp="1"/>
          </p:cNvSpPr>
          <p:nvPr>
            <p:ph type="body" idx="1"/>
          </p:nvPr>
        </p:nvSpPr>
        <p:spPr>
          <a:prstGeom prst="rect">
            <a:avLst/>
          </a:prstGeom>
        </p:spPr>
        <p:txBody>
          <a:bodyPr vert="horz" wrap="square" lIns="0" tIns="698880" rIns="0" bIns="0" rtlCol="0">
            <a:spAutoFit/>
          </a:bodyPr>
          <a:lstStyle/>
          <a:p>
            <a:pPr marL="88900">
              <a:lnSpc>
                <a:spcPct val="100000"/>
              </a:lnSpc>
              <a:spcBef>
                <a:spcPts val="100"/>
              </a:spcBef>
            </a:pPr>
            <a:r>
              <a:rPr sz="1800" b="0" dirty="0">
                <a:latin typeface="Calibri" panose="020F0502020204030204"/>
                <a:cs typeface="Calibri" panose="020F0502020204030204"/>
              </a:rPr>
              <a:t>§</a:t>
            </a:r>
            <a:r>
              <a:rPr sz="1800" b="0" spc="-40" dirty="0">
                <a:latin typeface="Calibri" panose="020F0502020204030204"/>
                <a:cs typeface="Calibri" panose="020F0502020204030204"/>
              </a:rPr>
              <a:t> </a:t>
            </a:r>
            <a:r>
              <a:rPr spc="-20" dirty="0"/>
              <a:t>Replication—</a:t>
            </a:r>
            <a:r>
              <a:rPr dirty="0"/>
              <a:t>store</a:t>
            </a:r>
            <a:r>
              <a:rPr spc="-55" dirty="0"/>
              <a:t> </a:t>
            </a:r>
            <a:r>
              <a:rPr dirty="0"/>
              <a:t>partitions</a:t>
            </a:r>
            <a:r>
              <a:rPr spc="-45" dirty="0"/>
              <a:t> </a:t>
            </a:r>
            <a:r>
              <a:rPr dirty="0"/>
              <a:t>on</a:t>
            </a:r>
            <a:r>
              <a:rPr spc="-65" dirty="0"/>
              <a:t> </a:t>
            </a:r>
            <a:r>
              <a:rPr dirty="0"/>
              <a:t>two</a:t>
            </a:r>
            <a:r>
              <a:rPr spc="-50" dirty="0"/>
              <a:t> </a:t>
            </a:r>
            <a:r>
              <a:rPr spc="-10" dirty="0"/>
              <a:t>nodes</a:t>
            </a:r>
            <a:endParaRPr sz="1800">
              <a:latin typeface="Calibri" panose="020F0502020204030204"/>
              <a:cs typeface="Calibri" panose="020F0502020204030204"/>
            </a:endParaRPr>
          </a:p>
          <a:p>
            <a:pPr marL="88900">
              <a:lnSpc>
                <a:spcPct val="100000"/>
              </a:lnSpc>
            </a:pPr>
            <a:r>
              <a:rPr b="0" spc="-20" dirty="0">
                <a:latin typeface="Calibri" panose="020F0502020204030204"/>
                <a:cs typeface="Calibri" panose="020F0502020204030204"/>
              </a:rPr>
              <a:t>–</a:t>
            </a:r>
            <a:r>
              <a:rPr spc="-10" dirty="0"/>
              <a:t>DISK_ONLY_2</a:t>
            </a:r>
          </a:p>
          <a:p>
            <a:pPr marL="88900">
              <a:lnSpc>
                <a:spcPct val="100000"/>
              </a:lnSpc>
            </a:pPr>
            <a:r>
              <a:rPr b="0" spc="-20" dirty="0">
                <a:latin typeface="Calibri" panose="020F0502020204030204"/>
                <a:cs typeface="Calibri" panose="020F0502020204030204"/>
              </a:rPr>
              <a:t>–</a:t>
            </a:r>
            <a:r>
              <a:rPr spc="-10" dirty="0"/>
              <a:t>MEMORY_AND_DISK_2</a:t>
            </a:r>
          </a:p>
          <a:p>
            <a:pPr marL="88900">
              <a:lnSpc>
                <a:spcPct val="100000"/>
              </a:lnSpc>
            </a:pPr>
            <a:r>
              <a:rPr b="0" spc="-20" dirty="0">
                <a:latin typeface="Calibri" panose="020F0502020204030204"/>
                <a:cs typeface="Calibri" panose="020F0502020204030204"/>
              </a:rPr>
              <a:t>–</a:t>
            </a:r>
            <a:r>
              <a:rPr spc="-10" dirty="0"/>
              <a:t>MEMORY_ONLY_2</a:t>
            </a:r>
          </a:p>
          <a:p>
            <a:pPr marL="88900">
              <a:lnSpc>
                <a:spcPct val="100000"/>
              </a:lnSpc>
            </a:pPr>
            <a:r>
              <a:rPr b="0" spc="-20" dirty="0">
                <a:latin typeface="Calibri" panose="020F0502020204030204"/>
                <a:cs typeface="Calibri" panose="020F0502020204030204"/>
              </a:rPr>
              <a:t>–</a:t>
            </a:r>
            <a:r>
              <a:rPr spc="-10" dirty="0"/>
              <a:t>MEMORY_AND_DISK_SER_2</a:t>
            </a:r>
          </a:p>
          <a:p>
            <a:pPr marL="88900">
              <a:lnSpc>
                <a:spcPct val="100000"/>
              </a:lnSpc>
            </a:pPr>
            <a:r>
              <a:rPr b="0" spc="-20" dirty="0">
                <a:latin typeface="Calibri" panose="020F0502020204030204"/>
                <a:cs typeface="Calibri" panose="020F0502020204030204"/>
              </a:rPr>
              <a:t>–</a:t>
            </a:r>
            <a:r>
              <a:rPr spc="-10" dirty="0"/>
              <a:t>MEMORY_ONLY_SER_2</a:t>
            </a:r>
          </a:p>
          <a:p>
            <a:pPr marL="88900">
              <a:lnSpc>
                <a:spcPct val="100000"/>
              </a:lnSpc>
            </a:pPr>
            <a:r>
              <a:rPr b="0" dirty="0">
                <a:latin typeface="Calibri" panose="020F0502020204030204"/>
                <a:cs typeface="Calibri" panose="020F0502020204030204"/>
              </a:rPr>
              <a:t>–</a:t>
            </a:r>
            <a:r>
              <a:rPr b="0" spc="-55" dirty="0">
                <a:latin typeface="Calibri" panose="020F0502020204030204"/>
                <a:cs typeface="Calibri" panose="020F0502020204030204"/>
              </a:rPr>
              <a:t> </a:t>
            </a:r>
            <a:r>
              <a:rPr b="0" spc="-50" dirty="0">
                <a:latin typeface="Calibri" panose="020F0502020204030204"/>
                <a:cs typeface="Calibri" panose="020F0502020204030204"/>
              </a:rPr>
              <a:t>You</a:t>
            </a:r>
            <a:r>
              <a:rPr b="0" spc="-55" dirty="0">
                <a:latin typeface="Calibri" panose="020F0502020204030204"/>
                <a:cs typeface="Calibri" panose="020F0502020204030204"/>
              </a:rPr>
              <a:t> </a:t>
            </a:r>
            <a:r>
              <a:rPr b="0" dirty="0">
                <a:latin typeface="Calibri" panose="020F0502020204030204"/>
                <a:cs typeface="Calibri" panose="020F0502020204030204"/>
              </a:rPr>
              <a:t>can</a:t>
            </a:r>
            <a:r>
              <a:rPr b="0" spc="-65" dirty="0">
                <a:latin typeface="Calibri" panose="020F0502020204030204"/>
                <a:cs typeface="Calibri" panose="020F0502020204030204"/>
              </a:rPr>
              <a:t> </a:t>
            </a:r>
            <a:r>
              <a:rPr b="0" dirty="0">
                <a:latin typeface="Calibri" panose="020F0502020204030204"/>
                <a:cs typeface="Calibri" panose="020F0502020204030204"/>
              </a:rPr>
              <a:t>also</a:t>
            </a:r>
            <a:r>
              <a:rPr b="0" spc="-60" dirty="0">
                <a:latin typeface="Calibri" panose="020F0502020204030204"/>
                <a:cs typeface="Calibri" panose="020F0502020204030204"/>
              </a:rPr>
              <a:t> </a:t>
            </a:r>
            <a:r>
              <a:rPr b="0" dirty="0">
                <a:latin typeface="Calibri" panose="020F0502020204030204"/>
                <a:cs typeface="Calibri" panose="020F0502020204030204"/>
              </a:rPr>
              <a:t>define</a:t>
            </a:r>
            <a:r>
              <a:rPr b="0" spc="-40" dirty="0">
                <a:latin typeface="Calibri" panose="020F0502020204030204"/>
                <a:cs typeface="Calibri" panose="020F0502020204030204"/>
              </a:rPr>
              <a:t> </a:t>
            </a:r>
            <a:r>
              <a:rPr b="0" dirty="0">
                <a:latin typeface="Calibri" panose="020F0502020204030204"/>
                <a:cs typeface="Calibri" panose="020F0502020204030204"/>
              </a:rPr>
              <a:t>custom</a:t>
            </a:r>
            <a:r>
              <a:rPr b="0" spc="-65" dirty="0">
                <a:latin typeface="Calibri" panose="020F0502020204030204"/>
                <a:cs typeface="Calibri" panose="020F0502020204030204"/>
              </a:rPr>
              <a:t> </a:t>
            </a:r>
            <a:r>
              <a:rPr b="0" spc="-10" dirty="0">
                <a:latin typeface="Calibri" panose="020F0502020204030204"/>
                <a:cs typeface="Calibri" panose="020F0502020204030204"/>
              </a:rPr>
              <a:t>storage</a:t>
            </a:r>
            <a:r>
              <a:rPr b="0" spc="-60" dirty="0">
                <a:latin typeface="Calibri" panose="020F0502020204030204"/>
                <a:cs typeface="Calibri" panose="020F0502020204030204"/>
              </a:rPr>
              <a:t> </a:t>
            </a:r>
            <a:r>
              <a:rPr b="0" spc="-10" dirty="0">
                <a:latin typeface="Calibri" panose="020F0502020204030204"/>
                <a:cs typeface="Calibri" panose="020F0502020204030204"/>
              </a:rPr>
              <a:t>levels</a:t>
            </a:r>
          </a:p>
        </p:txBody>
      </p:sp>
      <p:pic>
        <p:nvPicPr>
          <p:cNvPr id="4" name="Picture 3" descr="wingspan_logo.png"/>
          <p:cNvPicPr>
            <a:picLocks noChangeAspect="1"/>
          </p:cNvPicPr>
          <p:nvPr/>
        </p:nvPicPr>
        <p:blipFill>
          <a:blip r:embed="rId2"/>
          <a:stretch>
            <a:fillRect/>
          </a:stretch>
        </p:blipFill>
        <p:spPr>
          <a:xfrm>
            <a:off x="8394192" y="15551"/>
            <a:ext cx="749808" cy="630936"/>
          </a:xfrm>
          <a:prstGeom prst="rect">
            <a:avLst/>
          </a:prstGeom>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091565">
              <a:lnSpc>
                <a:spcPct val="100000"/>
              </a:lnSpc>
              <a:spcBef>
                <a:spcPts val="105"/>
              </a:spcBef>
            </a:pPr>
            <a:r>
              <a:rPr dirty="0"/>
              <a:t>Default</a:t>
            </a:r>
            <a:r>
              <a:rPr spc="-170" dirty="0"/>
              <a:t> </a:t>
            </a:r>
            <a:r>
              <a:rPr spc="-10" dirty="0"/>
              <a:t>Persistence</a:t>
            </a:r>
            <a:r>
              <a:rPr spc="-155" dirty="0"/>
              <a:t> </a:t>
            </a:r>
            <a:r>
              <a:rPr spc="-10" dirty="0"/>
              <a:t>Levels</a:t>
            </a:r>
          </a:p>
        </p:txBody>
      </p:sp>
      <p:sp>
        <p:nvSpPr>
          <p:cNvPr id="3" name="object 3"/>
          <p:cNvSpPr txBox="1"/>
          <p:nvPr/>
        </p:nvSpPr>
        <p:spPr>
          <a:xfrm>
            <a:off x="840739" y="1613661"/>
            <a:ext cx="7049134" cy="2915285"/>
          </a:xfrm>
          <a:prstGeom prst="rect">
            <a:avLst/>
          </a:prstGeom>
        </p:spPr>
        <p:txBody>
          <a:bodyPr vert="horz" wrap="square" lIns="0" tIns="33020" rIns="0" bIns="0" rtlCol="0">
            <a:spAutoFit/>
          </a:bodyPr>
          <a:lstStyle/>
          <a:p>
            <a:pPr marL="12700" marR="5080">
              <a:lnSpc>
                <a:spcPts val="2800"/>
              </a:lnSpc>
              <a:spcBef>
                <a:spcPts val="260"/>
              </a:spcBef>
              <a:tabLst>
                <a:tab pos="361315" algn="l"/>
              </a:tabLst>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dirty="0">
                <a:latin typeface="Calibri" panose="020F0502020204030204"/>
                <a:cs typeface="Calibri" panose="020F0502020204030204"/>
              </a:rPr>
              <a:t>The</a:t>
            </a:r>
            <a:r>
              <a:rPr sz="2400" b="1" spc="-45" dirty="0">
                <a:latin typeface="Calibri" panose="020F0502020204030204"/>
                <a:cs typeface="Calibri" panose="020F0502020204030204"/>
              </a:rPr>
              <a:t> </a:t>
            </a:r>
            <a:r>
              <a:rPr sz="2400" b="1" spc="-20" dirty="0">
                <a:latin typeface="Calibri" panose="020F0502020204030204"/>
                <a:cs typeface="Calibri" panose="020F0502020204030204"/>
              </a:rPr>
              <a:t>storageLevel</a:t>
            </a:r>
            <a:r>
              <a:rPr sz="2400" b="1" spc="-70" dirty="0">
                <a:latin typeface="Calibri" panose="020F0502020204030204"/>
                <a:cs typeface="Calibri" panose="020F0502020204030204"/>
              </a:rPr>
              <a:t> </a:t>
            </a:r>
            <a:r>
              <a:rPr sz="2400" b="1" spc="-10" dirty="0">
                <a:latin typeface="Calibri" panose="020F0502020204030204"/>
                <a:cs typeface="Calibri" panose="020F0502020204030204"/>
              </a:rPr>
              <a:t>parameter</a:t>
            </a:r>
            <a:r>
              <a:rPr sz="2400" b="1" spc="-55" dirty="0">
                <a:latin typeface="Calibri" panose="020F0502020204030204"/>
                <a:cs typeface="Calibri" panose="020F0502020204030204"/>
              </a:rPr>
              <a:t> </a:t>
            </a:r>
            <a:r>
              <a:rPr sz="2400" b="1" dirty="0">
                <a:latin typeface="Calibri" panose="020F0502020204030204"/>
                <a:cs typeface="Calibri" panose="020F0502020204030204"/>
              </a:rPr>
              <a:t>for</a:t>
            </a:r>
            <a:r>
              <a:rPr sz="2400" b="1" spc="-60" dirty="0">
                <a:latin typeface="Calibri" panose="020F0502020204030204"/>
                <a:cs typeface="Calibri" panose="020F0502020204030204"/>
              </a:rPr>
              <a:t> </a:t>
            </a:r>
            <a:r>
              <a:rPr sz="2400" b="1" dirty="0">
                <a:latin typeface="Calibri" panose="020F0502020204030204"/>
                <a:cs typeface="Calibri" panose="020F0502020204030204"/>
              </a:rPr>
              <a:t>the</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persist()</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operation </a:t>
            </a:r>
            <a:r>
              <a:rPr sz="2400" b="1" spc="-25" dirty="0">
                <a:latin typeface="Calibri" panose="020F0502020204030204"/>
                <a:cs typeface="Calibri" panose="020F0502020204030204"/>
              </a:rPr>
              <a:t>is</a:t>
            </a:r>
            <a:r>
              <a:rPr sz="2400" b="1" dirty="0">
                <a:latin typeface="Calibri" panose="020F0502020204030204"/>
                <a:cs typeface="Calibri" panose="020F0502020204030204"/>
              </a:rPr>
              <a:t>	</a:t>
            </a:r>
            <a:r>
              <a:rPr sz="2400" b="1" spc="-10" dirty="0">
                <a:latin typeface="Calibri" panose="020F0502020204030204"/>
                <a:cs typeface="Calibri" panose="020F0502020204030204"/>
              </a:rPr>
              <a:t>optional</a:t>
            </a:r>
            <a:endParaRPr sz="2400">
              <a:latin typeface="Calibri" panose="020F0502020204030204"/>
              <a:cs typeface="Calibri" panose="020F0502020204030204"/>
            </a:endParaRPr>
          </a:p>
          <a:p>
            <a:pPr marL="12700" marR="950595" indent="219710">
              <a:lnSpc>
                <a:spcPts val="2800"/>
              </a:lnSpc>
              <a:spcBef>
                <a:spcPts val="160"/>
              </a:spcBef>
              <a:buChar char="–"/>
              <a:tabLst>
                <a:tab pos="232410" algn="l"/>
                <a:tab pos="2102485" algn="l"/>
              </a:tabLst>
            </a:pPr>
            <a:r>
              <a:rPr sz="2400" dirty="0">
                <a:latin typeface="Calibri" panose="020F0502020204030204"/>
                <a:cs typeface="Calibri" panose="020F0502020204030204"/>
              </a:rPr>
              <a:t>If</a:t>
            </a:r>
            <a:r>
              <a:rPr sz="2400" spc="-55" dirty="0">
                <a:latin typeface="Calibri" panose="020F0502020204030204"/>
                <a:cs typeface="Calibri" panose="020F0502020204030204"/>
              </a:rPr>
              <a:t> </a:t>
            </a:r>
            <a:r>
              <a:rPr sz="2400" dirty="0">
                <a:latin typeface="Calibri" panose="020F0502020204030204"/>
                <a:cs typeface="Calibri" panose="020F0502020204030204"/>
              </a:rPr>
              <a:t>no</a:t>
            </a:r>
            <a:r>
              <a:rPr sz="2400" spc="-45" dirty="0">
                <a:latin typeface="Calibri" panose="020F0502020204030204"/>
                <a:cs typeface="Calibri" panose="020F0502020204030204"/>
              </a:rPr>
              <a:t> </a:t>
            </a:r>
            <a:r>
              <a:rPr sz="2400" spc="-10" dirty="0">
                <a:latin typeface="Calibri" panose="020F0502020204030204"/>
                <a:cs typeface="Calibri" panose="020F0502020204030204"/>
              </a:rPr>
              <a:t>storage</a:t>
            </a:r>
            <a:r>
              <a:rPr sz="2400" spc="-45" dirty="0">
                <a:latin typeface="Calibri" panose="020F0502020204030204"/>
                <a:cs typeface="Calibri" panose="020F0502020204030204"/>
              </a:rPr>
              <a:t> </a:t>
            </a:r>
            <a:r>
              <a:rPr sz="2400" dirty="0">
                <a:latin typeface="Calibri" panose="020F0502020204030204"/>
                <a:cs typeface="Calibri" panose="020F0502020204030204"/>
              </a:rPr>
              <a:t>level</a:t>
            </a:r>
            <a:r>
              <a:rPr sz="2400" spc="-35" dirty="0">
                <a:latin typeface="Calibri" panose="020F0502020204030204"/>
                <a:cs typeface="Calibri" panose="020F0502020204030204"/>
              </a:rPr>
              <a:t> </a:t>
            </a:r>
            <a:r>
              <a:rPr sz="2400" dirty="0">
                <a:latin typeface="Calibri" panose="020F0502020204030204"/>
                <a:cs typeface="Calibri" panose="020F0502020204030204"/>
              </a:rPr>
              <a:t>is</a:t>
            </a:r>
            <a:r>
              <a:rPr sz="2400" spc="-55" dirty="0">
                <a:latin typeface="Calibri" panose="020F0502020204030204"/>
                <a:cs typeface="Calibri" panose="020F0502020204030204"/>
              </a:rPr>
              <a:t> </a:t>
            </a:r>
            <a:r>
              <a:rPr sz="2400" dirty="0">
                <a:latin typeface="Calibri" panose="020F0502020204030204"/>
                <a:cs typeface="Calibri" panose="020F0502020204030204"/>
              </a:rPr>
              <a:t>specified,</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35" dirty="0">
                <a:latin typeface="Calibri" panose="020F0502020204030204"/>
                <a:cs typeface="Calibri" panose="020F0502020204030204"/>
              </a:rPr>
              <a:t> </a:t>
            </a:r>
            <a:r>
              <a:rPr sz="2400" spc="-10" dirty="0">
                <a:latin typeface="Calibri" panose="020F0502020204030204"/>
                <a:cs typeface="Calibri" panose="020F0502020204030204"/>
              </a:rPr>
              <a:t>default</a:t>
            </a:r>
            <a:r>
              <a:rPr sz="2400" spc="-50" dirty="0">
                <a:latin typeface="Calibri" panose="020F0502020204030204"/>
                <a:cs typeface="Calibri" panose="020F0502020204030204"/>
              </a:rPr>
              <a:t> </a:t>
            </a:r>
            <a:r>
              <a:rPr sz="2400" spc="-10" dirty="0">
                <a:latin typeface="Calibri" panose="020F0502020204030204"/>
                <a:cs typeface="Calibri" panose="020F0502020204030204"/>
              </a:rPr>
              <a:t>value </a:t>
            </a:r>
            <a:r>
              <a:rPr sz="2400" dirty="0">
                <a:latin typeface="Calibri" panose="020F0502020204030204"/>
                <a:cs typeface="Calibri" panose="020F0502020204030204"/>
              </a:rPr>
              <a:t>depends</a:t>
            </a:r>
            <a:r>
              <a:rPr sz="2400" spc="-40" dirty="0">
                <a:latin typeface="Calibri" panose="020F0502020204030204"/>
                <a:cs typeface="Calibri" panose="020F0502020204030204"/>
              </a:rPr>
              <a:t> </a:t>
            </a:r>
            <a:r>
              <a:rPr sz="2400" dirty="0">
                <a:latin typeface="Calibri" panose="020F0502020204030204"/>
                <a:cs typeface="Calibri" panose="020F0502020204030204"/>
              </a:rPr>
              <a:t>on</a:t>
            </a:r>
            <a:r>
              <a:rPr sz="2400" spc="-65" dirty="0">
                <a:latin typeface="Calibri" panose="020F0502020204030204"/>
                <a:cs typeface="Calibri" panose="020F0502020204030204"/>
              </a:rPr>
              <a:t> </a:t>
            </a:r>
            <a:r>
              <a:rPr sz="2400" spc="-25" dirty="0">
                <a:latin typeface="Calibri" panose="020F0502020204030204"/>
                <a:cs typeface="Calibri" panose="020F0502020204030204"/>
              </a:rPr>
              <a:t>the</a:t>
            </a:r>
            <a:r>
              <a:rPr sz="2400" dirty="0">
                <a:latin typeface="Calibri" panose="020F0502020204030204"/>
                <a:cs typeface="Calibri" panose="020F0502020204030204"/>
              </a:rPr>
              <a:t>	</a:t>
            </a:r>
            <a:r>
              <a:rPr sz="2400" spc="-10" dirty="0">
                <a:latin typeface="Calibri" panose="020F0502020204030204"/>
                <a:cs typeface="Calibri" panose="020F0502020204030204"/>
              </a:rPr>
              <a:t>language</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Scala</a:t>
            </a:r>
            <a:r>
              <a:rPr sz="2400" spc="-60" dirty="0">
                <a:latin typeface="Calibri" panose="020F0502020204030204"/>
                <a:cs typeface="Calibri" panose="020F0502020204030204"/>
              </a:rPr>
              <a:t> </a:t>
            </a:r>
            <a:r>
              <a:rPr sz="2400" spc="-10" dirty="0">
                <a:latin typeface="Calibri" panose="020F0502020204030204"/>
                <a:cs typeface="Calibri" panose="020F0502020204030204"/>
              </a:rPr>
              <a:t>default:</a:t>
            </a:r>
            <a:r>
              <a:rPr sz="2400" spc="-45" dirty="0">
                <a:latin typeface="Calibri" panose="020F0502020204030204"/>
                <a:cs typeface="Calibri" panose="020F0502020204030204"/>
              </a:rPr>
              <a:t> </a:t>
            </a:r>
            <a:r>
              <a:rPr sz="2400" b="1" spc="-10" dirty="0">
                <a:latin typeface="Calibri" panose="020F0502020204030204"/>
                <a:cs typeface="Calibri" panose="020F0502020204030204"/>
              </a:rPr>
              <a:t>MEMORY_ONLY</a:t>
            </a:r>
            <a:endParaRPr sz="2400">
              <a:latin typeface="Calibri" panose="020F0502020204030204"/>
              <a:cs typeface="Calibri" panose="020F0502020204030204"/>
            </a:endParaRPr>
          </a:p>
          <a:p>
            <a:pPr marL="12700" marR="16510">
              <a:lnSpc>
                <a:spcPct val="100000"/>
              </a:lnSpc>
              <a:spcBef>
                <a:spcPts val="259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2400" b="1" dirty="0">
                <a:latin typeface="Calibri" panose="020F0502020204030204"/>
                <a:cs typeface="Calibri" panose="020F0502020204030204"/>
              </a:rPr>
              <a:t>cache()</a:t>
            </a:r>
            <a:r>
              <a:rPr sz="2400" b="1" spc="-60" dirty="0">
                <a:latin typeface="Calibri" panose="020F0502020204030204"/>
                <a:cs typeface="Calibri" panose="020F0502020204030204"/>
              </a:rPr>
              <a:t> </a:t>
            </a:r>
            <a:r>
              <a:rPr sz="2400" b="1" dirty="0">
                <a:latin typeface="Calibri" panose="020F0502020204030204"/>
                <a:cs typeface="Calibri" panose="020F0502020204030204"/>
              </a:rPr>
              <a:t>is</a:t>
            </a:r>
            <a:r>
              <a:rPr sz="2400" b="1" spc="-55" dirty="0">
                <a:latin typeface="Calibri" panose="020F0502020204030204"/>
                <a:cs typeface="Calibri" panose="020F0502020204030204"/>
              </a:rPr>
              <a:t> </a:t>
            </a:r>
            <a:r>
              <a:rPr sz="2400" b="1" dirty="0">
                <a:latin typeface="Calibri" panose="020F0502020204030204"/>
                <a:cs typeface="Calibri" panose="020F0502020204030204"/>
              </a:rPr>
              <a:t>a</a:t>
            </a:r>
            <a:r>
              <a:rPr sz="2400" b="1" spc="-50" dirty="0">
                <a:latin typeface="Calibri" panose="020F0502020204030204"/>
                <a:cs typeface="Calibri" panose="020F0502020204030204"/>
              </a:rPr>
              <a:t> </a:t>
            </a:r>
            <a:r>
              <a:rPr sz="2400" b="1" dirty="0">
                <a:latin typeface="Calibri" panose="020F0502020204030204"/>
                <a:cs typeface="Calibri" panose="020F0502020204030204"/>
              </a:rPr>
              <a:t>synonym</a:t>
            </a:r>
            <a:r>
              <a:rPr sz="2400" b="1" spc="-60" dirty="0">
                <a:latin typeface="Calibri" panose="020F0502020204030204"/>
                <a:cs typeface="Calibri" panose="020F0502020204030204"/>
              </a:rPr>
              <a:t> </a:t>
            </a:r>
            <a:r>
              <a:rPr sz="2400" b="1" dirty="0">
                <a:latin typeface="Calibri" panose="020F0502020204030204"/>
                <a:cs typeface="Calibri" panose="020F0502020204030204"/>
              </a:rPr>
              <a:t>for</a:t>
            </a:r>
            <a:r>
              <a:rPr sz="2400" b="1" spc="-70" dirty="0">
                <a:latin typeface="Calibri" panose="020F0502020204030204"/>
                <a:cs typeface="Calibri" panose="020F0502020204030204"/>
              </a:rPr>
              <a:t> </a:t>
            </a:r>
            <a:r>
              <a:rPr sz="2400" b="1" dirty="0">
                <a:latin typeface="Calibri" panose="020F0502020204030204"/>
                <a:cs typeface="Calibri" panose="020F0502020204030204"/>
              </a:rPr>
              <a:t>persist()</a:t>
            </a:r>
            <a:r>
              <a:rPr sz="2400" b="1" spc="-35" dirty="0">
                <a:latin typeface="Calibri" panose="020F0502020204030204"/>
                <a:cs typeface="Calibri" panose="020F0502020204030204"/>
              </a:rPr>
              <a:t> </a:t>
            </a:r>
            <a:r>
              <a:rPr sz="2400" b="1" dirty="0">
                <a:latin typeface="Calibri" panose="020F0502020204030204"/>
                <a:cs typeface="Calibri" panose="020F0502020204030204"/>
              </a:rPr>
              <a:t>with</a:t>
            </a:r>
            <a:r>
              <a:rPr sz="2400" b="1" spc="-50" dirty="0">
                <a:latin typeface="Calibri" panose="020F0502020204030204"/>
                <a:cs typeface="Calibri" panose="020F0502020204030204"/>
              </a:rPr>
              <a:t> </a:t>
            </a:r>
            <a:r>
              <a:rPr sz="2400" b="1" dirty="0">
                <a:latin typeface="Calibri" panose="020F0502020204030204"/>
                <a:cs typeface="Calibri" panose="020F0502020204030204"/>
              </a:rPr>
              <a:t>no</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storage</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level specified</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5747" y="-16471"/>
            <a:ext cx="749808" cy="630936"/>
          </a:xfrm>
          <a:prstGeom prst="rect">
            <a:avLst/>
          </a:prstGeom>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1445133" y="461594"/>
            <a:ext cx="6256655" cy="697230"/>
          </a:xfrm>
          <a:prstGeom prst="rect">
            <a:avLst/>
          </a:prstGeom>
        </p:spPr>
        <p:txBody>
          <a:bodyPr vert="horz" wrap="square" lIns="0" tIns="13335" rIns="0" bIns="0" rtlCol="0">
            <a:spAutoFit/>
          </a:bodyPr>
          <a:lstStyle/>
          <a:p>
            <a:pPr marL="12700">
              <a:lnSpc>
                <a:spcPct val="100000"/>
              </a:lnSpc>
              <a:spcBef>
                <a:spcPts val="105"/>
              </a:spcBef>
            </a:pPr>
            <a:r>
              <a:rPr dirty="0"/>
              <a:t>When</a:t>
            </a:r>
            <a:r>
              <a:rPr spc="-60" dirty="0"/>
              <a:t> </a:t>
            </a:r>
            <a:r>
              <a:rPr dirty="0"/>
              <a:t>and</a:t>
            </a:r>
            <a:r>
              <a:rPr spc="-30" dirty="0"/>
              <a:t> </a:t>
            </a:r>
            <a:r>
              <a:rPr dirty="0"/>
              <a:t>Where</a:t>
            </a:r>
            <a:r>
              <a:rPr spc="-55" dirty="0"/>
              <a:t> </a:t>
            </a:r>
            <a:r>
              <a:rPr dirty="0"/>
              <a:t>to</a:t>
            </a:r>
            <a:r>
              <a:rPr spc="-40" dirty="0"/>
              <a:t> </a:t>
            </a:r>
            <a:r>
              <a:rPr spc="-10" dirty="0"/>
              <a:t>Persist</a:t>
            </a:r>
          </a:p>
        </p:txBody>
      </p:sp>
      <p:sp>
        <p:nvSpPr>
          <p:cNvPr id="3" name="object 3"/>
          <p:cNvSpPr txBox="1"/>
          <p:nvPr/>
        </p:nvSpPr>
        <p:spPr>
          <a:xfrm>
            <a:off x="764540" y="1385061"/>
            <a:ext cx="7505065" cy="440499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2400" b="1" dirty="0">
                <a:latin typeface="Calibri" panose="020F0502020204030204"/>
                <a:cs typeface="Calibri" panose="020F0502020204030204"/>
              </a:rPr>
              <a:t>When</a:t>
            </a:r>
            <a:r>
              <a:rPr sz="2400" b="1" spc="-35" dirty="0">
                <a:latin typeface="Calibri" panose="020F0502020204030204"/>
                <a:cs typeface="Calibri" panose="020F0502020204030204"/>
              </a:rPr>
              <a:t> </a:t>
            </a:r>
            <a:r>
              <a:rPr sz="2400" b="1" dirty="0">
                <a:latin typeface="Calibri" panose="020F0502020204030204"/>
                <a:cs typeface="Calibri" panose="020F0502020204030204"/>
              </a:rPr>
              <a:t>should</a:t>
            </a:r>
            <a:r>
              <a:rPr sz="2400" b="1" spc="-55" dirty="0">
                <a:latin typeface="Calibri" panose="020F0502020204030204"/>
                <a:cs typeface="Calibri" panose="020F0502020204030204"/>
              </a:rPr>
              <a:t> </a:t>
            </a:r>
            <a:r>
              <a:rPr sz="2400" b="1" dirty="0">
                <a:latin typeface="Calibri" panose="020F0502020204030204"/>
                <a:cs typeface="Calibri" panose="020F0502020204030204"/>
              </a:rPr>
              <a:t>you</a:t>
            </a:r>
            <a:r>
              <a:rPr sz="2400" b="1" spc="-60" dirty="0">
                <a:latin typeface="Calibri" panose="020F0502020204030204"/>
                <a:cs typeface="Calibri" panose="020F0502020204030204"/>
              </a:rPr>
              <a:t> </a:t>
            </a:r>
            <a:r>
              <a:rPr sz="2400" b="1" dirty="0">
                <a:latin typeface="Calibri" panose="020F0502020204030204"/>
                <a:cs typeface="Calibri" panose="020F0502020204030204"/>
              </a:rPr>
              <a:t>persist</a:t>
            </a:r>
            <a:r>
              <a:rPr sz="2400" b="1" spc="-45" dirty="0">
                <a:latin typeface="Calibri" panose="020F0502020204030204"/>
                <a:cs typeface="Calibri" panose="020F0502020204030204"/>
              </a:rPr>
              <a:t> </a:t>
            </a:r>
            <a:r>
              <a:rPr sz="2400" b="1" dirty="0">
                <a:latin typeface="Calibri" panose="020F0502020204030204"/>
                <a:cs typeface="Calibri" panose="020F0502020204030204"/>
              </a:rPr>
              <a:t>a</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dataset?</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dirty="0">
                <a:latin typeface="Calibri" panose="020F0502020204030204"/>
                <a:cs typeface="Calibri" panose="020F0502020204030204"/>
              </a:rPr>
              <a:t>When</a:t>
            </a:r>
            <a:r>
              <a:rPr sz="2400" spc="-50"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dataset</a:t>
            </a:r>
            <a:r>
              <a:rPr sz="2400" spc="-60" dirty="0">
                <a:latin typeface="Calibri" panose="020F0502020204030204"/>
                <a:cs typeface="Calibri" panose="020F0502020204030204"/>
              </a:rPr>
              <a:t> </a:t>
            </a:r>
            <a:r>
              <a:rPr sz="2400" dirty="0">
                <a:latin typeface="Calibri" panose="020F0502020204030204"/>
                <a:cs typeface="Calibri" panose="020F0502020204030204"/>
              </a:rPr>
              <a:t>is</a:t>
            </a:r>
            <a:r>
              <a:rPr sz="2400" spc="-55" dirty="0">
                <a:latin typeface="Calibri" panose="020F0502020204030204"/>
                <a:cs typeface="Calibri" panose="020F0502020204030204"/>
              </a:rPr>
              <a:t> </a:t>
            </a:r>
            <a:r>
              <a:rPr sz="2400" dirty="0">
                <a:latin typeface="Calibri" panose="020F0502020204030204"/>
                <a:cs typeface="Calibri" panose="020F0502020204030204"/>
              </a:rPr>
              <a:t>likely</a:t>
            </a:r>
            <a:r>
              <a:rPr sz="2400" spc="-50" dirty="0">
                <a:latin typeface="Calibri" panose="020F0502020204030204"/>
                <a:cs typeface="Calibri" panose="020F0502020204030204"/>
              </a:rPr>
              <a:t> </a:t>
            </a:r>
            <a:r>
              <a:rPr sz="2400" dirty="0">
                <a:latin typeface="Calibri" panose="020F0502020204030204"/>
                <a:cs typeface="Calibri" panose="020F0502020204030204"/>
              </a:rPr>
              <a:t>to</a:t>
            </a:r>
            <a:r>
              <a:rPr sz="2400" spc="-60" dirty="0">
                <a:latin typeface="Calibri" panose="020F0502020204030204"/>
                <a:cs typeface="Calibri" panose="020F0502020204030204"/>
              </a:rPr>
              <a:t> </a:t>
            </a:r>
            <a:r>
              <a:rPr sz="2400" dirty="0">
                <a:latin typeface="Calibri" panose="020F0502020204030204"/>
                <a:cs typeface="Calibri" panose="020F0502020204030204"/>
              </a:rPr>
              <a:t>be</a:t>
            </a:r>
            <a:r>
              <a:rPr sz="2400" spc="-40" dirty="0">
                <a:latin typeface="Calibri" panose="020F0502020204030204"/>
                <a:cs typeface="Calibri" panose="020F0502020204030204"/>
              </a:rPr>
              <a:t> re-</a:t>
            </a:r>
            <a:r>
              <a:rPr sz="2400" spc="-20" dirty="0">
                <a:latin typeface="Calibri" panose="020F0502020204030204"/>
                <a:cs typeface="Calibri" panose="020F0502020204030204"/>
              </a:rPr>
              <a:t>used</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Such</a:t>
            </a:r>
            <a:r>
              <a:rPr sz="2400" spc="-40" dirty="0">
                <a:latin typeface="Calibri" panose="020F0502020204030204"/>
                <a:cs typeface="Calibri" panose="020F0502020204030204"/>
              </a:rPr>
              <a:t> </a:t>
            </a:r>
            <a:r>
              <a:rPr sz="2400" dirty="0">
                <a:latin typeface="Calibri" panose="020F0502020204030204"/>
                <a:cs typeface="Calibri" panose="020F0502020204030204"/>
              </a:rPr>
              <a:t>as</a:t>
            </a:r>
            <a:r>
              <a:rPr sz="2400" spc="-30" dirty="0">
                <a:latin typeface="Calibri" panose="020F0502020204030204"/>
                <a:cs typeface="Calibri" panose="020F0502020204030204"/>
              </a:rPr>
              <a:t> </a:t>
            </a:r>
            <a:r>
              <a:rPr sz="2400" dirty="0">
                <a:latin typeface="Calibri" panose="020F0502020204030204"/>
                <a:cs typeface="Calibri" panose="020F0502020204030204"/>
              </a:rPr>
              <a:t>in</a:t>
            </a:r>
            <a:r>
              <a:rPr sz="2400" spc="-30" dirty="0">
                <a:latin typeface="Calibri" panose="020F0502020204030204"/>
                <a:cs typeface="Calibri" panose="020F0502020204030204"/>
              </a:rPr>
              <a:t> </a:t>
            </a:r>
            <a:r>
              <a:rPr sz="2400" spc="-10" dirty="0">
                <a:latin typeface="Calibri" panose="020F0502020204030204"/>
                <a:cs typeface="Calibri" panose="020F0502020204030204"/>
              </a:rPr>
              <a:t>iterative</a:t>
            </a:r>
            <a:r>
              <a:rPr sz="2400" spc="-30" dirty="0">
                <a:latin typeface="Calibri" panose="020F0502020204030204"/>
                <a:cs typeface="Calibri" panose="020F0502020204030204"/>
              </a:rPr>
              <a:t> </a:t>
            </a:r>
            <a:r>
              <a:rPr sz="2400" dirty="0">
                <a:latin typeface="Calibri" panose="020F0502020204030204"/>
                <a:cs typeface="Calibri" panose="020F0502020204030204"/>
              </a:rPr>
              <a:t>algorithms</a:t>
            </a:r>
            <a:r>
              <a:rPr sz="2400" spc="-55" dirty="0">
                <a:latin typeface="Calibri" panose="020F0502020204030204"/>
                <a:cs typeface="Calibri" panose="020F0502020204030204"/>
              </a:rPr>
              <a:t> </a:t>
            </a:r>
            <a:r>
              <a:rPr sz="2400" dirty="0">
                <a:latin typeface="Calibri" panose="020F0502020204030204"/>
                <a:cs typeface="Calibri" panose="020F0502020204030204"/>
              </a:rPr>
              <a:t>and</a:t>
            </a:r>
            <a:r>
              <a:rPr sz="2400" spc="-30" dirty="0">
                <a:latin typeface="Calibri" panose="020F0502020204030204"/>
                <a:cs typeface="Calibri" panose="020F0502020204030204"/>
              </a:rPr>
              <a:t> </a:t>
            </a:r>
            <a:r>
              <a:rPr sz="2400" dirty="0">
                <a:latin typeface="Calibri" panose="020F0502020204030204"/>
                <a:cs typeface="Calibri" panose="020F0502020204030204"/>
              </a:rPr>
              <a:t>machine</a:t>
            </a:r>
            <a:r>
              <a:rPr sz="2400" spc="-45" dirty="0">
                <a:latin typeface="Calibri" panose="020F0502020204030204"/>
                <a:cs typeface="Calibri" panose="020F0502020204030204"/>
              </a:rPr>
              <a:t> </a:t>
            </a:r>
            <a:r>
              <a:rPr sz="2400" spc="-10" dirty="0">
                <a:latin typeface="Calibri" panose="020F0502020204030204"/>
                <a:cs typeface="Calibri" panose="020F0502020204030204"/>
              </a:rPr>
              <a:t>learning</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b="1" dirty="0">
                <a:latin typeface="Calibri" panose="020F0502020204030204"/>
                <a:cs typeface="Calibri" panose="020F0502020204030204"/>
              </a:rPr>
              <a:t>How</a:t>
            </a:r>
            <a:r>
              <a:rPr sz="2400" b="1" spc="-45" dirty="0">
                <a:latin typeface="Calibri" panose="020F0502020204030204"/>
                <a:cs typeface="Calibri" panose="020F0502020204030204"/>
              </a:rPr>
              <a:t> </a:t>
            </a:r>
            <a:r>
              <a:rPr sz="2400" b="1" dirty="0">
                <a:latin typeface="Calibri" panose="020F0502020204030204"/>
                <a:cs typeface="Calibri" panose="020F0502020204030204"/>
              </a:rPr>
              <a:t>to</a:t>
            </a:r>
            <a:r>
              <a:rPr sz="2400" b="1" spc="-20" dirty="0">
                <a:latin typeface="Calibri" panose="020F0502020204030204"/>
                <a:cs typeface="Calibri" panose="020F0502020204030204"/>
              </a:rPr>
              <a:t> </a:t>
            </a:r>
            <a:r>
              <a:rPr sz="2400" b="1" dirty="0">
                <a:latin typeface="Calibri" panose="020F0502020204030204"/>
                <a:cs typeface="Calibri" panose="020F0502020204030204"/>
              </a:rPr>
              <a:t>choose</a:t>
            </a:r>
            <a:r>
              <a:rPr sz="2400" b="1" spc="-30" dirty="0">
                <a:latin typeface="Calibri" panose="020F0502020204030204"/>
                <a:cs typeface="Calibri" panose="020F0502020204030204"/>
              </a:rPr>
              <a:t> </a:t>
            </a:r>
            <a:r>
              <a:rPr sz="2400" b="1" dirty="0">
                <a:latin typeface="Calibri" panose="020F0502020204030204"/>
                <a:cs typeface="Calibri" panose="020F0502020204030204"/>
              </a:rPr>
              <a:t>a</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persistence</a:t>
            </a:r>
            <a:r>
              <a:rPr sz="2400" b="1" spc="-25" dirty="0">
                <a:latin typeface="Calibri" panose="020F0502020204030204"/>
                <a:cs typeface="Calibri" panose="020F0502020204030204"/>
              </a:rPr>
              <a:t> </a:t>
            </a:r>
            <a:r>
              <a:rPr sz="2400" b="1" spc="-10" dirty="0">
                <a:latin typeface="Calibri" panose="020F0502020204030204"/>
                <a:cs typeface="Calibri" panose="020F0502020204030204"/>
              </a:rPr>
              <a:t>level</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dirty="0">
                <a:latin typeface="Calibri" panose="020F0502020204030204"/>
                <a:cs typeface="Calibri" panose="020F0502020204030204"/>
              </a:rPr>
              <a:t>Memory</a:t>
            </a:r>
            <a:r>
              <a:rPr sz="2400" spc="-50" dirty="0">
                <a:latin typeface="Calibri" panose="020F0502020204030204"/>
                <a:cs typeface="Calibri" panose="020F0502020204030204"/>
              </a:rPr>
              <a:t> </a:t>
            </a:r>
            <a:r>
              <a:rPr sz="2400" spc="-10" dirty="0">
                <a:latin typeface="Calibri" panose="020F0502020204030204"/>
                <a:cs typeface="Calibri" panose="020F0502020204030204"/>
              </a:rPr>
              <a:t>only—</a:t>
            </a:r>
            <a:r>
              <a:rPr sz="2400" dirty="0">
                <a:latin typeface="Calibri" panose="020F0502020204030204"/>
                <a:cs typeface="Calibri" panose="020F0502020204030204"/>
              </a:rPr>
              <a:t>choose</a:t>
            </a:r>
            <a:r>
              <a:rPr sz="2400" spc="-35" dirty="0">
                <a:latin typeface="Calibri" panose="020F0502020204030204"/>
                <a:cs typeface="Calibri" panose="020F0502020204030204"/>
              </a:rPr>
              <a:t> </a:t>
            </a:r>
            <a:r>
              <a:rPr sz="2400" dirty="0">
                <a:latin typeface="Calibri" panose="020F0502020204030204"/>
                <a:cs typeface="Calibri" panose="020F0502020204030204"/>
              </a:rPr>
              <a:t>when</a:t>
            </a:r>
            <a:r>
              <a:rPr sz="2400" spc="-40" dirty="0">
                <a:latin typeface="Calibri" panose="020F0502020204030204"/>
                <a:cs typeface="Calibri" panose="020F0502020204030204"/>
              </a:rPr>
              <a:t> </a:t>
            </a:r>
            <a:r>
              <a:rPr sz="2400" dirty="0">
                <a:latin typeface="Calibri" panose="020F0502020204030204"/>
                <a:cs typeface="Calibri" panose="020F0502020204030204"/>
              </a:rPr>
              <a:t>possible,</a:t>
            </a:r>
            <a:r>
              <a:rPr sz="2400" spc="-35" dirty="0">
                <a:latin typeface="Calibri" panose="020F0502020204030204"/>
                <a:cs typeface="Calibri" panose="020F0502020204030204"/>
              </a:rPr>
              <a:t> </a:t>
            </a:r>
            <a:r>
              <a:rPr sz="2400" dirty="0">
                <a:latin typeface="Calibri" panose="020F0502020204030204"/>
                <a:cs typeface="Calibri" panose="020F0502020204030204"/>
              </a:rPr>
              <a:t>best</a:t>
            </a:r>
            <a:r>
              <a:rPr sz="2400" spc="-50" dirty="0">
                <a:latin typeface="Calibri" panose="020F0502020204030204"/>
                <a:cs typeface="Calibri" panose="020F0502020204030204"/>
              </a:rPr>
              <a:t> </a:t>
            </a:r>
            <a:r>
              <a:rPr sz="2400" spc="-10" dirty="0">
                <a:latin typeface="Calibri" panose="020F0502020204030204"/>
                <a:cs typeface="Calibri" panose="020F0502020204030204"/>
              </a:rPr>
              <a:t>performance</a:t>
            </a:r>
            <a:endParaRPr sz="2400">
              <a:latin typeface="Calibri" panose="020F0502020204030204"/>
              <a:cs typeface="Calibri" panose="020F0502020204030204"/>
            </a:endParaRPr>
          </a:p>
          <a:p>
            <a:pPr marL="12700" marR="539750" indent="219710">
              <a:lnSpc>
                <a:spcPct val="100000"/>
              </a:lnSpc>
              <a:buChar char="–"/>
              <a:tabLst>
                <a:tab pos="232410" algn="l"/>
              </a:tabLst>
            </a:pPr>
            <a:r>
              <a:rPr sz="2400" dirty="0">
                <a:latin typeface="Calibri" panose="020F0502020204030204"/>
                <a:cs typeface="Calibri" panose="020F0502020204030204"/>
              </a:rPr>
              <a:t>Save</a:t>
            </a:r>
            <a:r>
              <a:rPr sz="2400" spc="-40" dirty="0">
                <a:latin typeface="Calibri" panose="020F0502020204030204"/>
                <a:cs typeface="Calibri" panose="020F0502020204030204"/>
              </a:rPr>
              <a:t> </a:t>
            </a:r>
            <a:r>
              <a:rPr sz="2400" dirty="0">
                <a:latin typeface="Calibri" panose="020F0502020204030204"/>
                <a:cs typeface="Calibri" panose="020F0502020204030204"/>
              </a:rPr>
              <a:t>space</a:t>
            </a:r>
            <a:r>
              <a:rPr sz="2400" spc="-30" dirty="0">
                <a:latin typeface="Calibri" panose="020F0502020204030204"/>
                <a:cs typeface="Calibri" panose="020F0502020204030204"/>
              </a:rPr>
              <a:t> </a:t>
            </a:r>
            <a:r>
              <a:rPr sz="2400" dirty="0">
                <a:latin typeface="Calibri" panose="020F0502020204030204"/>
                <a:cs typeface="Calibri" panose="020F0502020204030204"/>
              </a:rPr>
              <a:t>by</a:t>
            </a:r>
            <a:r>
              <a:rPr sz="2400" spc="-50" dirty="0">
                <a:latin typeface="Calibri" panose="020F0502020204030204"/>
                <a:cs typeface="Calibri" panose="020F0502020204030204"/>
              </a:rPr>
              <a:t> </a:t>
            </a:r>
            <a:r>
              <a:rPr sz="2400" dirty="0">
                <a:latin typeface="Calibri" panose="020F0502020204030204"/>
                <a:cs typeface="Calibri" panose="020F0502020204030204"/>
              </a:rPr>
              <a:t>saving</a:t>
            </a:r>
            <a:r>
              <a:rPr sz="2400" spc="-40" dirty="0">
                <a:latin typeface="Calibri" panose="020F0502020204030204"/>
                <a:cs typeface="Calibri" panose="020F0502020204030204"/>
              </a:rPr>
              <a:t> </a:t>
            </a:r>
            <a:r>
              <a:rPr sz="2400" dirty="0">
                <a:latin typeface="Calibri" panose="020F0502020204030204"/>
                <a:cs typeface="Calibri" panose="020F0502020204030204"/>
              </a:rPr>
              <a:t>as</a:t>
            </a:r>
            <a:r>
              <a:rPr sz="2400" spc="-40" dirty="0">
                <a:latin typeface="Calibri" panose="020F0502020204030204"/>
                <a:cs typeface="Calibri" panose="020F0502020204030204"/>
              </a:rPr>
              <a:t> </a:t>
            </a:r>
            <a:r>
              <a:rPr sz="2400" spc="-10" dirty="0">
                <a:latin typeface="Calibri" panose="020F0502020204030204"/>
                <a:cs typeface="Calibri" panose="020F0502020204030204"/>
              </a:rPr>
              <a:t>serialized</a:t>
            </a:r>
            <a:r>
              <a:rPr sz="2400" spc="-50" dirty="0">
                <a:latin typeface="Calibri" panose="020F0502020204030204"/>
                <a:cs typeface="Calibri" panose="020F0502020204030204"/>
              </a:rPr>
              <a:t> </a:t>
            </a:r>
            <a:r>
              <a:rPr sz="2400" dirty="0">
                <a:latin typeface="Calibri" panose="020F0502020204030204"/>
                <a:cs typeface="Calibri" panose="020F0502020204030204"/>
              </a:rPr>
              <a:t>objects</a:t>
            </a:r>
            <a:r>
              <a:rPr sz="2400" spc="-50" dirty="0">
                <a:latin typeface="Calibri" panose="020F0502020204030204"/>
                <a:cs typeface="Calibri" panose="020F0502020204030204"/>
              </a:rPr>
              <a:t> </a:t>
            </a:r>
            <a:r>
              <a:rPr sz="2400" dirty="0">
                <a:latin typeface="Calibri" panose="020F0502020204030204"/>
                <a:cs typeface="Calibri" panose="020F0502020204030204"/>
              </a:rPr>
              <a:t>in</a:t>
            </a:r>
            <a:r>
              <a:rPr sz="2400" spc="-40" dirty="0">
                <a:latin typeface="Calibri" panose="020F0502020204030204"/>
                <a:cs typeface="Calibri" panose="020F0502020204030204"/>
              </a:rPr>
              <a:t> </a:t>
            </a:r>
            <a:r>
              <a:rPr sz="2400" dirty="0">
                <a:latin typeface="Calibri" panose="020F0502020204030204"/>
                <a:cs typeface="Calibri" panose="020F0502020204030204"/>
              </a:rPr>
              <a:t>memory</a:t>
            </a:r>
            <a:r>
              <a:rPr sz="2400" spc="-60" dirty="0">
                <a:latin typeface="Calibri" panose="020F0502020204030204"/>
                <a:cs typeface="Calibri" panose="020F0502020204030204"/>
              </a:rPr>
              <a:t> </a:t>
            </a:r>
            <a:r>
              <a:rPr sz="2400" spc="-25" dirty="0">
                <a:latin typeface="Calibri" panose="020F0502020204030204"/>
                <a:cs typeface="Calibri" panose="020F0502020204030204"/>
              </a:rPr>
              <a:t>if </a:t>
            </a:r>
            <a:r>
              <a:rPr sz="2400" spc="-10" dirty="0">
                <a:latin typeface="Calibri" panose="020F0502020204030204"/>
                <a:cs typeface="Calibri" panose="020F0502020204030204"/>
              </a:rPr>
              <a:t>necessary</a:t>
            </a:r>
            <a:endParaRPr sz="2400">
              <a:latin typeface="Calibri" panose="020F0502020204030204"/>
              <a:cs typeface="Calibri" panose="020F0502020204030204"/>
            </a:endParaRPr>
          </a:p>
          <a:p>
            <a:pPr marL="12700" marR="5080" indent="219710">
              <a:lnSpc>
                <a:spcPct val="100000"/>
              </a:lnSpc>
              <a:spcBef>
                <a:spcPts val="5"/>
              </a:spcBef>
              <a:buChar char="–"/>
              <a:tabLst>
                <a:tab pos="232410" algn="l"/>
              </a:tabLst>
            </a:pPr>
            <a:r>
              <a:rPr sz="2400" spc="-10" dirty="0">
                <a:latin typeface="Calibri" panose="020F0502020204030204"/>
                <a:cs typeface="Calibri" panose="020F0502020204030204"/>
              </a:rPr>
              <a:t>Disk—</a:t>
            </a:r>
            <a:r>
              <a:rPr sz="2400" dirty="0">
                <a:latin typeface="Calibri" panose="020F0502020204030204"/>
                <a:cs typeface="Calibri" panose="020F0502020204030204"/>
              </a:rPr>
              <a:t>choose</a:t>
            </a:r>
            <a:r>
              <a:rPr sz="2400" spc="-60" dirty="0">
                <a:latin typeface="Calibri" panose="020F0502020204030204"/>
                <a:cs typeface="Calibri" panose="020F0502020204030204"/>
              </a:rPr>
              <a:t> </a:t>
            </a:r>
            <a:r>
              <a:rPr sz="2400" dirty="0">
                <a:latin typeface="Calibri" panose="020F0502020204030204"/>
                <a:cs typeface="Calibri" panose="020F0502020204030204"/>
              </a:rPr>
              <a:t>when</a:t>
            </a:r>
            <a:r>
              <a:rPr sz="2400" spc="-65" dirty="0">
                <a:latin typeface="Calibri" panose="020F0502020204030204"/>
                <a:cs typeface="Calibri" panose="020F0502020204030204"/>
              </a:rPr>
              <a:t> </a:t>
            </a:r>
            <a:r>
              <a:rPr sz="2400" spc="-10" dirty="0">
                <a:latin typeface="Calibri" panose="020F0502020204030204"/>
                <a:cs typeface="Calibri" panose="020F0502020204030204"/>
              </a:rPr>
              <a:t>recomputation</a:t>
            </a:r>
            <a:r>
              <a:rPr sz="2400" spc="-70" dirty="0">
                <a:latin typeface="Calibri" panose="020F0502020204030204"/>
                <a:cs typeface="Calibri" panose="020F0502020204030204"/>
              </a:rPr>
              <a:t> </a:t>
            </a:r>
            <a:r>
              <a:rPr sz="2400" dirty="0">
                <a:latin typeface="Calibri" panose="020F0502020204030204"/>
                <a:cs typeface="Calibri" panose="020F0502020204030204"/>
              </a:rPr>
              <a:t>is</a:t>
            </a:r>
            <a:r>
              <a:rPr sz="2400" spc="-45" dirty="0">
                <a:latin typeface="Calibri" panose="020F0502020204030204"/>
                <a:cs typeface="Calibri" panose="020F0502020204030204"/>
              </a:rPr>
              <a:t> </a:t>
            </a:r>
            <a:r>
              <a:rPr sz="2400" dirty="0">
                <a:latin typeface="Calibri" panose="020F0502020204030204"/>
                <a:cs typeface="Calibri" panose="020F0502020204030204"/>
              </a:rPr>
              <a:t>more</a:t>
            </a:r>
            <a:r>
              <a:rPr sz="2400" spc="-45" dirty="0">
                <a:latin typeface="Calibri" panose="020F0502020204030204"/>
                <a:cs typeface="Calibri" panose="020F0502020204030204"/>
              </a:rPr>
              <a:t> </a:t>
            </a:r>
            <a:r>
              <a:rPr sz="2400" dirty="0">
                <a:latin typeface="Calibri" panose="020F0502020204030204"/>
                <a:cs typeface="Calibri" panose="020F0502020204030204"/>
              </a:rPr>
              <a:t>expensive</a:t>
            </a:r>
            <a:r>
              <a:rPr sz="2400" spc="-25" dirty="0">
                <a:latin typeface="Calibri" panose="020F0502020204030204"/>
                <a:cs typeface="Calibri" panose="020F0502020204030204"/>
              </a:rPr>
              <a:t> </a:t>
            </a:r>
            <a:r>
              <a:rPr sz="2400" spc="-20" dirty="0">
                <a:latin typeface="Calibri" panose="020F0502020204030204"/>
                <a:cs typeface="Calibri" panose="020F0502020204030204"/>
              </a:rPr>
              <a:t>than </a:t>
            </a:r>
            <a:r>
              <a:rPr sz="2400" dirty="0">
                <a:latin typeface="Calibri" panose="020F0502020204030204"/>
                <a:cs typeface="Calibri" panose="020F0502020204030204"/>
              </a:rPr>
              <a:t>disk</a:t>
            </a:r>
            <a:r>
              <a:rPr sz="2400" spc="-10" dirty="0">
                <a:latin typeface="Calibri" panose="020F0502020204030204"/>
                <a:cs typeface="Calibri" panose="020F0502020204030204"/>
              </a:rPr>
              <a:t> </a:t>
            </a:r>
            <a:r>
              <a:rPr sz="2400" spc="-20" dirty="0">
                <a:latin typeface="Calibri" panose="020F0502020204030204"/>
                <a:cs typeface="Calibri" panose="020F0502020204030204"/>
              </a:rPr>
              <a:t>read</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Such</a:t>
            </a:r>
            <a:r>
              <a:rPr sz="2400" spc="-55" dirty="0">
                <a:latin typeface="Calibri" panose="020F0502020204030204"/>
                <a:cs typeface="Calibri" panose="020F0502020204030204"/>
              </a:rPr>
              <a:t> </a:t>
            </a:r>
            <a:r>
              <a:rPr sz="2400" dirty="0">
                <a:latin typeface="Calibri" panose="020F0502020204030204"/>
                <a:cs typeface="Calibri" panose="020F0502020204030204"/>
              </a:rPr>
              <a:t>as</a:t>
            </a:r>
            <a:r>
              <a:rPr sz="2400" spc="-50" dirty="0">
                <a:latin typeface="Calibri" panose="020F0502020204030204"/>
                <a:cs typeface="Calibri" panose="020F0502020204030204"/>
              </a:rPr>
              <a:t> </a:t>
            </a:r>
            <a:r>
              <a:rPr sz="2400" dirty="0">
                <a:latin typeface="Calibri" panose="020F0502020204030204"/>
                <a:cs typeface="Calibri" panose="020F0502020204030204"/>
              </a:rPr>
              <a:t>with</a:t>
            </a:r>
            <a:r>
              <a:rPr sz="2400" spc="-55" dirty="0">
                <a:latin typeface="Calibri" panose="020F0502020204030204"/>
                <a:cs typeface="Calibri" panose="020F0502020204030204"/>
              </a:rPr>
              <a:t> </a:t>
            </a:r>
            <a:r>
              <a:rPr sz="2400" dirty="0">
                <a:latin typeface="Calibri" panose="020F0502020204030204"/>
                <a:cs typeface="Calibri" panose="020F0502020204030204"/>
              </a:rPr>
              <a:t>expensive</a:t>
            </a:r>
            <a:r>
              <a:rPr sz="2400" spc="-45" dirty="0">
                <a:latin typeface="Calibri" panose="020F0502020204030204"/>
                <a:cs typeface="Calibri" panose="020F0502020204030204"/>
              </a:rPr>
              <a:t> </a:t>
            </a:r>
            <a:r>
              <a:rPr sz="2400" dirty="0">
                <a:latin typeface="Calibri" panose="020F0502020204030204"/>
                <a:cs typeface="Calibri" panose="020F0502020204030204"/>
              </a:rPr>
              <a:t>functions</a:t>
            </a:r>
            <a:r>
              <a:rPr sz="2400" spc="-45" dirty="0">
                <a:latin typeface="Calibri" panose="020F0502020204030204"/>
                <a:cs typeface="Calibri" panose="020F0502020204030204"/>
              </a:rPr>
              <a:t> </a:t>
            </a:r>
            <a:r>
              <a:rPr sz="2400" dirty="0">
                <a:latin typeface="Calibri" panose="020F0502020204030204"/>
                <a:cs typeface="Calibri" panose="020F0502020204030204"/>
              </a:rPr>
              <a:t>or</a:t>
            </a:r>
            <a:r>
              <a:rPr sz="2400" spc="-45" dirty="0">
                <a:latin typeface="Calibri" panose="020F0502020204030204"/>
                <a:cs typeface="Calibri" panose="020F0502020204030204"/>
              </a:rPr>
              <a:t> </a:t>
            </a:r>
            <a:r>
              <a:rPr sz="2400" dirty="0">
                <a:latin typeface="Calibri" panose="020F0502020204030204"/>
                <a:cs typeface="Calibri" panose="020F0502020204030204"/>
              </a:rPr>
              <a:t>filtering</a:t>
            </a:r>
            <a:r>
              <a:rPr sz="2400" spc="-55" dirty="0">
                <a:latin typeface="Calibri" panose="020F0502020204030204"/>
                <a:cs typeface="Calibri" panose="020F0502020204030204"/>
              </a:rPr>
              <a:t> </a:t>
            </a:r>
            <a:r>
              <a:rPr sz="2400" dirty="0">
                <a:latin typeface="Calibri" panose="020F0502020204030204"/>
                <a:cs typeface="Calibri" panose="020F0502020204030204"/>
              </a:rPr>
              <a:t>large</a:t>
            </a:r>
            <a:r>
              <a:rPr sz="2400" spc="-45" dirty="0">
                <a:latin typeface="Calibri" panose="020F0502020204030204"/>
                <a:cs typeface="Calibri" panose="020F0502020204030204"/>
              </a:rPr>
              <a:t> </a:t>
            </a:r>
            <a:r>
              <a:rPr sz="2400" spc="-10" dirty="0">
                <a:latin typeface="Calibri" panose="020F0502020204030204"/>
                <a:cs typeface="Calibri" panose="020F0502020204030204"/>
              </a:rPr>
              <a:t>datasets</a:t>
            </a:r>
            <a:endParaRPr sz="2400">
              <a:latin typeface="Calibri" panose="020F0502020204030204"/>
              <a:cs typeface="Calibri" panose="020F0502020204030204"/>
            </a:endParaRPr>
          </a:p>
          <a:p>
            <a:pPr marL="12700" marR="1082040" indent="219710">
              <a:lnSpc>
                <a:spcPts val="2800"/>
              </a:lnSpc>
              <a:spcBef>
                <a:spcPts val="160"/>
              </a:spcBef>
              <a:buChar char="–"/>
              <a:tabLst>
                <a:tab pos="232410" algn="l"/>
                <a:tab pos="2030730" algn="l"/>
              </a:tabLst>
            </a:pPr>
            <a:r>
              <a:rPr sz="2400" spc="-20" dirty="0">
                <a:latin typeface="Calibri" panose="020F0502020204030204"/>
                <a:cs typeface="Calibri" panose="020F0502020204030204"/>
              </a:rPr>
              <a:t>Replication—</a:t>
            </a:r>
            <a:r>
              <a:rPr sz="2400" dirty="0">
                <a:latin typeface="Calibri" panose="020F0502020204030204"/>
                <a:cs typeface="Calibri" panose="020F0502020204030204"/>
              </a:rPr>
              <a:t>choose</a:t>
            </a:r>
            <a:r>
              <a:rPr sz="2400" spc="-25" dirty="0">
                <a:latin typeface="Calibri" panose="020F0502020204030204"/>
                <a:cs typeface="Calibri" panose="020F0502020204030204"/>
              </a:rPr>
              <a:t> </a:t>
            </a:r>
            <a:r>
              <a:rPr sz="2400" dirty="0">
                <a:latin typeface="Calibri" panose="020F0502020204030204"/>
                <a:cs typeface="Calibri" panose="020F0502020204030204"/>
              </a:rPr>
              <a:t>when</a:t>
            </a:r>
            <a:r>
              <a:rPr sz="2400" spc="-25" dirty="0">
                <a:latin typeface="Calibri" panose="020F0502020204030204"/>
                <a:cs typeface="Calibri" panose="020F0502020204030204"/>
              </a:rPr>
              <a:t> </a:t>
            </a:r>
            <a:r>
              <a:rPr sz="2400" spc="-10" dirty="0">
                <a:latin typeface="Calibri" panose="020F0502020204030204"/>
                <a:cs typeface="Calibri" panose="020F0502020204030204"/>
              </a:rPr>
              <a:t>recomputation</a:t>
            </a:r>
            <a:r>
              <a:rPr sz="2400" spc="-30" dirty="0">
                <a:latin typeface="Calibri" panose="020F0502020204030204"/>
                <a:cs typeface="Calibri" panose="020F0502020204030204"/>
              </a:rPr>
              <a:t> </a:t>
            </a:r>
            <a:r>
              <a:rPr sz="2400" dirty="0">
                <a:latin typeface="Calibri" panose="020F0502020204030204"/>
                <a:cs typeface="Calibri" panose="020F0502020204030204"/>
              </a:rPr>
              <a:t>is</a:t>
            </a:r>
            <a:r>
              <a:rPr sz="2400" spc="-5" dirty="0">
                <a:latin typeface="Calibri" panose="020F0502020204030204"/>
                <a:cs typeface="Calibri" panose="020F0502020204030204"/>
              </a:rPr>
              <a:t> </a:t>
            </a:r>
            <a:r>
              <a:rPr sz="2400" spc="-20" dirty="0">
                <a:latin typeface="Calibri" panose="020F0502020204030204"/>
                <a:cs typeface="Calibri" panose="020F0502020204030204"/>
              </a:rPr>
              <a:t>more </a:t>
            </a:r>
            <a:r>
              <a:rPr sz="2400" spc="-10" dirty="0">
                <a:latin typeface="Calibri" panose="020F0502020204030204"/>
                <a:cs typeface="Calibri" panose="020F0502020204030204"/>
              </a:rPr>
              <a:t>expensive</a:t>
            </a:r>
            <a:r>
              <a:rPr sz="2400" spc="-50" dirty="0">
                <a:latin typeface="Calibri" panose="020F0502020204030204"/>
                <a:cs typeface="Calibri" panose="020F0502020204030204"/>
              </a:rPr>
              <a:t> </a:t>
            </a:r>
            <a:r>
              <a:rPr sz="2400" spc="-20" dirty="0">
                <a:latin typeface="Calibri" panose="020F0502020204030204"/>
                <a:cs typeface="Calibri" panose="020F0502020204030204"/>
              </a:rPr>
              <a:t>than</a:t>
            </a:r>
            <a:r>
              <a:rPr sz="2400" dirty="0">
                <a:latin typeface="Calibri" panose="020F0502020204030204"/>
                <a:cs typeface="Calibri" panose="020F0502020204030204"/>
              </a:rPr>
              <a:t>	</a:t>
            </a:r>
            <a:r>
              <a:rPr sz="2400" spc="-10" dirty="0">
                <a:latin typeface="Calibri" panose="020F0502020204030204"/>
                <a:cs typeface="Calibri" panose="020F0502020204030204"/>
              </a:rPr>
              <a:t>memory</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666115">
              <a:lnSpc>
                <a:spcPct val="100000"/>
              </a:lnSpc>
              <a:spcBef>
                <a:spcPts val="105"/>
              </a:spcBef>
            </a:pPr>
            <a:r>
              <a:rPr dirty="0"/>
              <a:t>Changing</a:t>
            </a:r>
            <a:r>
              <a:rPr spc="-95" dirty="0"/>
              <a:t> </a:t>
            </a:r>
            <a:r>
              <a:rPr spc="-10" dirty="0"/>
              <a:t>Persistence</a:t>
            </a:r>
            <a:r>
              <a:rPr spc="-90" dirty="0"/>
              <a:t> </a:t>
            </a:r>
            <a:r>
              <a:rPr spc="-10" dirty="0"/>
              <a:t>Options</a:t>
            </a:r>
          </a:p>
        </p:txBody>
      </p:sp>
      <p:sp>
        <p:nvSpPr>
          <p:cNvPr id="3" name="object 3"/>
          <p:cNvSpPr txBox="1"/>
          <p:nvPr/>
        </p:nvSpPr>
        <p:spPr>
          <a:xfrm>
            <a:off x="688340" y="1831670"/>
            <a:ext cx="6907530" cy="223139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45" dirty="0">
                <a:latin typeface="Calibri" panose="020F0502020204030204"/>
                <a:cs typeface="Calibri" panose="020F0502020204030204"/>
              </a:rPr>
              <a:t> </a:t>
            </a:r>
            <a:r>
              <a:rPr sz="2400" b="1" spc="-90" dirty="0">
                <a:latin typeface="Calibri" panose="020F0502020204030204"/>
                <a:cs typeface="Calibri" panose="020F0502020204030204"/>
              </a:rPr>
              <a:t>To</a:t>
            </a:r>
            <a:r>
              <a:rPr sz="2400" b="1" spc="-40" dirty="0">
                <a:latin typeface="Calibri" panose="020F0502020204030204"/>
                <a:cs typeface="Calibri" panose="020F0502020204030204"/>
              </a:rPr>
              <a:t> </a:t>
            </a:r>
            <a:r>
              <a:rPr sz="2400" b="1" dirty="0">
                <a:latin typeface="Calibri" panose="020F0502020204030204"/>
                <a:cs typeface="Calibri" panose="020F0502020204030204"/>
              </a:rPr>
              <a:t>stop</a:t>
            </a:r>
            <a:r>
              <a:rPr sz="2400" b="1" spc="-40" dirty="0">
                <a:latin typeface="Calibri" panose="020F0502020204030204"/>
                <a:cs typeface="Calibri" panose="020F0502020204030204"/>
              </a:rPr>
              <a:t> </a:t>
            </a:r>
            <a:r>
              <a:rPr sz="2400" b="1" dirty="0">
                <a:latin typeface="Calibri" panose="020F0502020204030204"/>
                <a:cs typeface="Calibri" panose="020F0502020204030204"/>
              </a:rPr>
              <a:t>persisting</a:t>
            </a:r>
            <a:r>
              <a:rPr sz="2400" b="1" spc="-45" dirty="0">
                <a:latin typeface="Calibri" panose="020F0502020204030204"/>
                <a:cs typeface="Calibri" panose="020F0502020204030204"/>
              </a:rPr>
              <a:t> </a:t>
            </a:r>
            <a:r>
              <a:rPr sz="2400" b="1" dirty="0">
                <a:latin typeface="Calibri" panose="020F0502020204030204"/>
                <a:cs typeface="Calibri" panose="020F0502020204030204"/>
              </a:rPr>
              <a:t>and</a:t>
            </a:r>
            <a:r>
              <a:rPr sz="2400" b="1" spc="-45" dirty="0">
                <a:latin typeface="Calibri" panose="020F0502020204030204"/>
                <a:cs typeface="Calibri" panose="020F0502020204030204"/>
              </a:rPr>
              <a:t> </a:t>
            </a:r>
            <a:r>
              <a:rPr sz="2400" b="1" dirty="0">
                <a:latin typeface="Calibri" panose="020F0502020204030204"/>
                <a:cs typeface="Calibri" panose="020F0502020204030204"/>
              </a:rPr>
              <a:t>remove</a:t>
            </a:r>
            <a:r>
              <a:rPr sz="2400" b="1" spc="-55" dirty="0">
                <a:latin typeface="Calibri" panose="020F0502020204030204"/>
                <a:cs typeface="Calibri" panose="020F0502020204030204"/>
              </a:rPr>
              <a:t> </a:t>
            </a:r>
            <a:r>
              <a:rPr sz="2400" b="1" dirty="0">
                <a:latin typeface="Calibri" panose="020F0502020204030204"/>
                <a:cs typeface="Calibri" panose="020F0502020204030204"/>
              </a:rPr>
              <a:t>from</a:t>
            </a:r>
            <a:r>
              <a:rPr sz="2400" b="1" spc="-60" dirty="0">
                <a:latin typeface="Calibri" panose="020F0502020204030204"/>
                <a:cs typeface="Calibri" panose="020F0502020204030204"/>
              </a:rPr>
              <a:t> </a:t>
            </a:r>
            <a:r>
              <a:rPr sz="2400" b="1" dirty="0">
                <a:latin typeface="Calibri" panose="020F0502020204030204"/>
                <a:cs typeface="Calibri" panose="020F0502020204030204"/>
              </a:rPr>
              <a:t>memory</a:t>
            </a:r>
            <a:r>
              <a:rPr sz="2400" b="1" spc="-70" dirty="0">
                <a:latin typeface="Calibri" panose="020F0502020204030204"/>
                <a:cs typeface="Calibri" panose="020F0502020204030204"/>
              </a:rPr>
              <a:t> </a:t>
            </a:r>
            <a:r>
              <a:rPr sz="2400" b="1" dirty="0">
                <a:latin typeface="Calibri" panose="020F0502020204030204"/>
                <a:cs typeface="Calibri" panose="020F0502020204030204"/>
              </a:rPr>
              <a:t>and</a:t>
            </a:r>
            <a:r>
              <a:rPr sz="2400" b="1" spc="-40" dirty="0">
                <a:latin typeface="Calibri" panose="020F0502020204030204"/>
                <a:cs typeface="Calibri" panose="020F0502020204030204"/>
              </a:rPr>
              <a:t> </a:t>
            </a:r>
            <a:r>
              <a:rPr sz="2400" b="1" spc="-20" dirty="0">
                <a:latin typeface="Calibri" panose="020F0502020204030204"/>
                <a:cs typeface="Calibri" panose="020F0502020204030204"/>
              </a:rPr>
              <a:t>disk</a:t>
            </a:r>
            <a:endParaRPr sz="2400">
              <a:latin typeface="Calibri" panose="020F0502020204030204"/>
              <a:cs typeface="Calibri" panose="020F0502020204030204"/>
            </a:endParaRPr>
          </a:p>
          <a:p>
            <a:pPr marL="12700">
              <a:lnSpc>
                <a:spcPct val="100000"/>
              </a:lnSpc>
              <a:spcBef>
                <a:spcPts val="2880"/>
              </a:spcBef>
            </a:pPr>
            <a:r>
              <a:rPr sz="2400" spc="-20" dirty="0">
                <a:latin typeface="Calibri" panose="020F0502020204030204"/>
                <a:cs typeface="Calibri" panose="020F0502020204030204"/>
              </a:rPr>
              <a:t>–</a:t>
            </a:r>
            <a:r>
              <a:rPr sz="2400" b="1" spc="-10" dirty="0">
                <a:latin typeface="Calibri" panose="020F0502020204030204"/>
                <a:cs typeface="Calibri" panose="020F0502020204030204"/>
              </a:rPr>
              <a:t>rdd.unpersist()</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spc="-90" dirty="0">
                <a:latin typeface="Calibri" panose="020F0502020204030204"/>
                <a:cs typeface="Calibri" panose="020F0502020204030204"/>
              </a:rPr>
              <a:t>To</a:t>
            </a:r>
            <a:r>
              <a:rPr sz="2400" b="1" spc="-45" dirty="0">
                <a:latin typeface="Calibri" panose="020F0502020204030204"/>
                <a:cs typeface="Calibri" panose="020F0502020204030204"/>
              </a:rPr>
              <a:t> </a:t>
            </a:r>
            <a:r>
              <a:rPr sz="2400" b="1" dirty="0">
                <a:latin typeface="Calibri" panose="020F0502020204030204"/>
                <a:cs typeface="Calibri" panose="020F0502020204030204"/>
              </a:rPr>
              <a:t>change</a:t>
            </a:r>
            <a:r>
              <a:rPr sz="2400" b="1" spc="-50" dirty="0">
                <a:latin typeface="Calibri" panose="020F0502020204030204"/>
                <a:cs typeface="Calibri" panose="020F0502020204030204"/>
              </a:rPr>
              <a:t> </a:t>
            </a:r>
            <a:r>
              <a:rPr sz="2400" b="1" dirty="0">
                <a:latin typeface="Calibri" panose="020F0502020204030204"/>
                <a:cs typeface="Calibri" panose="020F0502020204030204"/>
              </a:rPr>
              <a:t>an</a:t>
            </a:r>
            <a:r>
              <a:rPr sz="2400" b="1" spc="-40" dirty="0">
                <a:latin typeface="Calibri" panose="020F0502020204030204"/>
                <a:cs typeface="Calibri" panose="020F0502020204030204"/>
              </a:rPr>
              <a:t> </a:t>
            </a:r>
            <a:r>
              <a:rPr sz="2400" b="1" dirty="0">
                <a:latin typeface="Calibri" panose="020F0502020204030204"/>
                <a:cs typeface="Calibri" panose="020F0502020204030204"/>
              </a:rPr>
              <a:t>RDD</a:t>
            </a:r>
            <a:r>
              <a:rPr sz="2400" b="1" spc="-45" dirty="0">
                <a:latin typeface="Calibri" panose="020F0502020204030204"/>
                <a:cs typeface="Calibri" panose="020F0502020204030204"/>
              </a:rPr>
              <a:t> </a:t>
            </a:r>
            <a:r>
              <a:rPr sz="2400" b="1" dirty="0">
                <a:latin typeface="Calibri" panose="020F0502020204030204"/>
                <a:cs typeface="Calibri" panose="020F0502020204030204"/>
              </a:rPr>
              <a:t>to</a:t>
            </a:r>
            <a:r>
              <a:rPr sz="2400" b="1" spc="-35" dirty="0">
                <a:latin typeface="Calibri" panose="020F0502020204030204"/>
                <a:cs typeface="Calibri" panose="020F0502020204030204"/>
              </a:rPr>
              <a:t> </a:t>
            </a:r>
            <a:r>
              <a:rPr sz="2400" b="1" dirty="0">
                <a:latin typeface="Calibri" panose="020F0502020204030204"/>
                <a:cs typeface="Calibri" panose="020F0502020204030204"/>
              </a:rPr>
              <a:t>a</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different</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persistence</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level</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spc="-10" dirty="0">
                <a:latin typeface="Calibri" panose="020F0502020204030204"/>
                <a:cs typeface="Calibri" panose="020F0502020204030204"/>
              </a:rPr>
              <a:t>Unpersist</a:t>
            </a:r>
            <a:r>
              <a:rPr sz="2400" spc="-45" dirty="0">
                <a:latin typeface="Calibri" panose="020F0502020204030204"/>
                <a:cs typeface="Calibri" panose="020F0502020204030204"/>
              </a:rPr>
              <a:t> </a:t>
            </a:r>
            <a:r>
              <a:rPr sz="2400" spc="-20" dirty="0">
                <a:latin typeface="Calibri" panose="020F0502020204030204"/>
                <a:cs typeface="Calibri" panose="020F0502020204030204"/>
              </a:rPr>
              <a:t>first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17519" y="0"/>
            <a:ext cx="749808" cy="630936"/>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533400" y="2646679"/>
            <a:ext cx="8229600" cy="1031240"/>
          </a:xfrm>
          <a:custGeom>
            <a:avLst/>
            <a:gdLst/>
            <a:ahLst/>
            <a:cxnLst/>
            <a:rect l="l" t="t" r="r" b="b"/>
            <a:pathLst>
              <a:path w="8229600" h="1031239">
                <a:moveTo>
                  <a:pt x="8057642" y="0"/>
                </a:moveTo>
                <a:lnTo>
                  <a:pt x="171894" y="0"/>
                </a:lnTo>
                <a:lnTo>
                  <a:pt x="126198" y="6140"/>
                </a:lnTo>
                <a:lnTo>
                  <a:pt x="85137" y="23466"/>
                </a:lnTo>
                <a:lnTo>
                  <a:pt x="50347" y="50339"/>
                </a:lnTo>
                <a:lnTo>
                  <a:pt x="23469" y="85118"/>
                </a:lnTo>
                <a:lnTo>
                  <a:pt x="6140" y="126162"/>
                </a:lnTo>
                <a:lnTo>
                  <a:pt x="0" y="171831"/>
                </a:lnTo>
                <a:lnTo>
                  <a:pt x="0" y="859409"/>
                </a:lnTo>
                <a:lnTo>
                  <a:pt x="6140" y="905077"/>
                </a:lnTo>
                <a:lnTo>
                  <a:pt x="23469" y="946121"/>
                </a:lnTo>
                <a:lnTo>
                  <a:pt x="50347" y="980900"/>
                </a:lnTo>
                <a:lnTo>
                  <a:pt x="85137" y="1007773"/>
                </a:lnTo>
                <a:lnTo>
                  <a:pt x="126198" y="1025099"/>
                </a:lnTo>
                <a:lnTo>
                  <a:pt x="171894" y="1031240"/>
                </a:lnTo>
                <a:lnTo>
                  <a:pt x="8057642" y="1031240"/>
                </a:lnTo>
                <a:lnTo>
                  <a:pt x="8103364" y="1025099"/>
                </a:lnTo>
                <a:lnTo>
                  <a:pt x="8144444" y="1007773"/>
                </a:lnTo>
                <a:lnTo>
                  <a:pt x="8179244" y="980900"/>
                </a:lnTo>
                <a:lnTo>
                  <a:pt x="8206128" y="946121"/>
                </a:lnTo>
                <a:lnTo>
                  <a:pt x="8223459" y="905077"/>
                </a:lnTo>
                <a:lnTo>
                  <a:pt x="8229600" y="859409"/>
                </a:lnTo>
                <a:lnTo>
                  <a:pt x="8229600" y="171831"/>
                </a:lnTo>
                <a:lnTo>
                  <a:pt x="8223459" y="126162"/>
                </a:lnTo>
                <a:lnTo>
                  <a:pt x="8206128" y="85118"/>
                </a:lnTo>
                <a:lnTo>
                  <a:pt x="8179244" y="50339"/>
                </a:lnTo>
                <a:lnTo>
                  <a:pt x="8144444" y="23466"/>
                </a:lnTo>
                <a:lnTo>
                  <a:pt x="8103364" y="6140"/>
                </a:lnTo>
                <a:lnTo>
                  <a:pt x="8057642" y="0"/>
                </a:lnTo>
                <a:close/>
              </a:path>
            </a:pathLst>
          </a:custGeom>
          <a:solidFill>
            <a:srgbClr val="4F81BC"/>
          </a:solidFill>
        </p:spPr>
        <p:txBody>
          <a:bodyPr wrap="square" lIns="0" tIns="0" rIns="0" bIns="0" rtlCol="0"/>
          <a:lstStyle/>
          <a:p>
            <a:endParaRPr/>
          </a:p>
        </p:txBody>
      </p:sp>
      <p:sp>
        <p:nvSpPr>
          <p:cNvPr id="3" name="object 3" descr="$PPTXTitle"/>
          <p:cNvSpPr txBox="1">
            <a:spLocks noGrp="1"/>
          </p:cNvSpPr>
          <p:nvPr>
            <p:ph type="title"/>
          </p:nvPr>
        </p:nvSpPr>
        <p:spPr>
          <a:xfrm>
            <a:off x="734974" y="2757297"/>
            <a:ext cx="7736840" cy="680720"/>
          </a:xfrm>
          <a:prstGeom prst="rect">
            <a:avLst/>
          </a:prstGeom>
        </p:spPr>
        <p:txBody>
          <a:bodyPr vert="horz" wrap="square" lIns="0" tIns="12065" rIns="0" bIns="0" rtlCol="0">
            <a:spAutoFit/>
          </a:bodyPr>
          <a:lstStyle/>
          <a:p>
            <a:pPr marL="12700">
              <a:lnSpc>
                <a:spcPct val="100000"/>
              </a:lnSpc>
              <a:spcBef>
                <a:spcPts val="95"/>
              </a:spcBef>
            </a:pPr>
            <a:r>
              <a:rPr sz="4300" spc="-20" dirty="0">
                <a:solidFill>
                  <a:srgbClr val="FFFFFF"/>
                </a:solidFill>
              </a:rPr>
              <a:t>DataFrames</a:t>
            </a:r>
            <a:r>
              <a:rPr sz="4300" spc="-114" dirty="0">
                <a:solidFill>
                  <a:srgbClr val="FFFFFF"/>
                </a:solidFill>
              </a:rPr>
              <a:t> </a:t>
            </a:r>
            <a:r>
              <a:rPr sz="4300" dirty="0">
                <a:solidFill>
                  <a:srgbClr val="FFFFFF"/>
                </a:solidFill>
              </a:rPr>
              <a:t>and</a:t>
            </a:r>
            <a:r>
              <a:rPr sz="4300" spc="-130" dirty="0">
                <a:solidFill>
                  <a:srgbClr val="FFFFFF"/>
                </a:solidFill>
              </a:rPr>
              <a:t> </a:t>
            </a:r>
            <a:r>
              <a:rPr sz="4300" dirty="0">
                <a:solidFill>
                  <a:srgbClr val="FFFFFF"/>
                </a:solidFill>
              </a:rPr>
              <a:t>Apache</a:t>
            </a:r>
            <a:r>
              <a:rPr sz="4300" spc="-114" dirty="0">
                <a:solidFill>
                  <a:srgbClr val="FFFFFF"/>
                </a:solidFill>
              </a:rPr>
              <a:t> </a:t>
            </a:r>
            <a:r>
              <a:rPr sz="4300" dirty="0">
                <a:solidFill>
                  <a:srgbClr val="FFFFFF"/>
                </a:solidFill>
              </a:rPr>
              <a:t>Spark</a:t>
            </a:r>
            <a:r>
              <a:rPr sz="4300" spc="-125" dirty="0">
                <a:solidFill>
                  <a:srgbClr val="FFFFFF"/>
                </a:solidFill>
              </a:rPr>
              <a:t> </a:t>
            </a:r>
            <a:r>
              <a:rPr sz="4300" spc="-25" dirty="0">
                <a:solidFill>
                  <a:srgbClr val="FFFFFF"/>
                </a:solidFill>
              </a:rPr>
              <a:t>SQL</a:t>
            </a:r>
            <a:endParaRPr sz="4300"/>
          </a:p>
        </p:txBody>
      </p:sp>
      <p:pic>
        <p:nvPicPr>
          <p:cNvPr id="4" name="object 4"/>
          <p:cNvPicPr/>
          <p:nvPr/>
        </p:nvPicPr>
        <p:blipFill>
          <a:blip r:embed="rId2" cstate="print"/>
          <a:stretch>
            <a:fillRect/>
          </a:stretch>
        </p:blipFill>
        <p:spPr>
          <a:xfrm>
            <a:off x="7491348" y="1828800"/>
            <a:ext cx="771525" cy="771525"/>
          </a:xfrm>
          <a:prstGeom prst="rect">
            <a:avLst/>
          </a:prstGeom>
        </p:spPr>
      </p:pic>
      <p:pic>
        <p:nvPicPr>
          <p:cNvPr id="5" name="Picture 4" descr="wingspan_logo.png"/>
          <p:cNvPicPr>
            <a:picLocks noChangeAspect="1"/>
          </p:cNvPicPr>
          <p:nvPr/>
        </p:nvPicPr>
        <p:blipFill>
          <a:blip r:embed="rId3"/>
          <a:stretch>
            <a:fillRect/>
          </a:stretch>
        </p:blipFill>
        <p:spPr>
          <a:xfrm>
            <a:off x="8423739" y="35767"/>
            <a:ext cx="749808" cy="630936"/>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841500">
              <a:lnSpc>
                <a:spcPct val="100000"/>
              </a:lnSpc>
              <a:spcBef>
                <a:spcPts val="105"/>
              </a:spcBef>
            </a:pPr>
            <a:r>
              <a:rPr dirty="0"/>
              <a:t>What</a:t>
            </a:r>
            <a:r>
              <a:rPr spc="-30" dirty="0"/>
              <a:t> </a:t>
            </a:r>
            <a:r>
              <a:rPr dirty="0"/>
              <a:t>is</a:t>
            </a:r>
            <a:r>
              <a:rPr spc="-25" dirty="0"/>
              <a:t> </a:t>
            </a:r>
            <a:r>
              <a:rPr dirty="0"/>
              <a:t>Spark</a:t>
            </a:r>
            <a:r>
              <a:rPr spc="-30" dirty="0"/>
              <a:t> </a:t>
            </a:r>
            <a:r>
              <a:rPr spc="-20" dirty="0"/>
              <a:t>SQL?</a:t>
            </a:r>
          </a:p>
        </p:txBody>
      </p:sp>
      <p:sp>
        <p:nvSpPr>
          <p:cNvPr id="3" name="object 3"/>
          <p:cNvSpPr txBox="1"/>
          <p:nvPr/>
        </p:nvSpPr>
        <p:spPr>
          <a:xfrm>
            <a:off x="840739" y="1457325"/>
            <a:ext cx="7467600" cy="441579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2400" b="1" dirty="0">
                <a:latin typeface="Calibri" panose="020F0502020204030204"/>
                <a:cs typeface="Calibri" panose="020F0502020204030204"/>
              </a:rPr>
              <a:t>What</a:t>
            </a:r>
            <a:r>
              <a:rPr sz="2400" b="1" spc="-15" dirty="0">
                <a:latin typeface="Calibri" panose="020F0502020204030204"/>
                <a:cs typeface="Calibri" panose="020F0502020204030204"/>
              </a:rPr>
              <a:t> </a:t>
            </a:r>
            <a:r>
              <a:rPr sz="2400" b="1" dirty="0">
                <a:latin typeface="Calibri" panose="020F0502020204030204"/>
                <a:cs typeface="Calibri" panose="020F0502020204030204"/>
              </a:rPr>
              <a:t>is</a:t>
            </a:r>
            <a:r>
              <a:rPr sz="2400" b="1" spc="-3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0" dirty="0">
                <a:latin typeface="Calibri" panose="020F0502020204030204"/>
                <a:cs typeface="Calibri" panose="020F0502020204030204"/>
              </a:rPr>
              <a:t> </a:t>
            </a:r>
            <a:r>
              <a:rPr sz="2400" b="1" spc="-20" dirty="0">
                <a:latin typeface="Calibri" panose="020F0502020204030204"/>
                <a:cs typeface="Calibri" panose="020F0502020204030204"/>
              </a:rPr>
              <a:t>SQL?</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Spark</a:t>
            </a:r>
            <a:r>
              <a:rPr sz="2400" spc="-55" dirty="0">
                <a:latin typeface="Calibri" panose="020F0502020204030204"/>
                <a:cs typeface="Calibri" panose="020F0502020204030204"/>
              </a:rPr>
              <a:t> </a:t>
            </a:r>
            <a:r>
              <a:rPr sz="2400" dirty="0">
                <a:latin typeface="Calibri" panose="020F0502020204030204"/>
                <a:cs typeface="Calibri" panose="020F0502020204030204"/>
              </a:rPr>
              <a:t>module</a:t>
            </a:r>
            <a:r>
              <a:rPr sz="2400" spc="-45" dirty="0">
                <a:latin typeface="Calibri" panose="020F0502020204030204"/>
                <a:cs typeface="Calibri" panose="020F0502020204030204"/>
              </a:rPr>
              <a:t> </a:t>
            </a:r>
            <a:r>
              <a:rPr sz="2400" dirty="0">
                <a:latin typeface="Calibri" panose="020F0502020204030204"/>
                <a:cs typeface="Calibri" panose="020F0502020204030204"/>
              </a:rPr>
              <a:t>for</a:t>
            </a:r>
            <a:r>
              <a:rPr sz="2400" spc="-40" dirty="0">
                <a:latin typeface="Calibri" panose="020F0502020204030204"/>
                <a:cs typeface="Calibri" panose="020F0502020204030204"/>
              </a:rPr>
              <a:t> </a:t>
            </a:r>
            <a:r>
              <a:rPr sz="2400" dirty="0">
                <a:latin typeface="Calibri" panose="020F0502020204030204"/>
                <a:cs typeface="Calibri" panose="020F0502020204030204"/>
              </a:rPr>
              <a:t>structured</a:t>
            </a:r>
            <a:r>
              <a:rPr sz="2400" spc="-45" dirty="0">
                <a:latin typeface="Calibri" panose="020F0502020204030204"/>
                <a:cs typeface="Calibri" panose="020F0502020204030204"/>
              </a:rPr>
              <a:t> </a:t>
            </a:r>
            <a:r>
              <a:rPr sz="2400" dirty="0">
                <a:latin typeface="Calibri" panose="020F0502020204030204"/>
                <a:cs typeface="Calibri" panose="020F0502020204030204"/>
              </a:rPr>
              <a:t>data</a:t>
            </a:r>
            <a:r>
              <a:rPr sz="2400" spc="-55" dirty="0">
                <a:latin typeface="Calibri" panose="020F0502020204030204"/>
                <a:cs typeface="Calibri" panose="020F0502020204030204"/>
              </a:rPr>
              <a:t> </a:t>
            </a:r>
            <a:r>
              <a:rPr sz="2400" spc="-10" dirty="0">
                <a:latin typeface="Calibri" panose="020F0502020204030204"/>
                <a:cs typeface="Calibri" panose="020F0502020204030204"/>
              </a:rPr>
              <a:t>processing</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Replaces</a:t>
            </a:r>
            <a:r>
              <a:rPr sz="2400" spc="-40" dirty="0">
                <a:latin typeface="Calibri" panose="020F0502020204030204"/>
                <a:cs typeface="Calibri" panose="020F0502020204030204"/>
              </a:rPr>
              <a:t> </a:t>
            </a:r>
            <a:r>
              <a:rPr sz="2400" dirty="0">
                <a:latin typeface="Calibri" panose="020F0502020204030204"/>
                <a:cs typeface="Calibri" panose="020F0502020204030204"/>
              </a:rPr>
              <a:t>Shark</a:t>
            </a:r>
            <a:r>
              <a:rPr sz="2400" spc="-30" dirty="0">
                <a:latin typeface="Calibri" panose="020F0502020204030204"/>
                <a:cs typeface="Calibri" panose="020F0502020204030204"/>
              </a:rPr>
              <a:t> </a:t>
            </a:r>
            <a:r>
              <a:rPr sz="2400" dirty="0">
                <a:latin typeface="Calibri" panose="020F0502020204030204"/>
                <a:cs typeface="Calibri" panose="020F0502020204030204"/>
              </a:rPr>
              <a:t>(a</a:t>
            </a:r>
            <a:r>
              <a:rPr sz="2400" spc="-30" dirty="0">
                <a:latin typeface="Calibri" panose="020F0502020204030204"/>
                <a:cs typeface="Calibri" panose="020F0502020204030204"/>
              </a:rPr>
              <a:t> </a:t>
            </a:r>
            <a:r>
              <a:rPr sz="2400" dirty="0">
                <a:latin typeface="Calibri" panose="020F0502020204030204"/>
                <a:cs typeface="Calibri" panose="020F0502020204030204"/>
              </a:rPr>
              <a:t>prior</a:t>
            </a:r>
            <a:r>
              <a:rPr sz="2400" spc="-30" dirty="0">
                <a:latin typeface="Calibri" panose="020F0502020204030204"/>
                <a:cs typeface="Calibri" panose="020F0502020204030204"/>
              </a:rPr>
              <a:t> </a:t>
            </a:r>
            <a:r>
              <a:rPr sz="2400" dirty="0">
                <a:latin typeface="Calibri" panose="020F0502020204030204"/>
                <a:cs typeface="Calibri" panose="020F0502020204030204"/>
              </a:rPr>
              <a:t>Spark</a:t>
            </a:r>
            <a:r>
              <a:rPr sz="2400" spc="-30" dirty="0">
                <a:latin typeface="Calibri" panose="020F0502020204030204"/>
                <a:cs typeface="Calibri" panose="020F0502020204030204"/>
              </a:rPr>
              <a:t> </a:t>
            </a:r>
            <a:r>
              <a:rPr sz="2400" dirty="0">
                <a:latin typeface="Calibri" panose="020F0502020204030204"/>
                <a:cs typeface="Calibri" panose="020F0502020204030204"/>
              </a:rPr>
              <a:t>module,</a:t>
            </a:r>
            <a:r>
              <a:rPr sz="2400" spc="-20" dirty="0">
                <a:latin typeface="Calibri" panose="020F0502020204030204"/>
                <a:cs typeface="Calibri" panose="020F0502020204030204"/>
              </a:rPr>
              <a:t> </a:t>
            </a:r>
            <a:r>
              <a:rPr sz="2400" dirty="0">
                <a:latin typeface="Calibri" panose="020F0502020204030204"/>
                <a:cs typeface="Calibri" panose="020F0502020204030204"/>
              </a:rPr>
              <a:t>now</a:t>
            </a:r>
            <a:r>
              <a:rPr sz="2400" spc="-20" dirty="0">
                <a:latin typeface="Calibri" panose="020F0502020204030204"/>
                <a:cs typeface="Calibri" panose="020F0502020204030204"/>
              </a:rPr>
              <a:t> </a:t>
            </a:r>
            <a:r>
              <a:rPr sz="2400" spc="-10" dirty="0">
                <a:latin typeface="Calibri" panose="020F0502020204030204"/>
                <a:cs typeface="Calibri" panose="020F0502020204030204"/>
              </a:rPr>
              <a:t>deprecated)</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Built</a:t>
            </a:r>
            <a:r>
              <a:rPr sz="2400" spc="-60" dirty="0">
                <a:latin typeface="Calibri" panose="020F0502020204030204"/>
                <a:cs typeface="Calibri" panose="020F0502020204030204"/>
              </a:rPr>
              <a:t> </a:t>
            </a:r>
            <a:r>
              <a:rPr sz="2400" dirty="0">
                <a:latin typeface="Calibri" panose="020F0502020204030204"/>
                <a:cs typeface="Calibri" panose="020F0502020204030204"/>
              </a:rPr>
              <a:t>on</a:t>
            </a:r>
            <a:r>
              <a:rPr sz="2400" spc="-20" dirty="0">
                <a:latin typeface="Calibri" panose="020F0502020204030204"/>
                <a:cs typeface="Calibri" panose="020F0502020204030204"/>
              </a:rPr>
              <a:t> </a:t>
            </a:r>
            <a:r>
              <a:rPr sz="2400" dirty="0">
                <a:latin typeface="Calibri" panose="020F0502020204030204"/>
                <a:cs typeface="Calibri" panose="020F0502020204030204"/>
              </a:rPr>
              <a:t>top</a:t>
            </a:r>
            <a:r>
              <a:rPr sz="2400" spc="-35" dirty="0">
                <a:latin typeface="Calibri" panose="020F0502020204030204"/>
                <a:cs typeface="Calibri" panose="020F0502020204030204"/>
              </a:rPr>
              <a:t> </a:t>
            </a:r>
            <a:r>
              <a:rPr sz="2400" dirty="0">
                <a:latin typeface="Calibri" panose="020F0502020204030204"/>
                <a:cs typeface="Calibri" panose="020F0502020204030204"/>
              </a:rPr>
              <a:t>of</a:t>
            </a:r>
            <a:r>
              <a:rPr sz="2400" spc="-35" dirty="0">
                <a:latin typeface="Calibri" panose="020F0502020204030204"/>
                <a:cs typeface="Calibri" panose="020F0502020204030204"/>
              </a:rPr>
              <a:t> </a:t>
            </a:r>
            <a:r>
              <a:rPr sz="2400" dirty="0">
                <a:latin typeface="Calibri" panose="020F0502020204030204"/>
                <a:cs typeface="Calibri" panose="020F0502020204030204"/>
              </a:rPr>
              <a:t>core</a:t>
            </a:r>
            <a:r>
              <a:rPr sz="2400" spc="-40" dirty="0">
                <a:latin typeface="Calibri" panose="020F0502020204030204"/>
                <a:cs typeface="Calibri" panose="020F0502020204030204"/>
              </a:rPr>
              <a:t> </a:t>
            </a:r>
            <a:r>
              <a:rPr sz="2400" spc="-20" dirty="0">
                <a:latin typeface="Calibri" panose="020F0502020204030204"/>
                <a:cs typeface="Calibri" panose="020F0502020204030204"/>
              </a:rPr>
              <a:t>Spark</a:t>
            </a:r>
            <a:endParaRPr sz="2400">
              <a:latin typeface="Calibri" panose="020F0502020204030204"/>
              <a:cs typeface="Calibri" panose="020F0502020204030204"/>
            </a:endParaRPr>
          </a:p>
          <a:p>
            <a:pPr>
              <a:lnSpc>
                <a:spcPct val="100000"/>
              </a:lnSpc>
              <a:spcBef>
                <a:spcPts val="35"/>
              </a:spcBef>
              <a:buFont typeface="Calibri" panose="020F0502020204030204"/>
              <a:buChar char="–"/>
            </a:pPr>
            <a:endParaRPr sz="2400">
              <a:latin typeface="Calibri" panose="020F0502020204030204"/>
              <a:cs typeface="Calibri" panose="020F0502020204030204"/>
            </a:endParaRPr>
          </a:p>
          <a:p>
            <a:pPr marL="12700">
              <a:lnSpc>
                <a:spcPct val="100000"/>
              </a:lnSpc>
              <a:spcBef>
                <a:spcPts val="5"/>
              </a:spcBef>
            </a:pP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b="1" dirty="0">
                <a:latin typeface="Calibri" panose="020F0502020204030204"/>
                <a:cs typeface="Calibri" panose="020F0502020204030204"/>
              </a:rPr>
              <a:t>What</a:t>
            </a:r>
            <a:r>
              <a:rPr sz="2400" b="1" spc="-20" dirty="0">
                <a:latin typeface="Calibri" panose="020F0502020204030204"/>
                <a:cs typeface="Calibri" panose="020F0502020204030204"/>
              </a:rPr>
              <a:t> </a:t>
            </a:r>
            <a:r>
              <a:rPr sz="2400" b="1" dirty="0">
                <a:latin typeface="Calibri" panose="020F0502020204030204"/>
                <a:cs typeface="Calibri" panose="020F0502020204030204"/>
              </a:rPr>
              <a:t>does</a:t>
            </a:r>
            <a:r>
              <a:rPr sz="2400" b="1" spc="-2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30" dirty="0">
                <a:latin typeface="Calibri" panose="020F0502020204030204"/>
                <a:cs typeface="Calibri" panose="020F0502020204030204"/>
              </a:rPr>
              <a:t> </a:t>
            </a:r>
            <a:r>
              <a:rPr sz="2400" b="1" dirty="0">
                <a:latin typeface="Calibri" panose="020F0502020204030204"/>
                <a:cs typeface="Calibri" panose="020F0502020204030204"/>
              </a:rPr>
              <a:t>SQL</a:t>
            </a:r>
            <a:r>
              <a:rPr sz="2400" b="1" spc="-15" dirty="0">
                <a:latin typeface="Calibri" panose="020F0502020204030204"/>
                <a:cs typeface="Calibri" panose="020F0502020204030204"/>
              </a:rPr>
              <a:t> </a:t>
            </a:r>
            <a:r>
              <a:rPr sz="2400" b="1" spc="-10" dirty="0">
                <a:latin typeface="Calibri" panose="020F0502020204030204"/>
                <a:cs typeface="Calibri" panose="020F0502020204030204"/>
              </a:rPr>
              <a:t>provide?</a:t>
            </a:r>
            <a:endParaRPr sz="2400">
              <a:latin typeface="Calibri" panose="020F0502020204030204"/>
              <a:cs typeface="Calibri" panose="020F0502020204030204"/>
            </a:endParaRPr>
          </a:p>
          <a:p>
            <a:pPr marL="12700" marR="524510" indent="219710">
              <a:lnSpc>
                <a:spcPct val="100000"/>
              </a:lnSpc>
              <a:buChar char="–"/>
              <a:tabLst>
                <a:tab pos="232410" algn="l"/>
              </a:tabLst>
            </a:pP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spc="-10" dirty="0">
                <a:latin typeface="Calibri" panose="020F0502020204030204"/>
                <a:cs typeface="Calibri" panose="020F0502020204030204"/>
              </a:rPr>
              <a:t>DataFrame</a:t>
            </a:r>
            <a:r>
              <a:rPr sz="2400" spc="-75" dirty="0">
                <a:latin typeface="Calibri" panose="020F0502020204030204"/>
                <a:cs typeface="Calibri" panose="020F0502020204030204"/>
              </a:rPr>
              <a:t> </a:t>
            </a:r>
            <a:r>
              <a:rPr sz="2400" spc="-10" dirty="0">
                <a:latin typeface="Calibri" panose="020F0502020204030204"/>
                <a:cs typeface="Calibri" panose="020F0502020204030204"/>
              </a:rPr>
              <a:t>API—</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library</a:t>
            </a:r>
            <a:r>
              <a:rPr sz="2400" spc="-60" dirty="0">
                <a:latin typeface="Calibri" panose="020F0502020204030204"/>
                <a:cs typeface="Calibri" panose="020F0502020204030204"/>
              </a:rPr>
              <a:t> </a:t>
            </a:r>
            <a:r>
              <a:rPr sz="2400" dirty="0">
                <a:latin typeface="Calibri" panose="020F0502020204030204"/>
                <a:cs typeface="Calibri" panose="020F0502020204030204"/>
              </a:rPr>
              <a:t>for</a:t>
            </a:r>
            <a:r>
              <a:rPr sz="2400" spc="-40" dirty="0">
                <a:latin typeface="Calibri" panose="020F0502020204030204"/>
                <a:cs typeface="Calibri" panose="020F0502020204030204"/>
              </a:rPr>
              <a:t> </a:t>
            </a:r>
            <a:r>
              <a:rPr sz="2400" dirty="0">
                <a:latin typeface="Calibri" panose="020F0502020204030204"/>
                <a:cs typeface="Calibri" panose="020F0502020204030204"/>
              </a:rPr>
              <a:t>working</a:t>
            </a:r>
            <a:r>
              <a:rPr sz="2400" spc="-55" dirty="0">
                <a:latin typeface="Calibri" panose="020F0502020204030204"/>
                <a:cs typeface="Calibri" panose="020F0502020204030204"/>
              </a:rPr>
              <a:t> </a:t>
            </a:r>
            <a:r>
              <a:rPr sz="2400" dirty="0">
                <a:latin typeface="Calibri" panose="020F0502020204030204"/>
                <a:cs typeface="Calibri" panose="020F0502020204030204"/>
              </a:rPr>
              <a:t>with</a:t>
            </a:r>
            <a:r>
              <a:rPr sz="2400" spc="-45" dirty="0">
                <a:latin typeface="Calibri" panose="020F0502020204030204"/>
                <a:cs typeface="Calibri" panose="020F0502020204030204"/>
              </a:rPr>
              <a:t> </a:t>
            </a:r>
            <a:r>
              <a:rPr sz="2400" dirty="0">
                <a:latin typeface="Calibri" panose="020F0502020204030204"/>
                <a:cs typeface="Calibri" panose="020F0502020204030204"/>
              </a:rPr>
              <a:t>data</a:t>
            </a:r>
            <a:r>
              <a:rPr sz="2400" spc="-50" dirty="0">
                <a:latin typeface="Calibri" panose="020F0502020204030204"/>
                <a:cs typeface="Calibri" panose="020F0502020204030204"/>
              </a:rPr>
              <a:t> </a:t>
            </a:r>
            <a:r>
              <a:rPr sz="2400" spc="-25" dirty="0">
                <a:latin typeface="Calibri" panose="020F0502020204030204"/>
                <a:cs typeface="Calibri" panose="020F0502020204030204"/>
              </a:rPr>
              <a:t>as </a:t>
            </a:r>
            <a:r>
              <a:rPr sz="2400" spc="-10" dirty="0">
                <a:latin typeface="Calibri" panose="020F0502020204030204"/>
                <a:cs typeface="Calibri" panose="020F0502020204030204"/>
              </a:rPr>
              <a:t>tables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Defines</a:t>
            </a:r>
            <a:r>
              <a:rPr sz="2400" spc="-90" dirty="0">
                <a:latin typeface="Calibri" panose="020F0502020204030204"/>
                <a:cs typeface="Calibri" panose="020F0502020204030204"/>
              </a:rPr>
              <a:t> </a:t>
            </a:r>
            <a:r>
              <a:rPr sz="2400" spc="-10" dirty="0">
                <a:latin typeface="Calibri" panose="020F0502020204030204"/>
                <a:cs typeface="Calibri" panose="020F0502020204030204"/>
              </a:rPr>
              <a:t>DataFrames</a:t>
            </a:r>
            <a:r>
              <a:rPr sz="2400" spc="-95" dirty="0">
                <a:latin typeface="Calibri" panose="020F0502020204030204"/>
                <a:cs typeface="Calibri" panose="020F0502020204030204"/>
              </a:rPr>
              <a:t> </a:t>
            </a:r>
            <a:r>
              <a:rPr sz="2400" dirty="0">
                <a:latin typeface="Calibri" panose="020F0502020204030204"/>
                <a:cs typeface="Calibri" panose="020F0502020204030204"/>
              </a:rPr>
              <a:t>containing</a:t>
            </a:r>
            <a:r>
              <a:rPr sz="2400" spc="-85" dirty="0">
                <a:latin typeface="Calibri" panose="020F0502020204030204"/>
                <a:cs typeface="Calibri" panose="020F0502020204030204"/>
              </a:rPr>
              <a:t> </a:t>
            </a:r>
            <a:r>
              <a:rPr sz="2400" dirty="0">
                <a:latin typeface="Calibri" panose="020F0502020204030204"/>
                <a:cs typeface="Calibri" panose="020F0502020204030204"/>
              </a:rPr>
              <a:t>rows</a:t>
            </a:r>
            <a:r>
              <a:rPr sz="2400" spc="-75" dirty="0">
                <a:latin typeface="Calibri" panose="020F0502020204030204"/>
                <a:cs typeface="Calibri" panose="020F0502020204030204"/>
              </a:rPr>
              <a:t> </a:t>
            </a:r>
            <a:r>
              <a:rPr sz="2400" dirty="0">
                <a:latin typeface="Calibri" panose="020F0502020204030204"/>
                <a:cs typeface="Calibri" panose="020F0502020204030204"/>
              </a:rPr>
              <a:t>and</a:t>
            </a:r>
            <a:r>
              <a:rPr sz="2400" spc="-70" dirty="0">
                <a:latin typeface="Calibri" panose="020F0502020204030204"/>
                <a:cs typeface="Calibri" panose="020F0502020204030204"/>
              </a:rPr>
              <a:t> </a:t>
            </a:r>
            <a:r>
              <a:rPr sz="2400" spc="-10" dirty="0">
                <a:latin typeface="Calibri" panose="020F0502020204030204"/>
                <a:cs typeface="Calibri" panose="020F0502020204030204"/>
              </a:rPr>
              <a:t>columns</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DataFrames</a:t>
            </a:r>
            <a:r>
              <a:rPr sz="2400" spc="-80" dirty="0">
                <a:latin typeface="Calibri" panose="020F0502020204030204"/>
                <a:cs typeface="Calibri" panose="020F0502020204030204"/>
              </a:rPr>
              <a:t> </a:t>
            </a:r>
            <a:r>
              <a:rPr sz="2400" dirty="0">
                <a:latin typeface="Calibri" panose="020F0502020204030204"/>
                <a:cs typeface="Calibri" panose="020F0502020204030204"/>
              </a:rPr>
              <a:t>are</a:t>
            </a:r>
            <a:r>
              <a:rPr sz="2400" spc="-25" dirty="0">
                <a:latin typeface="Calibri" panose="020F0502020204030204"/>
                <a:cs typeface="Calibri" panose="020F0502020204030204"/>
              </a:rPr>
              <a:t> </a:t>
            </a:r>
            <a:r>
              <a:rPr sz="2400" dirty="0">
                <a:latin typeface="Calibri" panose="020F0502020204030204"/>
                <a:cs typeface="Calibri" panose="020F0502020204030204"/>
              </a:rPr>
              <a:t>the</a:t>
            </a:r>
            <a:r>
              <a:rPr sz="2400" spc="-15" dirty="0">
                <a:latin typeface="Calibri" panose="020F0502020204030204"/>
                <a:cs typeface="Calibri" panose="020F0502020204030204"/>
              </a:rPr>
              <a:t> </a:t>
            </a:r>
            <a:r>
              <a:rPr sz="2400" dirty="0">
                <a:latin typeface="Calibri" panose="020F0502020204030204"/>
                <a:cs typeface="Calibri" panose="020F0502020204030204"/>
              </a:rPr>
              <a:t>focus</a:t>
            </a:r>
            <a:r>
              <a:rPr sz="2400" spc="-25" dirty="0">
                <a:latin typeface="Calibri" panose="020F0502020204030204"/>
                <a:cs typeface="Calibri" panose="020F0502020204030204"/>
              </a:rPr>
              <a:t> </a:t>
            </a:r>
            <a:r>
              <a:rPr sz="2400" dirty="0">
                <a:latin typeface="Calibri" panose="020F0502020204030204"/>
                <a:cs typeface="Calibri" panose="020F0502020204030204"/>
              </a:rPr>
              <a:t>of</a:t>
            </a:r>
            <a:r>
              <a:rPr sz="2400" spc="-30" dirty="0">
                <a:latin typeface="Calibri" panose="020F0502020204030204"/>
                <a:cs typeface="Calibri" panose="020F0502020204030204"/>
              </a:rPr>
              <a:t> </a:t>
            </a:r>
            <a:r>
              <a:rPr sz="2400" dirty="0">
                <a:latin typeface="Calibri" panose="020F0502020204030204"/>
                <a:cs typeface="Calibri" panose="020F0502020204030204"/>
              </a:rPr>
              <a:t>this</a:t>
            </a:r>
            <a:r>
              <a:rPr sz="2400" spc="-20" dirty="0">
                <a:latin typeface="Calibri" panose="020F0502020204030204"/>
                <a:cs typeface="Calibri" panose="020F0502020204030204"/>
              </a:rPr>
              <a:t> </a:t>
            </a:r>
            <a:r>
              <a:rPr sz="2400" spc="-10" dirty="0">
                <a:latin typeface="Calibri" panose="020F0502020204030204"/>
                <a:cs typeface="Calibri" panose="020F0502020204030204"/>
              </a:rPr>
              <a:t>chapter!</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Catalyst</a:t>
            </a:r>
            <a:r>
              <a:rPr sz="2400" spc="-70" dirty="0">
                <a:latin typeface="Calibri" panose="020F0502020204030204"/>
                <a:cs typeface="Calibri" panose="020F0502020204030204"/>
              </a:rPr>
              <a:t> </a:t>
            </a:r>
            <a:r>
              <a:rPr sz="2400" spc="-20" dirty="0">
                <a:latin typeface="Calibri" panose="020F0502020204030204"/>
                <a:cs typeface="Calibri" panose="020F0502020204030204"/>
              </a:rPr>
              <a:t>Optimizer—</a:t>
            </a:r>
            <a:r>
              <a:rPr sz="2400" dirty="0">
                <a:latin typeface="Calibri" panose="020F0502020204030204"/>
                <a:cs typeface="Calibri" panose="020F0502020204030204"/>
              </a:rPr>
              <a:t>an</a:t>
            </a:r>
            <a:r>
              <a:rPr sz="2400" spc="-40" dirty="0">
                <a:latin typeface="Calibri" panose="020F0502020204030204"/>
                <a:cs typeface="Calibri" panose="020F0502020204030204"/>
              </a:rPr>
              <a:t> </a:t>
            </a:r>
            <a:r>
              <a:rPr sz="2400" spc="-10" dirty="0">
                <a:latin typeface="Calibri" panose="020F0502020204030204"/>
                <a:cs typeface="Calibri" panose="020F0502020204030204"/>
              </a:rPr>
              <a:t>extensible</a:t>
            </a:r>
            <a:r>
              <a:rPr sz="2400" spc="-50" dirty="0">
                <a:latin typeface="Calibri" panose="020F0502020204030204"/>
                <a:cs typeface="Calibri" panose="020F0502020204030204"/>
              </a:rPr>
              <a:t> </a:t>
            </a:r>
            <a:r>
              <a:rPr sz="2400" dirty="0">
                <a:latin typeface="Calibri" panose="020F0502020204030204"/>
                <a:cs typeface="Calibri" panose="020F0502020204030204"/>
              </a:rPr>
              <a:t>optimization</a:t>
            </a:r>
            <a:r>
              <a:rPr sz="2400" spc="-45" dirty="0">
                <a:latin typeface="Calibri" panose="020F0502020204030204"/>
                <a:cs typeface="Calibri" panose="020F0502020204030204"/>
              </a:rPr>
              <a:t> </a:t>
            </a:r>
            <a:r>
              <a:rPr sz="2400" spc="-10" dirty="0">
                <a:latin typeface="Calibri" panose="020F0502020204030204"/>
                <a:cs typeface="Calibri" panose="020F0502020204030204"/>
              </a:rPr>
              <a:t>framework</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SQL</a:t>
            </a:r>
            <a:r>
              <a:rPr sz="2400" spc="-50" dirty="0">
                <a:latin typeface="Calibri" panose="020F0502020204030204"/>
                <a:cs typeface="Calibri" panose="020F0502020204030204"/>
              </a:rPr>
              <a:t> </a:t>
            </a:r>
            <a:r>
              <a:rPr sz="2400" dirty="0">
                <a:latin typeface="Calibri" panose="020F0502020204030204"/>
                <a:cs typeface="Calibri" panose="020F0502020204030204"/>
              </a:rPr>
              <a:t>engine</a:t>
            </a:r>
            <a:r>
              <a:rPr sz="2400" spc="-30" dirty="0">
                <a:latin typeface="Calibri" panose="020F0502020204030204"/>
                <a:cs typeface="Calibri" panose="020F0502020204030204"/>
              </a:rPr>
              <a:t> </a:t>
            </a:r>
            <a:r>
              <a:rPr sz="2400" dirty="0">
                <a:latin typeface="Calibri" panose="020F0502020204030204"/>
                <a:cs typeface="Calibri" panose="020F0502020204030204"/>
              </a:rPr>
              <a:t>and</a:t>
            </a:r>
            <a:r>
              <a:rPr sz="2400" spc="-35" dirty="0">
                <a:latin typeface="Calibri" panose="020F0502020204030204"/>
                <a:cs typeface="Calibri" panose="020F0502020204030204"/>
              </a:rPr>
              <a:t> </a:t>
            </a:r>
            <a:r>
              <a:rPr sz="2400" dirty="0">
                <a:latin typeface="Calibri" panose="020F0502020204030204"/>
                <a:cs typeface="Calibri" panose="020F0502020204030204"/>
              </a:rPr>
              <a:t>command</a:t>
            </a:r>
            <a:r>
              <a:rPr sz="2400" spc="-50" dirty="0">
                <a:latin typeface="Calibri" panose="020F0502020204030204"/>
                <a:cs typeface="Calibri" panose="020F0502020204030204"/>
              </a:rPr>
              <a:t> </a:t>
            </a:r>
            <a:r>
              <a:rPr sz="2400" dirty="0">
                <a:latin typeface="Calibri" panose="020F0502020204030204"/>
                <a:cs typeface="Calibri" panose="020F0502020204030204"/>
              </a:rPr>
              <a:t>line</a:t>
            </a:r>
            <a:r>
              <a:rPr sz="2400" spc="-30" dirty="0">
                <a:latin typeface="Calibri" panose="020F0502020204030204"/>
                <a:cs typeface="Calibri" panose="020F0502020204030204"/>
              </a:rPr>
              <a:t> </a:t>
            </a:r>
            <a:r>
              <a:rPr sz="2400" spc="-10" dirty="0">
                <a:latin typeface="Calibri" panose="020F0502020204030204"/>
                <a:cs typeface="Calibri" panose="020F0502020204030204"/>
              </a:rPr>
              <a:t>interface</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3178301" y="461594"/>
            <a:ext cx="2785110" cy="697230"/>
          </a:xfrm>
          <a:prstGeom prst="rect">
            <a:avLst/>
          </a:prstGeom>
        </p:spPr>
        <p:txBody>
          <a:bodyPr vert="horz" wrap="square" lIns="0" tIns="13335" rIns="0" bIns="0" rtlCol="0">
            <a:spAutoFit/>
          </a:bodyPr>
          <a:lstStyle/>
          <a:p>
            <a:pPr marL="12700">
              <a:lnSpc>
                <a:spcPct val="100000"/>
              </a:lnSpc>
              <a:spcBef>
                <a:spcPts val="105"/>
              </a:spcBef>
            </a:pPr>
            <a:r>
              <a:rPr dirty="0"/>
              <a:t>SQL</a:t>
            </a:r>
            <a:r>
              <a:rPr spc="-15" dirty="0"/>
              <a:t> </a:t>
            </a:r>
            <a:r>
              <a:rPr spc="-10" dirty="0"/>
              <a:t>Context</a:t>
            </a:r>
          </a:p>
        </p:txBody>
      </p:sp>
      <p:sp>
        <p:nvSpPr>
          <p:cNvPr id="3" name="object 3"/>
          <p:cNvSpPr txBox="1"/>
          <p:nvPr/>
        </p:nvSpPr>
        <p:spPr>
          <a:xfrm>
            <a:off x="688340" y="1766061"/>
            <a:ext cx="7487284" cy="4415790"/>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The</a:t>
            </a:r>
            <a:r>
              <a:rPr sz="2400" b="1" spc="-40" dirty="0">
                <a:latin typeface="Calibri" panose="020F0502020204030204"/>
                <a:cs typeface="Calibri" panose="020F0502020204030204"/>
              </a:rPr>
              <a:t> </a:t>
            </a:r>
            <a:r>
              <a:rPr sz="2400" b="1" dirty="0">
                <a:latin typeface="Calibri" panose="020F0502020204030204"/>
                <a:cs typeface="Calibri" panose="020F0502020204030204"/>
              </a:rPr>
              <a:t>main</a:t>
            </a:r>
            <a:r>
              <a:rPr sz="2400" b="1" spc="-6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0" dirty="0">
                <a:latin typeface="Calibri" panose="020F0502020204030204"/>
                <a:cs typeface="Calibri" panose="020F0502020204030204"/>
              </a:rPr>
              <a:t> </a:t>
            </a:r>
            <a:r>
              <a:rPr sz="2400" b="1" dirty="0">
                <a:latin typeface="Calibri" panose="020F0502020204030204"/>
                <a:cs typeface="Calibri" panose="020F0502020204030204"/>
              </a:rPr>
              <a:t>SQL</a:t>
            </a:r>
            <a:r>
              <a:rPr sz="2400" b="1" spc="-45" dirty="0">
                <a:latin typeface="Calibri" panose="020F0502020204030204"/>
                <a:cs typeface="Calibri" panose="020F0502020204030204"/>
              </a:rPr>
              <a:t> </a:t>
            </a:r>
            <a:r>
              <a:rPr sz="2400" b="1" dirty="0">
                <a:latin typeface="Calibri" panose="020F0502020204030204"/>
                <a:cs typeface="Calibri" panose="020F0502020204030204"/>
              </a:rPr>
              <a:t>entry</a:t>
            </a:r>
            <a:r>
              <a:rPr sz="2400" b="1" spc="-25" dirty="0">
                <a:latin typeface="Calibri" panose="020F0502020204030204"/>
                <a:cs typeface="Calibri" panose="020F0502020204030204"/>
              </a:rPr>
              <a:t> </a:t>
            </a:r>
            <a:r>
              <a:rPr sz="2400" b="1" dirty="0">
                <a:latin typeface="Calibri" panose="020F0502020204030204"/>
                <a:cs typeface="Calibri" panose="020F0502020204030204"/>
              </a:rPr>
              <a:t>point</a:t>
            </a:r>
            <a:r>
              <a:rPr sz="2400" b="1" spc="-45" dirty="0">
                <a:latin typeface="Calibri" panose="020F0502020204030204"/>
                <a:cs typeface="Calibri" panose="020F0502020204030204"/>
              </a:rPr>
              <a:t> </a:t>
            </a:r>
            <a:r>
              <a:rPr sz="2400" b="1" dirty="0">
                <a:latin typeface="Calibri" panose="020F0502020204030204"/>
                <a:cs typeface="Calibri" panose="020F0502020204030204"/>
              </a:rPr>
              <a:t>is</a:t>
            </a:r>
            <a:r>
              <a:rPr sz="2400" b="1" spc="-35" dirty="0">
                <a:latin typeface="Calibri" panose="020F0502020204030204"/>
                <a:cs typeface="Calibri" panose="020F0502020204030204"/>
              </a:rPr>
              <a:t> </a:t>
            </a:r>
            <a:r>
              <a:rPr sz="2400" b="1" dirty="0">
                <a:latin typeface="Calibri" panose="020F0502020204030204"/>
                <a:cs typeface="Calibri" panose="020F0502020204030204"/>
              </a:rPr>
              <a:t>a</a:t>
            </a:r>
            <a:r>
              <a:rPr sz="2400" b="1" spc="-35" dirty="0">
                <a:latin typeface="Calibri" panose="020F0502020204030204"/>
                <a:cs typeface="Calibri" panose="020F0502020204030204"/>
              </a:rPr>
              <a:t> </a:t>
            </a:r>
            <a:r>
              <a:rPr sz="2400" b="1" dirty="0">
                <a:latin typeface="Calibri" panose="020F0502020204030204"/>
                <a:cs typeface="Calibri" panose="020F0502020204030204"/>
              </a:rPr>
              <a:t>SQL</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context</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object</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Requires</a:t>
            </a:r>
            <a:r>
              <a:rPr sz="2400" spc="-70" dirty="0">
                <a:latin typeface="Calibri" panose="020F0502020204030204"/>
                <a:cs typeface="Calibri" panose="020F0502020204030204"/>
              </a:rPr>
              <a:t> </a:t>
            </a:r>
            <a:r>
              <a:rPr sz="2400" dirty="0">
                <a:latin typeface="Calibri" panose="020F0502020204030204"/>
                <a:cs typeface="Calibri" panose="020F0502020204030204"/>
              </a:rPr>
              <a:t>a</a:t>
            </a:r>
            <a:r>
              <a:rPr sz="2400" spc="-60" dirty="0">
                <a:latin typeface="Calibri" panose="020F0502020204030204"/>
                <a:cs typeface="Calibri" panose="020F0502020204030204"/>
              </a:rPr>
              <a:t> </a:t>
            </a:r>
            <a:r>
              <a:rPr sz="2400" b="1" spc="-10" dirty="0">
                <a:latin typeface="Calibri" panose="020F0502020204030204"/>
                <a:cs typeface="Calibri" panose="020F0502020204030204"/>
              </a:rPr>
              <a:t>SparkContext</a:t>
            </a:r>
            <a:r>
              <a:rPr sz="2400" b="1" spc="-65" dirty="0">
                <a:latin typeface="Calibri" panose="020F0502020204030204"/>
                <a:cs typeface="Calibri" panose="020F0502020204030204"/>
              </a:rPr>
              <a:t> </a:t>
            </a:r>
            <a:r>
              <a:rPr sz="2400" spc="-10" dirty="0">
                <a:latin typeface="Calibri" panose="020F0502020204030204"/>
                <a:cs typeface="Calibri" panose="020F0502020204030204"/>
              </a:rPr>
              <a:t>object</a:t>
            </a:r>
            <a:endParaRPr sz="2400">
              <a:latin typeface="Calibri" panose="020F0502020204030204"/>
              <a:cs typeface="Calibri" panose="020F0502020204030204"/>
            </a:endParaRPr>
          </a:p>
          <a:p>
            <a:pPr marL="12700" marR="126365" indent="219710">
              <a:lnSpc>
                <a:spcPct val="100000"/>
              </a:lnSpc>
              <a:buChar char="–"/>
              <a:tabLst>
                <a:tab pos="232410" algn="l"/>
              </a:tabLst>
            </a:pPr>
            <a:r>
              <a:rPr sz="2400" dirty="0">
                <a:latin typeface="Calibri" panose="020F0502020204030204"/>
                <a:cs typeface="Calibri" panose="020F0502020204030204"/>
              </a:rPr>
              <a:t>The</a:t>
            </a:r>
            <a:r>
              <a:rPr sz="2400" spc="-15" dirty="0">
                <a:latin typeface="Calibri" panose="020F0502020204030204"/>
                <a:cs typeface="Calibri" panose="020F0502020204030204"/>
              </a:rPr>
              <a:t> </a:t>
            </a:r>
            <a:r>
              <a:rPr sz="2400" dirty="0">
                <a:latin typeface="Calibri" panose="020F0502020204030204"/>
                <a:cs typeface="Calibri" panose="020F0502020204030204"/>
              </a:rPr>
              <a:t>SQL</a:t>
            </a:r>
            <a:r>
              <a:rPr sz="2400" spc="-40" dirty="0">
                <a:latin typeface="Calibri" panose="020F0502020204030204"/>
                <a:cs typeface="Calibri" panose="020F0502020204030204"/>
              </a:rPr>
              <a:t> </a:t>
            </a:r>
            <a:r>
              <a:rPr sz="2400" spc="-10" dirty="0">
                <a:latin typeface="Calibri" panose="020F0502020204030204"/>
                <a:cs typeface="Calibri" panose="020F0502020204030204"/>
              </a:rPr>
              <a:t>context</a:t>
            </a:r>
            <a:r>
              <a:rPr sz="2400" spc="-50" dirty="0">
                <a:latin typeface="Calibri" panose="020F0502020204030204"/>
                <a:cs typeface="Calibri" panose="020F0502020204030204"/>
              </a:rPr>
              <a:t> </a:t>
            </a:r>
            <a:r>
              <a:rPr sz="2400" dirty="0">
                <a:latin typeface="Calibri" panose="020F0502020204030204"/>
                <a:cs typeface="Calibri" panose="020F0502020204030204"/>
              </a:rPr>
              <a:t>in</a:t>
            </a:r>
            <a:r>
              <a:rPr sz="2400" spc="-25" dirty="0">
                <a:latin typeface="Calibri" panose="020F0502020204030204"/>
                <a:cs typeface="Calibri" panose="020F0502020204030204"/>
              </a:rPr>
              <a:t> </a:t>
            </a:r>
            <a:r>
              <a:rPr sz="2400" dirty="0">
                <a:latin typeface="Calibri" panose="020F0502020204030204"/>
                <a:cs typeface="Calibri" panose="020F0502020204030204"/>
              </a:rPr>
              <a:t>Spark</a:t>
            </a:r>
            <a:r>
              <a:rPr sz="2400" spc="-30" dirty="0">
                <a:latin typeface="Calibri" panose="020F0502020204030204"/>
                <a:cs typeface="Calibri" panose="020F0502020204030204"/>
              </a:rPr>
              <a:t> </a:t>
            </a:r>
            <a:r>
              <a:rPr sz="2400" dirty="0">
                <a:latin typeface="Calibri" panose="020F0502020204030204"/>
                <a:cs typeface="Calibri" panose="020F0502020204030204"/>
              </a:rPr>
              <a:t>SQL</a:t>
            </a:r>
            <a:r>
              <a:rPr sz="2400" spc="-40" dirty="0">
                <a:latin typeface="Calibri" panose="020F0502020204030204"/>
                <a:cs typeface="Calibri" panose="020F0502020204030204"/>
              </a:rPr>
              <a:t> </a:t>
            </a:r>
            <a:r>
              <a:rPr sz="2400" dirty="0">
                <a:latin typeface="Calibri" panose="020F0502020204030204"/>
                <a:cs typeface="Calibri" panose="020F0502020204030204"/>
              </a:rPr>
              <a:t>is</a:t>
            </a:r>
            <a:r>
              <a:rPr sz="2400" spc="-25" dirty="0">
                <a:latin typeface="Calibri" panose="020F0502020204030204"/>
                <a:cs typeface="Calibri" panose="020F0502020204030204"/>
              </a:rPr>
              <a:t> </a:t>
            </a:r>
            <a:r>
              <a:rPr sz="2400" dirty="0">
                <a:latin typeface="Calibri" panose="020F0502020204030204"/>
                <a:cs typeface="Calibri" panose="020F0502020204030204"/>
              </a:rPr>
              <a:t>similar</a:t>
            </a:r>
            <a:r>
              <a:rPr sz="2400" spc="-40" dirty="0">
                <a:latin typeface="Calibri" panose="020F0502020204030204"/>
                <a:cs typeface="Calibri" panose="020F0502020204030204"/>
              </a:rPr>
              <a:t> </a:t>
            </a:r>
            <a:r>
              <a:rPr sz="2400" dirty="0">
                <a:latin typeface="Calibri" panose="020F0502020204030204"/>
                <a:cs typeface="Calibri" panose="020F0502020204030204"/>
              </a:rPr>
              <a:t>to</a:t>
            </a:r>
            <a:r>
              <a:rPr sz="2400" spc="-25" dirty="0">
                <a:latin typeface="Calibri" panose="020F0502020204030204"/>
                <a:cs typeface="Calibri" panose="020F0502020204030204"/>
              </a:rPr>
              <a:t> </a:t>
            </a:r>
            <a:r>
              <a:rPr sz="2400" dirty="0">
                <a:latin typeface="Calibri" panose="020F0502020204030204"/>
                <a:cs typeface="Calibri" panose="020F0502020204030204"/>
              </a:rPr>
              <a:t>Spark</a:t>
            </a:r>
            <a:r>
              <a:rPr sz="2400" spc="-35" dirty="0">
                <a:latin typeface="Calibri" panose="020F0502020204030204"/>
                <a:cs typeface="Calibri" panose="020F0502020204030204"/>
              </a:rPr>
              <a:t> </a:t>
            </a:r>
            <a:r>
              <a:rPr sz="2400" spc="-10" dirty="0">
                <a:latin typeface="Calibri" panose="020F0502020204030204"/>
                <a:cs typeface="Calibri" panose="020F0502020204030204"/>
              </a:rPr>
              <a:t>context</a:t>
            </a:r>
            <a:r>
              <a:rPr sz="2400" spc="-50" dirty="0">
                <a:latin typeface="Calibri" panose="020F0502020204030204"/>
                <a:cs typeface="Calibri" panose="020F0502020204030204"/>
              </a:rPr>
              <a:t> </a:t>
            </a:r>
            <a:r>
              <a:rPr sz="2400" spc="-25" dirty="0">
                <a:latin typeface="Calibri" panose="020F0502020204030204"/>
                <a:cs typeface="Calibri" panose="020F0502020204030204"/>
              </a:rPr>
              <a:t>in </a:t>
            </a:r>
            <a:r>
              <a:rPr sz="2400" dirty="0">
                <a:latin typeface="Calibri" panose="020F0502020204030204"/>
                <a:cs typeface="Calibri" panose="020F0502020204030204"/>
              </a:rPr>
              <a:t>core</a:t>
            </a:r>
            <a:r>
              <a:rPr sz="2400" spc="-75" dirty="0">
                <a:latin typeface="Calibri" panose="020F0502020204030204"/>
                <a:cs typeface="Calibri" panose="020F0502020204030204"/>
              </a:rPr>
              <a:t> </a:t>
            </a:r>
            <a:r>
              <a:rPr sz="2400" spc="-10" dirty="0">
                <a:latin typeface="Calibri" panose="020F0502020204030204"/>
                <a:cs typeface="Calibri" panose="020F0502020204030204"/>
              </a:rPr>
              <a:t>Spark</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There</a:t>
            </a:r>
            <a:r>
              <a:rPr sz="2400" b="1" spc="-60" dirty="0">
                <a:latin typeface="Calibri" panose="020F0502020204030204"/>
                <a:cs typeface="Calibri" panose="020F0502020204030204"/>
              </a:rPr>
              <a:t> </a:t>
            </a:r>
            <a:r>
              <a:rPr sz="2400" b="1" dirty="0">
                <a:latin typeface="Calibri" panose="020F0502020204030204"/>
                <a:cs typeface="Calibri" panose="020F0502020204030204"/>
              </a:rPr>
              <a:t>are</a:t>
            </a:r>
            <a:r>
              <a:rPr sz="2400" b="1" spc="-45" dirty="0">
                <a:latin typeface="Calibri" panose="020F0502020204030204"/>
                <a:cs typeface="Calibri" panose="020F0502020204030204"/>
              </a:rPr>
              <a:t> </a:t>
            </a:r>
            <a:r>
              <a:rPr sz="2400" b="1" dirty="0">
                <a:latin typeface="Calibri" panose="020F0502020204030204"/>
                <a:cs typeface="Calibri" panose="020F0502020204030204"/>
              </a:rPr>
              <a:t>two</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implementations</a:t>
            </a:r>
            <a:endParaRPr sz="2400">
              <a:latin typeface="Calibri" panose="020F0502020204030204"/>
              <a:cs typeface="Calibri" panose="020F0502020204030204"/>
            </a:endParaRPr>
          </a:p>
          <a:p>
            <a:pPr marL="12700">
              <a:lnSpc>
                <a:spcPct val="100000"/>
              </a:lnSpc>
              <a:spcBef>
                <a:spcPts val="5"/>
              </a:spcBef>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SQLContext</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Basic</a:t>
            </a:r>
            <a:r>
              <a:rPr sz="2400" spc="-25" dirty="0">
                <a:latin typeface="Calibri" panose="020F0502020204030204"/>
                <a:cs typeface="Calibri" panose="020F0502020204030204"/>
              </a:rPr>
              <a:t> </a:t>
            </a:r>
            <a:r>
              <a:rPr sz="2400" spc="-10" dirty="0">
                <a:latin typeface="Calibri" panose="020F0502020204030204"/>
                <a:cs typeface="Calibri" panose="020F0502020204030204"/>
              </a:rPr>
              <a:t>implementation</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HiveContext</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Reads</a:t>
            </a:r>
            <a:r>
              <a:rPr sz="2400" spc="-70" dirty="0">
                <a:latin typeface="Calibri" panose="020F0502020204030204"/>
                <a:cs typeface="Calibri" panose="020F0502020204030204"/>
              </a:rPr>
              <a:t> </a:t>
            </a:r>
            <a:r>
              <a:rPr sz="2400" dirty="0">
                <a:latin typeface="Calibri" panose="020F0502020204030204"/>
                <a:cs typeface="Calibri" panose="020F0502020204030204"/>
              </a:rPr>
              <a:t>and</a:t>
            </a:r>
            <a:r>
              <a:rPr sz="2400" spc="-55" dirty="0">
                <a:latin typeface="Calibri" panose="020F0502020204030204"/>
                <a:cs typeface="Calibri" panose="020F0502020204030204"/>
              </a:rPr>
              <a:t> </a:t>
            </a:r>
            <a:r>
              <a:rPr sz="2400" dirty="0">
                <a:latin typeface="Calibri" panose="020F0502020204030204"/>
                <a:cs typeface="Calibri" panose="020F0502020204030204"/>
              </a:rPr>
              <a:t>writes</a:t>
            </a:r>
            <a:r>
              <a:rPr sz="2400" spc="-75" dirty="0">
                <a:latin typeface="Calibri" panose="020F0502020204030204"/>
                <a:cs typeface="Calibri" panose="020F0502020204030204"/>
              </a:rPr>
              <a:t> </a:t>
            </a:r>
            <a:r>
              <a:rPr sz="2400" spc="-10" dirty="0">
                <a:latin typeface="Calibri" panose="020F0502020204030204"/>
                <a:cs typeface="Calibri" panose="020F0502020204030204"/>
              </a:rPr>
              <a:t>Hive/HCatalog</a:t>
            </a:r>
            <a:r>
              <a:rPr sz="2400" spc="-70" dirty="0">
                <a:latin typeface="Calibri" panose="020F0502020204030204"/>
                <a:cs typeface="Calibri" panose="020F0502020204030204"/>
              </a:rPr>
              <a:t> </a:t>
            </a:r>
            <a:r>
              <a:rPr sz="2400" dirty="0">
                <a:latin typeface="Calibri" panose="020F0502020204030204"/>
                <a:cs typeface="Calibri" panose="020F0502020204030204"/>
              </a:rPr>
              <a:t>tables</a:t>
            </a:r>
            <a:r>
              <a:rPr sz="2400" spc="-65" dirty="0">
                <a:latin typeface="Calibri" panose="020F0502020204030204"/>
                <a:cs typeface="Calibri" panose="020F0502020204030204"/>
              </a:rPr>
              <a:t> </a:t>
            </a:r>
            <a:r>
              <a:rPr sz="2400" spc="-10" dirty="0">
                <a:latin typeface="Calibri" panose="020F0502020204030204"/>
                <a:cs typeface="Calibri" panose="020F0502020204030204"/>
              </a:rPr>
              <a:t>directly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Supports</a:t>
            </a:r>
            <a:r>
              <a:rPr sz="2400" spc="-60" dirty="0">
                <a:latin typeface="Calibri" panose="020F0502020204030204"/>
                <a:cs typeface="Calibri" panose="020F0502020204030204"/>
              </a:rPr>
              <a:t> </a:t>
            </a:r>
            <a:r>
              <a:rPr sz="2400" dirty="0">
                <a:latin typeface="Calibri" panose="020F0502020204030204"/>
                <a:cs typeface="Calibri" panose="020F0502020204030204"/>
              </a:rPr>
              <a:t>full</a:t>
            </a:r>
            <a:r>
              <a:rPr sz="2400" spc="-60" dirty="0">
                <a:latin typeface="Calibri" panose="020F0502020204030204"/>
                <a:cs typeface="Calibri" panose="020F0502020204030204"/>
              </a:rPr>
              <a:t> </a:t>
            </a:r>
            <a:r>
              <a:rPr sz="2400" dirty="0">
                <a:latin typeface="Calibri" panose="020F0502020204030204"/>
                <a:cs typeface="Calibri" panose="020F0502020204030204"/>
              </a:rPr>
              <a:t>HiveQL</a:t>
            </a:r>
            <a:r>
              <a:rPr sz="2400" spc="-55" dirty="0">
                <a:latin typeface="Calibri" panose="020F0502020204030204"/>
                <a:cs typeface="Calibri" panose="020F0502020204030204"/>
              </a:rPr>
              <a:t> </a:t>
            </a:r>
            <a:r>
              <a:rPr sz="2400" spc="-10" dirty="0">
                <a:latin typeface="Calibri" panose="020F0502020204030204"/>
                <a:cs typeface="Calibri" panose="020F0502020204030204"/>
              </a:rPr>
              <a:t>language</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Requires</a:t>
            </a:r>
            <a:r>
              <a:rPr sz="2400" spc="-65"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dirty="0">
                <a:latin typeface="Calibri" panose="020F0502020204030204"/>
                <a:cs typeface="Calibri" panose="020F0502020204030204"/>
              </a:rPr>
              <a:t>Spark</a:t>
            </a:r>
            <a:r>
              <a:rPr sz="2400" spc="-65" dirty="0">
                <a:latin typeface="Calibri" panose="020F0502020204030204"/>
                <a:cs typeface="Calibri" panose="020F0502020204030204"/>
              </a:rPr>
              <a:t> </a:t>
            </a:r>
            <a:r>
              <a:rPr sz="2400" dirty="0">
                <a:latin typeface="Calibri" panose="020F0502020204030204"/>
                <a:cs typeface="Calibri" panose="020F0502020204030204"/>
              </a:rPr>
              <a:t>application</a:t>
            </a:r>
            <a:r>
              <a:rPr sz="2400" spc="-70" dirty="0">
                <a:latin typeface="Calibri" panose="020F0502020204030204"/>
                <a:cs typeface="Calibri" panose="020F0502020204030204"/>
              </a:rPr>
              <a:t> </a:t>
            </a:r>
            <a:r>
              <a:rPr sz="2400" dirty="0">
                <a:latin typeface="Calibri" panose="020F0502020204030204"/>
                <a:cs typeface="Calibri" panose="020F0502020204030204"/>
              </a:rPr>
              <a:t>be</a:t>
            </a:r>
            <a:r>
              <a:rPr sz="2400" spc="-45" dirty="0">
                <a:latin typeface="Calibri" panose="020F0502020204030204"/>
                <a:cs typeface="Calibri" panose="020F0502020204030204"/>
              </a:rPr>
              <a:t> </a:t>
            </a:r>
            <a:r>
              <a:rPr sz="2400" dirty="0">
                <a:latin typeface="Calibri" panose="020F0502020204030204"/>
                <a:cs typeface="Calibri" panose="020F0502020204030204"/>
              </a:rPr>
              <a:t>linked</a:t>
            </a:r>
            <a:r>
              <a:rPr sz="2400" spc="-65" dirty="0">
                <a:latin typeface="Calibri" panose="020F0502020204030204"/>
                <a:cs typeface="Calibri" panose="020F0502020204030204"/>
              </a:rPr>
              <a:t> </a:t>
            </a:r>
            <a:r>
              <a:rPr sz="2400" dirty="0">
                <a:latin typeface="Calibri" panose="020F0502020204030204"/>
                <a:cs typeface="Calibri" panose="020F0502020204030204"/>
              </a:rPr>
              <a:t>with</a:t>
            </a:r>
            <a:r>
              <a:rPr sz="2400" spc="-65" dirty="0">
                <a:latin typeface="Calibri" panose="020F0502020204030204"/>
                <a:cs typeface="Calibri" panose="020F0502020204030204"/>
              </a:rPr>
              <a:t> </a:t>
            </a:r>
            <a:r>
              <a:rPr sz="2400" dirty="0">
                <a:latin typeface="Calibri" panose="020F0502020204030204"/>
                <a:cs typeface="Calibri" panose="020F0502020204030204"/>
              </a:rPr>
              <a:t>Hive</a:t>
            </a:r>
            <a:r>
              <a:rPr sz="2400" spc="-45" dirty="0">
                <a:latin typeface="Calibri" panose="020F0502020204030204"/>
                <a:cs typeface="Calibri" panose="020F0502020204030204"/>
              </a:rPr>
              <a:t> </a:t>
            </a:r>
            <a:r>
              <a:rPr sz="2400" spc="-10" dirty="0">
                <a:latin typeface="Calibri" panose="020F0502020204030204"/>
                <a:cs typeface="Calibri" panose="020F0502020204030204"/>
              </a:rPr>
              <a:t>libraries</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Cloudera</a:t>
            </a:r>
            <a:r>
              <a:rPr sz="2400" spc="-45" dirty="0">
                <a:latin typeface="Calibri" panose="020F0502020204030204"/>
                <a:cs typeface="Calibri" panose="020F0502020204030204"/>
              </a:rPr>
              <a:t> </a:t>
            </a:r>
            <a:r>
              <a:rPr sz="2400" spc="-10" dirty="0">
                <a:latin typeface="Calibri" panose="020F0502020204030204"/>
                <a:cs typeface="Calibri" panose="020F0502020204030204"/>
              </a:rPr>
              <a:t>recommends</a:t>
            </a:r>
            <a:r>
              <a:rPr sz="2400" spc="-45" dirty="0">
                <a:latin typeface="Calibri" panose="020F0502020204030204"/>
                <a:cs typeface="Calibri" panose="020F0502020204030204"/>
              </a:rPr>
              <a:t> </a:t>
            </a:r>
            <a:r>
              <a:rPr sz="2400" dirty="0">
                <a:latin typeface="Calibri" panose="020F0502020204030204"/>
                <a:cs typeface="Calibri" panose="020F0502020204030204"/>
              </a:rPr>
              <a:t>using</a:t>
            </a:r>
            <a:r>
              <a:rPr sz="2400" spc="-35" dirty="0">
                <a:latin typeface="Calibri" panose="020F0502020204030204"/>
                <a:cs typeface="Calibri" panose="020F0502020204030204"/>
              </a:rPr>
              <a:t> </a:t>
            </a:r>
            <a:r>
              <a:rPr sz="2400" b="1" spc="-10" dirty="0">
                <a:latin typeface="Calibri" panose="020F0502020204030204"/>
                <a:cs typeface="Calibri" panose="020F0502020204030204"/>
              </a:rPr>
              <a:t>HiveContext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05078" y="0"/>
            <a:ext cx="749808" cy="630936"/>
          </a:xfrm>
          <a:prstGeom prst="rect">
            <a:avLst/>
          </a:prstGeom>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431290">
              <a:lnSpc>
                <a:spcPct val="100000"/>
              </a:lnSpc>
              <a:spcBef>
                <a:spcPts val="105"/>
              </a:spcBef>
            </a:pPr>
            <a:r>
              <a:rPr dirty="0"/>
              <a:t>Creating</a:t>
            </a:r>
            <a:r>
              <a:rPr spc="-75" dirty="0"/>
              <a:t> </a:t>
            </a:r>
            <a:r>
              <a:rPr dirty="0"/>
              <a:t>a</a:t>
            </a:r>
            <a:r>
              <a:rPr spc="-50" dirty="0"/>
              <a:t> </a:t>
            </a:r>
            <a:r>
              <a:rPr dirty="0"/>
              <a:t>SQL</a:t>
            </a:r>
            <a:r>
              <a:rPr spc="-60" dirty="0"/>
              <a:t> </a:t>
            </a:r>
            <a:r>
              <a:rPr spc="-10" dirty="0"/>
              <a:t>Context</a:t>
            </a:r>
          </a:p>
        </p:txBody>
      </p:sp>
      <p:sp>
        <p:nvSpPr>
          <p:cNvPr id="3" name="object 3"/>
          <p:cNvSpPr txBox="1"/>
          <p:nvPr/>
        </p:nvSpPr>
        <p:spPr>
          <a:xfrm>
            <a:off x="459740" y="1842338"/>
            <a:ext cx="7833995" cy="222059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2400" b="1" dirty="0">
                <a:latin typeface="Calibri" panose="020F0502020204030204"/>
                <a:cs typeface="Calibri" panose="020F0502020204030204"/>
              </a:rPr>
              <a:t>The</a:t>
            </a:r>
            <a:r>
              <a:rPr sz="2400" b="1" spc="-5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5" dirty="0">
                <a:latin typeface="Calibri" panose="020F0502020204030204"/>
                <a:cs typeface="Calibri" panose="020F0502020204030204"/>
              </a:rPr>
              <a:t> </a:t>
            </a:r>
            <a:r>
              <a:rPr sz="2400" b="1" dirty="0">
                <a:latin typeface="Calibri" panose="020F0502020204030204"/>
                <a:cs typeface="Calibri" panose="020F0502020204030204"/>
              </a:rPr>
              <a:t>shell</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creates</a:t>
            </a:r>
            <a:r>
              <a:rPr sz="2400" b="1" spc="-45" dirty="0">
                <a:latin typeface="Calibri" panose="020F0502020204030204"/>
                <a:cs typeface="Calibri" panose="020F0502020204030204"/>
              </a:rPr>
              <a:t> </a:t>
            </a:r>
            <a:r>
              <a:rPr sz="2400" b="1" dirty="0">
                <a:latin typeface="Calibri" panose="020F0502020204030204"/>
                <a:cs typeface="Calibri" panose="020F0502020204030204"/>
              </a:rPr>
              <a:t>a</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HiveContext</a:t>
            </a:r>
            <a:r>
              <a:rPr sz="2400" b="1" spc="-40" dirty="0">
                <a:latin typeface="Calibri" panose="020F0502020204030204"/>
                <a:cs typeface="Calibri" panose="020F0502020204030204"/>
              </a:rPr>
              <a:t> </a:t>
            </a:r>
            <a:r>
              <a:rPr sz="2400" b="1" dirty="0">
                <a:latin typeface="Calibri" panose="020F0502020204030204"/>
                <a:cs typeface="Calibri" panose="020F0502020204030204"/>
              </a:rPr>
              <a:t>instance</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automatically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Call</a:t>
            </a:r>
            <a:r>
              <a:rPr sz="2400" spc="-25" dirty="0">
                <a:latin typeface="Calibri" panose="020F0502020204030204"/>
                <a:cs typeface="Calibri" panose="020F0502020204030204"/>
              </a:rPr>
              <a:t> </a:t>
            </a:r>
            <a:r>
              <a:rPr sz="2400" b="1" spc="-10" dirty="0">
                <a:latin typeface="Calibri" panose="020F0502020204030204"/>
                <a:cs typeface="Calibri" panose="020F0502020204030204"/>
              </a:rPr>
              <a:t>sqlContext</a:t>
            </a:r>
            <a:endParaRPr sz="2400">
              <a:latin typeface="Calibri" panose="020F0502020204030204"/>
              <a:cs typeface="Calibri" panose="020F0502020204030204"/>
            </a:endParaRPr>
          </a:p>
          <a:p>
            <a:pPr marL="232410" indent="-219710">
              <a:lnSpc>
                <a:spcPts val="2840"/>
              </a:lnSpc>
              <a:buChar char="–"/>
              <a:tabLst>
                <a:tab pos="232410" algn="l"/>
              </a:tabLst>
            </a:pPr>
            <a:r>
              <a:rPr sz="2400" spc="-50" dirty="0">
                <a:latin typeface="Calibri" panose="020F0502020204030204"/>
                <a:cs typeface="Calibri" panose="020F0502020204030204"/>
              </a:rPr>
              <a:t>You</a:t>
            </a:r>
            <a:r>
              <a:rPr sz="2400" spc="-45" dirty="0">
                <a:latin typeface="Calibri" panose="020F0502020204030204"/>
                <a:cs typeface="Calibri" panose="020F0502020204030204"/>
              </a:rPr>
              <a:t> </a:t>
            </a:r>
            <a:r>
              <a:rPr sz="2400" dirty="0">
                <a:latin typeface="Calibri" panose="020F0502020204030204"/>
                <a:cs typeface="Calibri" panose="020F0502020204030204"/>
              </a:rPr>
              <a:t>will</a:t>
            </a:r>
            <a:r>
              <a:rPr sz="2400" spc="-50" dirty="0">
                <a:latin typeface="Calibri" panose="020F0502020204030204"/>
                <a:cs typeface="Calibri" panose="020F0502020204030204"/>
              </a:rPr>
              <a:t> </a:t>
            </a:r>
            <a:r>
              <a:rPr sz="2400" dirty="0">
                <a:latin typeface="Calibri" panose="020F0502020204030204"/>
                <a:cs typeface="Calibri" panose="020F0502020204030204"/>
              </a:rPr>
              <a:t>need</a:t>
            </a:r>
            <a:r>
              <a:rPr sz="2400" spc="-40" dirty="0">
                <a:latin typeface="Calibri" panose="020F0502020204030204"/>
                <a:cs typeface="Calibri" panose="020F0502020204030204"/>
              </a:rPr>
              <a:t> </a:t>
            </a:r>
            <a:r>
              <a:rPr sz="2400" dirty="0">
                <a:latin typeface="Calibri" panose="020F0502020204030204"/>
                <a:cs typeface="Calibri" panose="020F0502020204030204"/>
              </a:rPr>
              <a:t>to</a:t>
            </a:r>
            <a:r>
              <a:rPr sz="2400" spc="-45" dirty="0">
                <a:latin typeface="Calibri" panose="020F0502020204030204"/>
                <a:cs typeface="Calibri" panose="020F0502020204030204"/>
              </a:rPr>
              <a:t> </a:t>
            </a:r>
            <a:r>
              <a:rPr sz="2400" dirty="0">
                <a:latin typeface="Calibri" panose="020F0502020204030204"/>
                <a:cs typeface="Calibri" panose="020F0502020204030204"/>
              </a:rPr>
              <a:t>create</a:t>
            </a:r>
            <a:r>
              <a:rPr sz="2400" spc="-45" dirty="0">
                <a:latin typeface="Calibri" panose="020F0502020204030204"/>
                <a:cs typeface="Calibri" panose="020F0502020204030204"/>
              </a:rPr>
              <a:t> </a:t>
            </a:r>
            <a:r>
              <a:rPr sz="2400" dirty="0">
                <a:latin typeface="Calibri" panose="020F0502020204030204"/>
                <a:cs typeface="Calibri" panose="020F0502020204030204"/>
              </a:rPr>
              <a:t>one</a:t>
            </a:r>
            <a:r>
              <a:rPr sz="2400" spc="-40" dirty="0">
                <a:latin typeface="Calibri" panose="020F0502020204030204"/>
                <a:cs typeface="Calibri" panose="020F0502020204030204"/>
              </a:rPr>
              <a:t> </a:t>
            </a:r>
            <a:r>
              <a:rPr sz="2400" dirty="0">
                <a:latin typeface="Calibri" panose="020F0502020204030204"/>
                <a:cs typeface="Calibri" panose="020F0502020204030204"/>
              </a:rPr>
              <a:t>when</a:t>
            </a:r>
            <a:r>
              <a:rPr sz="2400" spc="-45" dirty="0">
                <a:latin typeface="Calibri" panose="020F0502020204030204"/>
                <a:cs typeface="Calibri" panose="020F0502020204030204"/>
              </a:rPr>
              <a:t> </a:t>
            </a:r>
            <a:r>
              <a:rPr sz="2400" dirty="0">
                <a:latin typeface="Calibri" panose="020F0502020204030204"/>
                <a:cs typeface="Calibri" panose="020F0502020204030204"/>
              </a:rPr>
              <a:t>writing</a:t>
            </a:r>
            <a:r>
              <a:rPr sz="2400" spc="-65"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dirty="0">
                <a:latin typeface="Calibri" panose="020F0502020204030204"/>
                <a:cs typeface="Calibri" panose="020F0502020204030204"/>
              </a:rPr>
              <a:t>Spark</a:t>
            </a:r>
            <a:r>
              <a:rPr sz="2400" spc="-55" dirty="0">
                <a:latin typeface="Calibri" panose="020F0502020204030204"/>
                <a:cs typeface="Calibri" panose="020F0502020204030204"/>
              </a:rPr>
              <a:t> </a:t>
            </a:r>
            <a:r>
              <a:rPr sz="2400" spc="-10" dirty="0">
                <a:latin typeface="Calibri" panose="020F0502020204030204"/>
                <a:cs typeface="Calibri" panose="020F0502020204030204"/>
              </a:rPr>
              <a:t>application</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Having</a:t>
            </a:r>
            <a:r>
              <a:rPr sz="2400" spc="-70" dirty="0">
                <a:latin typeface="Calibri" panose="020F0502020204030204"/>
                <a:cs typeface="Calibri" panose="020F0502020204030204"/>
              </a:rPr>
              <a:t> </a:t>
            </a:r>
            <a:r>
              <a:rPr sz="2400" dirty="0">
                <a:latin typeface="Calibri" panose="020F0502020204030204"/>
                <a:cs typeface="Calibri" panose="020F0502020204030204"/>
              </a:rPr>
              <a:t>multiple</a:t>
            </a:r>
            <a:r>
              <a:rPr sz="2400" spc="-50" dirty="0">
                <a:latin typeface="Calibri" panose="020F0502020204030204"/>
                <a:cs typeface="Calibri" panose="020F0502020204030204"/>
              </a:rPr>
              <a:t> </a:t>
            </a:r>
            <a:r>
              <a:rPr sz="2400" dirty="0">
                <a:latin typeface="Calibri" panose="020F0502020204030204"/>
                <a:cs typeface="Calibri" panose="020F0502020204030204"/>
              </a:rPr>
              <a:t>SQL</a:t>
            </a:r>
            <a:r>
              <a:rPr sz="2400" spc="-60" dirty="0">
                <a:latin typeface="Calibri" panose="020F0502020204030204"/>
                <a:cs typeface="Calibri" panose="020F0502020204030204"/>
              </a:rPr>
              <a:t> </a:t>
            </a:r>
            <a:r>
              <a:rPr sz="2400" dirty="0">
                <a:latin typeface="Calibri" panose="020F0502020204030204"/>
                <a:cs typeface="Calibri" panose="020F0502020204030204"/>
              </a:rPr>
              <a:t>context</a:t>
            </a:r>
            <a:r>
              <a:rPr sz="2400" spc="-60" dirty="0">
                <a:latin typeface="Calibri" panose="020F0502020204030204"/>
                <a:cs typeface="Calibri" panose="020F0502020204030204"/>
              </a:rPr>
              <a:t> </a:t>
            </a:r>
            <a:r>
              <a:rPr sz="2400" dirty="0">
                <a:latin typeface="Calibri" panose="020F0502020204030204"/>
                <a:cs typeface="Calibri" panose="020F0502020204030204"/>
              </a:rPr>
              <a:t>objects</a:t>
            </a:r>
            <a:r>
              <a:rPr sz="2400" spc="-55" dirty="0">
                <a:latin typeface="Calibri" panose="020F0502020204030204"/>
                <a:cs typeface="Calibri" panose="020F0502020204030204"/>
              </a:rPr>
              <a:t> </a:t>
            </a:r>
            <a:r>
              <a:rPr sz="2400" i="1" dirty="0">
                <a:latin typeface="Calibri" panose="020F0502020204030204"/>
                <a:cs typeface="Calibri" panose="020F0502020204030204"/>
              </a:rPr>
              <a:t>is</a:t>
            </a:r>
            <a:r>
              <a:rPr sz="2400" i="1" spc="-45" dirty="0">
                <a:latin typeface="Calibri" panose="020F0502020204030204"/>
                <a:cs typeface="Calibri" panose="020F0502020204030204"/>
              </a:rPr>
              <a:t> </a:t>
            </a:r>
            <a:r>
              <a:rPr sz="2400" spc="-10" dirty="0">
                <a:latin typeface="Calibri" panose="020F0502020204030204"/>
                <a:cs typeface="Calibri" panose="020F0502020204030204"/>
              </a:rPr>
              <a:t>allowed</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A</a:t>
            </a:r>
            <a:r>
              <a:rPr sz="2400" b="1" spc="-50" dirty="0">
                <a:latin typeface="Calibri" panose="020F0502020204030204"/>
                <a:cs typeface="Calibri" panose="020F0502020204030204"/>
              </a:rPr>
              <a:t> </a:t>
            </a:r>
            <a:r>
              <a:rPr sz="2400" b="1" dirty="0">
                <a:latin typeface="Calibri" panose="020F0502020204030204"/>
                <a:cs typeface="Calibri" panose="020F0502020204030204"/>
              </a:rPr>
              <a:t>SQL</a:t>
            </a:r>
            <a:r>
              <a:rPr sz="2400" b="1" spc="-25" dirty="0">
                <a:latin typeface="Calibri" panose="020F0502020204030204"/>
                <a:cs typeface="Calibri" panose="020F0502020204030204"/>
              </a:rPr>
              <a:t> </a:t>
            </a:r>
            <a:r>
              <a:rPr sz="2400" b="1" spc="-10" dirty="0">
                <a:latin typeface="Calibri" panose="020F0502020204030204"/>
                <a:cs typeface="Calibri" panose="020F0502020204030204"/>
              </a:rPr>
              <a:t>context</a:t>
            </a:r>
            <a:r>
              <a:rPr sz="2400" b="1" spc="-50" dirty="0">
                <a:latin typeface="Calibri" panose="020F0502020204030204"/>
                <a:cs typeface="Calibri" panose="020F0502020204030204"/>
              </a:rPr>
              <a:t> </a:t>
            </a:r>
            <a:r>
              <a:rPr sz="2400" b="1" dirty="0">
                <a:latin typeface="Calibri" panose="020F0502020204030204"/>
                <a:cs typeface="Calibri" panose="020F0502020204030204"/>
              </a:rPr>
              <a:t>object</a:t>
            </a:r>
            <a:r>
              <a:rPr sz="2400" b="1" spc="-40" dirty="0">
                <a:latin typeface="Calibri" panose="020F0502020204030204"/>
                <a:cs typeface="Calibri" panose="020F0502020204030204"/>
              </a:rPr>
              <a:t> </a:t>
            </a:r>
            <a:r>
              <a:rPr sz="2400" b="1" dirty="0">
                <a:latin typeface="Calibri" panose="020F0502020204030204"/>
                <a:cs typeface="Calibri" panose="020F0502020204030204"/>
              </a:rPr>
              <a:t>is</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created</a:t>
            </a:r>
            <a:r>
              <a:rPr sz="2400" b="1" spc="-30" dirty="0">
                <a:latin typeface="Calibri" panose="020F0502020204030204"/>
                <a:cs typeface="Calibri" panose="020F0502020204030204"/>
              </a:rPr>
              <a:t> </a:t>
            </a:r>
            <a:r>
              <a:rPr sz="2400" b="1" dirty="0">
                <a:latin typeface="Calibri" panose="020F0502020204030204"/>
                <a:cs typeface="Calibri" panose="020F0502020204030204"/>
              </a:rPr>
              <a:t>based</a:t>
            </a:r>
            <a:r>
              <a:rPr sz="2400" b="1" spc="-30" dirty="0">
                <a:latin typeface="Calibri" panose="020F0502020204030204"/>
                <a:cs typeface="Calibri" panose="020F0502020204030204"/>
              </a:rPr>
              <a:t> </a:t>
            </a:r>
            <a:r>
              <a:rPr sz="2400" b="1" dirty="0">
                <a:latin typeface="Calibri" panose="020F0502020204030204"/>
                <a:cs typeface="Calibri" panose="020F0502020204030204"/>
              </a:rPr>
              <a:t>on</a:t>
            </a:r>
            <a:r>
              <a:rPr sz="2400" b="1" spc="-50" dirty="0">
                <a:latin typeface="Calibri" panose="020F0502020204030204"/>
                <a:cs typeface="Calibri" panose="020F0502020204030204"/>
              </a:rPr>
              <a:t> </a:t>
            </a:r>
            <a:r>
              <a:rPr sz="2400" b="1" dirty="0">
                <a:latin typeface="Calibri" panose="020F0502020204030204"/>
                <a:cs typeface="Calibri" panose="020F0502020204030204"/>
              </a:rPr>
              <a:t>the</a:t>
            </a:r>
            <a:r>
              <a:rPr sz="2400" b="1" spc="-2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context</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977864" y="4732771"/>
            <a:ext cx="6452179" cy="1279912"/>
          </a:xfrm>
          <a:prstGeom prst="rect">
            <a:avLst/>
          </a:prstGeom>
        </p:spPr>
      </p:pic>
      <p:pic>
        <p:nvPicPr>
          <p:cNvPr id="5" name="Picture 4"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3202685" y="461594"/>
            <a:ext cx="2739390" cy="697230"/>
          </a:xfrm>
          <a:prstGeom prst="rect">
            <a:avLst/>
          </a:prstGeom>
        </p:spPr>
        <p:txBody>
          <a:bodyPr vert="horz" wrap="square" lIns="0" tIns="13335" rIns="0" bIns="0" rtlCol="0">
            <a:spAutoFit/>
          </a:bodyPr>
          <a:lstStyle/>
          <a:p>
            <a:pPr marL="12700">
              <a:lnSpc>
                <a:spcPct val="100000"/>
              </a:lnSpc>
              <a:spcBef>
                <a:spcPts val="105"/>
              </a:spcBef>
            </a:pPr>
            <a:r>
              <a:rPr spc="-10" dirty="0"/>
              <a:t>DataFrames</a:t>
            </a:r>
          </a:p>
        </p:txBody>
      </p:sp>
      <p:sp>
        <p:nvSpPr>
          <p:cNvPr id="3" name="object 3"/>
          <p:cNvSpPr txBox="1"/>
          <p:nvPr/>
        </p:nvSpPr>
        <p:spPr>
          <a:xfrm>
            <a:off x="712419" y="1984070"/>
            <a:ext cx="7232650" cy="259715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25" dirty="0">
                <a:latin typeface="Calibri" panose="020F0502020204030204"/>
                <a:cs typeface="Calibri" panose="020F0502020204030204"/>
              </a:rPr>
              <a:t> </a:t>
            </a:r>
            <a:r>
              <a:rPr sz="2400" b="1" spc="-10" dirty="0">
                <a:latin typeface="Calibri" panose="020F0502020204030204"/>
                <a:cs typeface="Calibri" panose="020F0502020204030204"/>
              </a:rPr>
              <a:t>DataFrames</a:t>
            </a:r>
            <a:r>
              <a:rPr sz="2400" b="1" spc="-30" dirty="0">
                <a:latin typeface="Calibri" panose="020F0502020204030204"/>
                <a:cs typeface="Calibri" panose="020F0502020204030204"/>
              </a:rPr>
              <a:t> </a:t>
            </a:r>
            <a:r>
              <a:rPr sz="2400" b="1" dirty="0">
                <a:latin typeface="Calibri" panose="020F0502020204030204"/>
                <a:cs typeface="Calibri" panose="020F0502020204030204"/>
              </a:rPr>
              <a:t>are</a:t>
            </a:r>
            <a:r>
              <a:rPr sz="2400" b="1" spc="-40" dirty="0">
                <a:latin typeface="Calibri" panose="020F0502020204030204"/>
                <a:cs typeface="Calibri" panose="020F0502020204030204"/>
              </a:rPr>
              <a:t> </a:t>
            </a:r>
            <a:r>
              <a:rPr sz="2400" b="1" dirty="0">
                <a:latin typeface="Calibri" panose="020F0502020204030204"/>
                <a:cs typeface="Calibri" panose="020F0502020204030204"/>
              </a:rPr>
              <a:t>the</a:t>
            </a:r>
            <a:r>
              <a:rPr sz="2400" b="1" spc="-25" dirty="0">
                <a:latin typeface="Calibri" panose="020F0502020204030204"/>
                <a:cs typeface="Calibri" panose="020F0502020204030204"/>
              </a:rPr>
              <a:t> </a:t>
            </a:r>
            <a:r>
              <a:rPr sz="2400" b="1" dirty="0">
                <a:latin typeface="Calibri" panose="020F0502020204030204"/>
                <a:cs typeface="Calibri" panose="020F0502020204030204"/>
              </a:rPr>
              <a:t>main</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abstraction</a:t>
            </a:r>
            <a:r>
              <a:rPr sz="2400" b="1" spc="-40" dirty="0">
                <a:latin typeface="Calibri" panose="020F0502020204030204"/>
                <a:cs typeface="Calibri" panose="020F0502020204030204"/>
              </a:rPr>
              <a:t> </a:t>
            </a:r>
            <a:r>
              <a:rPr sz="2400" b="1" dirty="0">
                <a:latin typeface="Calibri" panose="020F0502020204030204"/>
                <a:cs typeface="Calibri" panose="020F0502020204030204"/>
              </a:rPr>
              <a:t>in</a:t>
            </a:r>
            <a:r>
              <a:rPr sz="2400" b="1" spc="-3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0" dirty="0">
                <a:latin typeface="Calibri" panose="020F0502020204030204"/>
                <a:cs typeface="Calibri" panose="020F0502020204030204"/>
              </a:rPr>
              <a:t> </a:t>
            </a:r>
            <a:r>
              <a:rPr sz="2400" b="1" spc="-25" dirty="0">
                <a:latin typeface="Calibri" panose="020F0502020204030204"/>
                <a:cs typeface="Calibri" panose="020F0502020204030204"/>
              </a:rPr>
              <a:t>SQL</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Analogous</a:t>
            </a:r>
            <a:r>
              <a:rPr sz="2400" spc="-60" dirty="0">
                <a:latin typeface="Calibri" panose="020F0502020204030204"/>
                <a:cs typeface="Calibri" panose="020F0502020204030204"/>
              </a:rPr>
              <a:t> </a:t>
            </a:r>
            <a:r>
              <a:rPr sz="2400" dirty="0">
                <a:latin typeface="Calibri" panose="020F0502020204030204"/>
                <a:cs typeface="Calibri" panose="020F0502020204030204"/>
              </a:rPr>
              <a:t>to</a:t>
            </a:r>
            <a:r>
              <a:rPr sz="2400" spc="-40" dirty="0">
                <a:latin typeface="Calibri" panose="020F0502020204030204"/>
                <a:cs typeface="Calibri" panose="020F0502020204030204"/>
              </a:rPr>
              <a:t> </a:t>
            </a:r>
            <a:r>
              <a:rPr sz="2400" dirty="0">
                <a:latin typeface="Calibri" panose="020F0502020204030204"/>
                <a:cs typeface="Calibri" panose="020F0502020204030204"/>
              </a:rPr>
              <a:t>RDDs</a:t>
            </a:r>
            <a:r>
              <a:rPr sz="2400" spc="-50" dirty="0">
                <a:latin typeface="Calibri" panose="020F0502020204030204"/>
                <a:cs typeface="Calibri" panose="020F0502020204030204"/>
              </a:rPr>
              <a:t> </a:t>
            </a:r>
            <a:r>
              <a:rPr sz="2400" dirty="0">
                <a:latin typeface="Calibri" panose="020F0502020204030204"/>
                <a:cs typeface="Calibri" panose="020F0502020204030204"/>
              </a:rPr>
              <a:t>in</a:t>
            </a:r>
            <a:r>
              <a:rPr sz="2400" spc="-40" dirty="0">
                <a:latin typeface="Calibri" panose="020F0502020204030204"/>
                <a:cs typeface="Calibri" panose="020F0502020204030204"/>
              </a:rPr>
              <a:t> </a:t>
            </a:r>
            <a:r>
              <a:rPr sz="2400" dirty="0">
                <a:latin typeface="Calibri" panose="020F0502020204030204"/>
                <a:cs typeface="Calibri" panose="020F0502020204030204"/>
              </a:rPr>
              <a:t>core</a:t>
            </a:r>
            <a:r>
              <a:rPr sz="2400" spc="-35" dirty="0">
                <a:latin typeface="Calibri" panose="020F0502020204030204"/>
                <a:cs typeface="Calibri" panose="020F0502020204030204"/>
              </a:rPr>
              <a:t> </a:t>
            </a:r>
            <a:r>
              <a:rPr sz="2400" spc="-10" dirty="0">
                <a:latin typeface="Calibri" panose="020F0502020204030204"/>
                <a:cs typeface="Calibri" panose="020F0502020204030204"/>
              </a:rPr>
              <a:t>Spark</a:t>
            </a:r>
            <a:endParaRPr sz="2400">
              <a:latin typeface="Calibri" panose="020F0502020204030204"/>
              <a:cs typeface="Calibri" panose="020F0502020204030204"/>
            </a:endParaRPr>
          </a:p>
          <a:p>
            <a:pPr marL="12700" marR="5080" indent="219710">
              <a:lnSpc>
                <a:spcPts val="2800"/>
              </a:lnSpc>
              <a:spcBef>
                <a:spcPts val="160"/>
              </a:spcBef>
              <a:buChar char="–"/>
              <a:tabLst>
                <a:tab pos="232410" algn="l"/>
                <a:tab pos="1027430" algn="l"/>
              </a:tabLst>
            </a:pPr>
            <a:r>
              <a:rPr sz="2400" dirty="0">
                <a:latin typeface="Calibri" panose="020F0502020204030204"/>
                <a:cs typeface="Calibri" panose="020F0502020204030204"/>
              </a:rPr>
              <a:t>A</a:t>
            </a:r>
            <a:r>
              <a:rPr sz="2400" spc="-85" dirty="0">
                <a:latin typeface="Calibri" panose="020F0502020204030204"/>
                <a:cs typeface="Calibri" panose="020F0502020204030204"/>
              </a:rPr>
              <a:t> </a:t>
            </a:r>
            <a:r>
              <a:rPr sz="2400" dirty="0">
                <a:latin typeface="Calibri" panose="020F0502020204030204"/>
                <a:cs typeface="Calibri" panose="020F0502020204030204"/>
              </a:rPr>
              <a:t>distributed</a:t>
            </a:r>
            <a:r>
              <a:rPr sz="2400" spc="-85" dirty="0">
                <a:latin typeface="Calibri" panose="020F0502020204030204"/>
                <a:cs typeface="Calibri" panose="020F0502020204030204"/>
              </a:rPr>
              <a:t> </a:t>
            </a:r>
            <a:r>
              <a:rPr sz="2400" dirty="0">
                <a:latin typeface="Calibri" panose="020F0502020204030204"/>
                <a:cs typeface="Calibri" panose="020F0502020204030204"/>
              </a:rPr>
              <a:t>collection</a:t>
            </a:r>
            <a:r>
              <a:rPr sz="2400" spc="-85" dirty="0">
                <a:latin typeface="Calibri" panose="020F0502020204030204"/>
                <a:cs typeface="Calibri" panose="020F0502020204030204"/>
              </a:rPr>
              <a:t> </a:t>
            </a:r>
            <a:r>
              <a:rPr sz="2400" dirty="0">
                <a:latin typeface="Calibri" panose="020F0502020204030204"/>
                <a:cs typeface="Calibri" panose="020F0502020204030204"/>
              </a:rPr>
              <a:t>of</a:t>
            </a:r>
            <a:r>
              <a:rPr sz="2400" spc="-75" dirty="0">
                <a:latin typeface="Calibri" panose="020F0502020204030204"/>
                <a:cs typeface="Calibri" panose="020F0502020204030204"/>
              </a:rPr>
              <a:t> </a:t>
            </a:r>
            <a:r>
              <a:rPr sz="2400" dirty="0">
                <a:latin typeface="Calibri" panose="020F0502020204030204"/>
                <a:cs typeface="Calibri" panose="020F0502020204030204"/>
              </a:rPr>
              <a:t>structured</a:t>
            </a:r>
            <a:r>
              <a:rPr sz="2400" spc="-85" dirty="0">
                <a:latin typeface="Calibri" panose="020F0502020204030204"/>
                <a:cs typeface="Calibri" panose="020F0502020204030204"/>
              </a:rPr>
              <a:t> </a:t>
            </a:r>
            <a:r>
              <a:rPr sz="2400" dirty="0">
                <a:latin typeface="Calibri" panose="020F0502020204030204"/>
                <a:cs typeface="Calibri" panose="020F0502020204030204"/>
              </a:rPr>
              <a:t>data</a:t>
            </a:r>
            <a:r>
              <a:rPr sz="2400" spc="-80" dirty="0">
                <a:latin typeface="Calibri" panose="020F0502020204030204"/>
                <a:cs typeface="Calibri" panose="020F0502020204030204"/>
              </a:rPr>
              <a:t> </a:t>
            </a:r>
            <a:r>
              <a:rPr sz="2400" spc="-10" dirty="0">
                <a:latin typeface="Calibri" panose="020F0502020204030204"/>
                <a:cs typeface="Calibri" panose="020F0502020204030204"/>
              </a:rPr>
              <a:t>organized</a:t>
            </a:r>
            <a:r>
              <a:rPr sz="2400" spc="-75" dirty="0">
                <a:latin typeface="Calibri" panose="020F0502020204030204"/>
                <a:cs typeface="Calibri" panose="020F0502020204030204"/>
              </a:rPr>
              <a:t> </a:t>
            </a:r>
            <a:r>
              <a:rPr sz="2400" spc="-20" dirty="0">
                <a:latin typeface="Calibri" panose="020F0502020204030204"/>
                <a:cs typeface="Calibri" panose="020F0502020204030204"/>
              </a:rPr>
              <a:t>into </a:t>
            </a:r>
            <a:r>
              <a:rPr sz="2400" spc="-10" dirty="0">
                <a:latin typeface="Calibri" panose="020F0502020204030204"/>
                <a:cs typeface="Calibri" panose="020F0502020204030204"/>
              </a:rPr>
              <a:t>named</a:t>
            </a:r>
            <a:r>
              <a:rPr sz="2400" dirty="0">
                <a:latin typeface="Calibri" panose="020F0502020204030204"/>
                <a:cs typeface="Calibri" panose="020F0502020204030204"/>
              </a:rPr>
              <a:t>	</a:t>
            </a:r>
            <a:r>
              <a:rPr sz="2400" spc="-10" dirty="0">
                <a:latin typeface="Calibri" panose="020F0502020204030204"/>
                <a:cs typeface="Calibri" panose="020F0502020204030204"/>
              </a:rPr>
              <a:t>columns</a:t>
            </a:r>
            <a:endParaRPr sz="2400">
              <a:latin typeface="Calibri" panose="020F0502020204030204"/>
              <a:cs typeface="Calibri" panose="020F0502020204030204"/>
            </a:endParaRPr>
          </a:p>
          <a:p>
            <a:pPr marL="232410" indent="-219710">
              <a:lnSpc>
                <a:spcPct val="100000"/>
              </a:lnSpc>
              <a:spcBef>
                <a:spcPts val="2880"/>
              </a:spcBef>
              <a:buChar char="–"/>
              <a:tabLst>
                <a:tab pos="232410" algn="l"/>
              </a:tabLst>
            </a:pPr>
            <a:r>
              <a:rPr sz="2400" dirty="0">
                <a:latin typeface="Calibri" panose="020F0502020204030204"/>
                <a:cs typeface="Calibri" panose="020F0502020204030204"/>
              </a:rPr>
              <a:t>Built</a:t>
            </a:r>
            <a:r>
              <a:rPr sz="2400" spc="-55" dirty="0">
                <a:latin typeface="Calibri" panose="020F0502020204030204"/>
                <a:cs typeface="Calibri" panose="020F0502020204030204"/>
              </a:rPr>
              <a:t> </a:t>
            </a:r>
            <a:r>
              <a:rPr sz="2400" dirty="0">
                <a:latin typeface="Calibri" panose="020F0502020204030204"/>
                <a:cs typeface="Calibri" panose="020F0502020204030204"/>
              </a:rPr>
              <a:t>on</a:t>
            </a:r>
            <a:r>
              <a:rPr sz="2400" spc="-30"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i="1" dirty="0">
                <a:latin typeface="Calibri" panose="020F0502020204030204"/>
                <a:cs typeface="Calibri" panose="020F0502020204030204"/>
              </a:rPr>
              <a:t>base</a:t>
            </a:r>
            <a:r>
              <a:rPr sz="2400" i="1" spc="-20" dirty="0">
                <a:latin typeface="Calibri" panose="020F0502020204030204"/>
                <a:cs typeface="Calibri" panose="020F0502020204030204"/>
              </a:rPr>
              <a:t> </a:t>
            </a:r>
            <a:r>
              <a:rPr sz="2400" i="1" dirty="0">
                <a:latin typeface="Calibri" panose="020F0502020204030204"/>
                <a:cs typeface="Calibri" panose="020F0502020204030204"/>
              </a:rPr>
              <a:t>RDD</a:t>
            </a:r>
            <a:r>
              <a:rPr sz="2400" i="1" spc="-40" dirty="0">
                <a:latin typeface="Calibri" panose="020F0502020204030204"/>
                <a:cs typeface="Calibri" panose="020F0502020204030204"/>
              </a:rPr>
              <a:t> </a:t>
            </a:r>
            <a:r>
              <a:rPr sz="2400" dirty="0">
                <a:latin typeface="Calibri" panose="020F0502020204030204"/>
                <a:cs typeface="Calibri" panose="020F0502020204030204"/>
              </a:rPr>
              <a:t>containing</a:t>
            </a:r>
            <a:r>
              <a:rPr sz="2400" spc="-45" dirty="0">
                <a:latin typeface="Calibri" panose="020F0502020204030204"/>
                <a:cs typeface="Calibri" panose="020F0502020204030204"/>
              </a:rPr>
              <a:t> </a:t>
            </a:r>
            <a:r>
              <a:rPr sz="2400" b="1" dirty="0">
                <a:latin typeface="Calibri" panose="020F0502020204030204"/>
                <a:cs typeface="Calibri" panose="020F0502020204030204"/>
              </a:rPr>
              <a:t>Row</a:t>
            </a:r>
            <a:r>
              <a:rPr sz="2400" b="1" spc="-50" dirty="0">
                <a:latin typeface="Calibri" panose="020F0502020204030204"/>
                <a:cs typeface="Calibri" panose="020F0502020204030204"/>
              </a:rPr>
              <a:t> </a:t>
            </a:r>
            <a:r>
              <a:rPr sz="2400" spc="-10" dirty="0">
                <a:latin typeface="Calibri" panose="020F0502020204030204"/>
                <a:cs typeface="Calibri" panose="020F0502020204030204"/>
              </a:rPr>
              <a:t>objects</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12065" rIns="0" bIns="0" rtlCol="0">
            <a:spAutoFit/>
          </a:bodyPr>
          <a:lstStyle/>
          <a:p>
            <a:pPr marL="3320415" marR="5080" indent="-2798445">
              <a:lnSpc>
                <a:spcPct val="100000"/>
              </a:lnSpc>
              <a:spcBef>
                <a:spcPts val="95"/>
              </a:spcBef>
            </a:pPr>
            <a:r>
              <a:rPr sz="4000" dirty="0"/>
              <a:t>Creating</a:t>
            </a:r>
            <a:r>
              <a:rPr sz="4000" spc="-85" dirty="0"/>
              <a:t> </a:t>
            </a:r>
            <a:r>
              <a:rPr sz="4000" dirty="0"/>
              <a:t>a</a:t>
            </a:r>
            <a:r>
              <a:rPr sz="4000" spc="-80" dirty="0"/>
              <a:t> </a:t>
            </a:r>
            <a:r>
              <a:rPr sz="4000" spc="-20" dirty="0"/>
              <a:t>DataFrame</a:t>
            </a:r>
            <a:r>
              <a:rPr sz="4000" spc="-110" dirty="0"/>
              <a:t> </a:t>
            </a:r>
            <a:r>
              <a:rPr sz="4000" dirty="0"/>
              <a:t>from</a:t>
            </a:r>
            <a:r>
              <a:rPr sz="4000" spc="-60" dirty="0"/>
              <a:t> </a:t>
            </a:r>
            <a:r>
              <a:rPr sz="4000" dirty="0"/>
              <a:t>a</a:t>
            </a:r>
            <a:r>
              <a:rPr sz="4000" spc="-70" dirty="0"/>
              <a:t> </a:t>
            </a:r>
            <a:r>
              <a:rPr sz="4000" spc="-20" dirty="0"/>
              <a:t>Data </a:t>
            </a:r>
            <a:r>
              <a:rPr sz="4000" spc="-10" dirty="0"/>
              <a:t>Source</a:t>
            </a:r>
            <a:endParaRPr sz="4000"/>
          </a:p>
        </p:txBody>
      </p:sp>
      <p:sp>
        <p:nvSpPr>
          <p:cNvPr id="3" name="object 3"/>
          <p:cNvSpPr txBox="1"/>
          <p:nvPr/>
        </p:nvSpPr>
        <p:spPr>
          <a:xfrm>
            <a:off x="840739" y="1873122"/>
            <a:ext cx="6819265" cy="404939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spc="-10" dirty="0">
                <a:latin typeface="Calibri" panose="020F0502020204030204"/>
                <a:cs typeface="Calibri" panose="020F0502020204030204"/>
              </a:rPr>
              <a:t>sqlContext.read</a:t>
            </a:r>
            <a:r>
              <a:rPr sz="2400" b="1" spc="-50" dirty="0">
                <a:latin typeface="Calibri" panose="020F0502020204030204"/>
                <a:cs typeface="Calibri" panose="020F0502020204030204"/>
              </a:rPr>
              <a:t> </a:t>
            </a:r>
            <a:r>
              <a:rPr sz="2400" b="1" dirty="0">
                <a:latin typeface="Calibri" panose="020F0502020204030204"/>
                <a:cs typeface="Calibri" panose="020F0502020204030204"/>
              </a:rPr>
              <a:t>returns</a:t>
            </a:r>
            <a:r>
              <a:rPr sz="2400" b="1" spc="-35" dirty="0">
                <a:latin typeface="Calibri" panose="020F0502020204030204"/>
                <a:cs typeface="Calibri" panose="020F0502020204030204"/>
              </a:rPr>
              <a:t> </a:t>
            </a:r>
            <a:r>
              <a:rPr sz="2400" b="1" dirty="0">
                <a:latin typeface="Calibri" panose="020F0502020204030204"/>
                <a:cs typeface="Calibri" panose="020F0502020204030204"/>
              </a:rPr>
              <a:t>a</a:t>
            </a:r>
            <a:r>
              <a:rPr sz="2400" b="1" spc="-45" dirty="0">
                <a:latin typeface="Calibri" panose="020F0502020204030204"/>
                <a:cs typeface="Calibri" panose="020F0502020204030204"/>
              </a:rPr>
              <a:t> </a:t>
            </a:r>
            <a:r>
              <a:rPr sz="2400" b="1" spc="-20" dirty="0">
                <a:latin typeface="Calibri" panose="020F0502020204030204"/>
                <a:cs typeface="Calibri" panose="020F0502020204030204"/>
              </a:rPr>
              <a:t>DataFrameReader</a:t>
            </a:r>
            <a:r>
              <a:rPr sz="2400" b="1" spc="-70" dirty="0">
                <a:latin typeface="Calibri" panose="020F0502020204030204"/>
                <a:cs typeface="Calibri" panose="020F0502020204030204"/>
              </a:rPr>
              <a:t> </a:t>
            </a:r>
            <a:r>
              <a:rPr sz="2400" b="1" spc="-10" dirty="0">
                <a:latin typeface="Calibri" panose="020F0502020204030204"/>
                <a:cs typeface="Calibri" panose="020F0502020204030204"/>
              </a:rPr>
              <a:t>object</a:t>
            </a:r>
            <a:endParaRPr sz="2400">
              <a:latin typeface="Calibri" panose="020F0502020204030204"/>
              <a:cs typeface="Calibri" panose="020F0502020204030204"/>
            </a:endParaRPr>
          </a:p>
          <a:p>
            <a:pPr>
              <a:lnSpc>
                <a:spcPct val="100000"/>
              </a:lnSpc>
              <a:spcBef>
                <a:spcPts val="110"/>
              </a:spcBef>
            </a:pPr>
            <a:endParaRPr sz="2400">
              <a:latin typeface="Calibri" panose="020F0502020204030204"/>
              <a:cs typeface="Calibri" panose="020F0502020204030204"/>
            </a:endParaRPr>
          </a:p>
          <a:p>
            <a:pPr marL="12700" marR="5080">
              <a:lnSpc>
                <a:spcPts val="2800"/>
              </a:lnSpc>
              <a:tabLst>
                <a:tab pos="1519555" algn="l"/>
              </a:tabLst>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spc="-20" dirty="0">
                <a:latin typeface="Calibri" panose="020F0502020204030204"/>
                <a:cs typeface="Calibri" panose="020F0502020204030204"/>
              </a:rPr>
              <a:t>DataFrameReader</a:t>
            </a:r>
            <a:r>
              <a:rPr sz="2400" b="1" spc="-75" dirty="0">
                <a:latin typeface="Calibri" panose="020F0502020204030204"/>
                <a:cs typeface="Calibri" panose="020F0502020204030204"/>
              </a:rPr>
              <a:t> </a:t>
            </a:r>
            <a:r>
              <a:rPr sz="2400" b="1" dirty="0">
                <a:latin typeface="Calibri" panose="020F0502020204030204"/>
                <a:cs typeface="Calibri" panose="020F0502020204030204"/>
              </a:rPr>
              <a:t>provides</a:t>
            </a:r>
            <a:r>
              <a:rPr sz="2400" b="1" spc="-55" dirty="0">
                <a:latin typeface="Calibri" panose="020F0502020204030204"/>
                <a:cs typeface="Calibri" panose="020F0502020204030204"/>
              </a:rPr>
              <a:t> </a:t>
            </a:r>
            <a:r>
              <a:rPr sz="2400" b="1" dirty="0">
                <a:latin typeface="Calibri" panose="020F0502020204030204"/>
                <a:cs typeface="Calibri" panose="020F0502020204030204"/>
              </a:rPr>
              <a:t>the</a:t>
            </a:r>
            <a:r>
              <a:rPr sz="2400" b="1" spc="-40" dirty="0">
                <a:latin typeface="Calibri" panose="020F0502020204030204"/>
                <a:cs typeface="Calibri" panose="020F0502020204030204"/>
              </a:rPr>
              <a:t> </a:t>
            </a:r>
            <a:r>
              <a:rPr sz="2400" b="1" dirty="0">
                <a:latin typeface="Calibri" panose="020F0502020204030204"/>
                <a:cs typeface="Calibri" panose="020F0502020204030204"/>
              </a:rPr>
              <a:t>functionality</a:t>
            </a:r>
            <a:r>
              <a:rPr sz="2400" b="1" spc="-35" dirty="0">
                <a:latin typeface="Calibri" panose="020F0502020204030204"/>
                <a:cs typeface="Calibri" panose="020F0502020204030204"/>
              </a:rPr>
              <a:t> </a:t>
            </a:r>
            <a:r>
              <a:rPr sz="2400" b="1" dirty="0">
                <a:latin typeface="Calibri" panose="020F0502020204030204"/>
                <a:cs typeface="Calibri" panose="020F0502020204030204"/>
              </a:rPr>
              <a:t>to</a:t>
            </a:r>
            <a:r>
              <a:rPr sz="2400" b="1" spc="-40" dirty="0">
                <a:latin typeface="Calibri" panose="020F0502020204030204"/>
                <a:cs typeface="Calibri" panose="020F0502020204030204"/>
              </a:rPr>
              <a:t> </a:t>
            </a:r>
            <a:r>
              <a:rPr sz="2400" b="1" spc="-20" dirty="0">
                <a:latin typeface="Calibri" panose="020F0502020204030204"/>
                <a:cs typeface="Calibri" panose="020F0502020204030204"/>
              </a:rPr>
              <a:t>load </a:t>
            </a:r>
            <a:r>
              <a:rPr sz="2400" b="1" dirty="0">
                <a:latin typeface="Calibri" panose="020F0502020204030204"/>
                <a:cs typeface="Calibri" panose="020F0502020204030204"/>
              </a:rPr>
              <a:t>data</a:t>
            </a:r>
            <a:r>
              <a:rPr sz="2400" b="1" spc="-80" dirty="0">
                <a:latin typeface="Calibri" panose="020F0502020204030204"/>
                <a:cs typeface="Calibri" panose="020F0502020204030204"/>
              </a:rPr>
              <a:t> </a:t>
            </a:r>
            <a:r>
              <a:rPr sz="2400" b="1" dirty="0">
                <a:latin typeface="Calibri" panose="020F0502020204030204"/>
                <a:cs typeface="Calibri" panose="020F0502020204030204"/>
              </a:rPr>
              <a:t>into</a:t>
            </a:r>
            <a:r>
              <a:rPr sz="2400" b="1" spc="-85" dirty="0">
                <a:latin typeface="Calibri" panose="020F0502020204030204"/>
                <a:cs typeface="Calibri" panose="020F0502020204030204"/>
              </a:rPr>
              <a:t> </a:t>
            </a:r>
            <a:r>
              <a:rPr sz="2400" b="1" spc="-50" dirty="0">
                <a:latin typeface="Calibri" panose="020F0502020204030204"/>
                <a:cs typeface="Calibri" panose="020F0502020204030204"/>
              </a:rPr>
              <a:t>a</a:t>
            </a:r>
            <a:r>
              <a:rPr sz="2400" b="1" dirty="0">
                <a:latin typeface="Calibri" panose="020F0502020204030204"/>
                <a:cs typeface="Calibri" panose="020F0502020204030204"/>
              </a:rPr>
              <a:t>	</a:t>
            </a:r>
            <a:r>
              <a:rPr sz="2400" b="1" spc="-10" dirty="0">
                <a:latin typeface="Calibri" panose="020F0502020204030204"/>
                <a:cs typeface="Calibri" panose="020F0502020204030204"/>
              </a:rPr>
              <a:t>DataFrame</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spc="-10" dirty="0">
                <a:latin typeface="Calibri" panose="020F0502020204030204"/>
                <a:cs typeface="Calibri" panose="020F0502020204030204"/>
              </a:rPr>
              <a:t>Convenience</a:t>
            </a:r>
            <a:r>
              <a:rPr sz="2400" b="1" spc="-20" dirty="0">
                <a:latin typeface="Calibri" panose="020F0502020204030204"/>
                <a:cs typeface="Calibri" panose="020F0502020204030204"/>
              </a:rPr>
              <a:t> </a:t>
            </a:r>
            <a:r>
              <a:rPr sz="2400" b="1" spc="-10" dirty="0">
                <a:latin typeface="Calibri" panose="020F0502020204030204"/>
                <a:cs typeface="Calibri" panose="020F0502020204030204"/>
              </a:rPr>
              <a:t>functions</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json(</a:t>
            </a:r>
            <a:r>
              <a:rPr sz="2400" b="1" i="1" spc="-10" dirty="0">
                <a:latin typeface="Calibri" panose="020F0502020204030204"/>
                <a:cs typeface="Calibri" panose="020F0502020204030204"/>
              </a:rPr>
              <a:t>filename</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parquet(</a:t>
            </a:r>
            <a:r>
              <a:rPr sz="2400" b="1" i="1" spc="-10" dirty="0">
                <a:latin typeface="Calibri" panose="020F0502020204030204"/>
                <a:cs typeface="Calibri" panose="020F0502020204030204"/>
              </a:rPr>
              <a:t>filename</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spcBef>
                <a:spcPts val="5"/>
              </a:spcBef>
            </a:pPr>
            <a:r>
              <a:rPr sz="2400" spc="-10" dirty="0">
                <a:latin typeface="Calibri" panose="020F0502020204030204"/>
                <a:cs typeface="Calibri" panose="020F0502020204030204"/>
              </a:rPr>
              <a:t>–</a:t>
            </a:r>
            <a:r>
              <a:rPr sz="2400" b="1" spc="-10" dirty="0">
                <a:latin typeface="Calibri" panose="020F0502020204030204"/>
                <a:cs typeface="Calibri" panose="020F0502020204030204"/>
              </a:rPr>
              <a:t>orc(</a:t>
            </a:r>
            <a:r>
              <a:rPr sz="2400" b="1" i="1" spc="-10" dirty="0">
                <a:latin typeface="Calibri" panose="020F0502020204030204"/>
                <a:cs typeface="Calibri" panose="020F0502020204030204"/>
              </a:rPr>
              <a:t>filename</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20" dirty="0">
                <a:latin typeface="Calibri" panose="020F0502020204030204"/>
                <a:cs typeface="Calibri" panose="020F0502020204030204"/>
              </a:rPr>
              <a:t>table(</a:t>
            </a:r>
            <a:r>
              <a:rPr sz="2400" b="1" i="1" spc="-20" dirty="0">
                <a:latin typeface="Calibri" panose="020F0502020204030204"/>
                <a:cs typeface="Calibri" panose="020F0502020204030204"/>
              </a:rPr>
              <a:t>hive-</a:t>
            </a:r>
            <a:r>
              <a:rPr sz="2400" b="1" i="1" spc="-10" dirty="0">
                <a:latin typeface="Calibri" panose="020F0502020204030204"/>
                <a:cs typeface="Calibri" panose="020F0502020204030204"/>
              </a:rPr>
              <a:t>tablename</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jdbc(</a:t>
            </a:r>
            <a:r>
              <a:rPr sz="2400" b="1" i="1" spc="-10" dirty="0">
                <a:latin typeface="Calibri" panose="020F0502020204030204"/>
                <a:cs typeface="Calibri" panose="020F0502020204030204"/>
              </a:rPr>
              <a:t>url</a:t>
            </a:r>
            <a:r>
              <a:rPr sz="2400" b="1" spc="-10" dirty="0">
                <a:latin typeface="Calibri" panose="020F0502020204030204"/>
                <a:cs typeface="Calibri" panose="020F0502020204030204"/>
              </a:rPr>
              <a:t>,</a:t>
            </a:r>
            <a:r>
              <a:rPr sz="2400" b="1" i="1" spc="-10" dirty="0">
                <a:latin typeface="Calibri" panose="020F0502020204030204"/>
                <a:cs typeface="Calibri" panose="020F0502020204030204"/>
              </a:rPr>
              <a:t>table</a:t>
            </a:r>
            <a:r>
              <a:rPr sz="2400" b="1" spc="-10" dirty="0">
                <a:latin typeface="Calibri" panose="020F0502020204030204"/>
                <a:cs typeface="Calibri" panose="020F0502020204030204"/>
              </a:rPr>
              <a:t>,</a:t>
            </a:r>
            <a:r>
              <a:rPr sz="2400" b="1" i="1" spc="-10" dirty="0">
                <a:latin typeface="Calibri" panose="020F0502020204030204"/>
                <a:cs typeface="Calibri" panose="020F0502020204030204"/>
              </a:rPr>
              <a:t>options</a:t>
            </a:r>
            <a:r>
              <a:rPr sz="2400" b="1" spc="-10" dirty="0">
                <a:latin typeface="Calibri" panose="020F0502020204030204"/>
                <a:cs typeface="Calibri" panose="020F0502020204030204"/>
              </a:rPr>
              <a: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56870" y="-21771"/>
            <a:ext cx="749808" cy="630936"/>
          </a:xfrm>
          <a:prstGeom prst="rect">
            <a:avLst/>
          </a:prstGeom>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0155" y="457200"/>
            <a:ext cx="8057718" cy="1244600"/>
          </a:xfrm>
          <a:prstGeom prst="rect">
            <a:avLst/>
          </a:prstGeom>
        </p:spPr>
        <p:txBody>
          <a:bodyPr vert="horz" wrap="square" lIns="0" tIns="12065" rIns="0" bIns="0" rtlCol="0">
            <a:spAutoFit/>
          </a:bodyPr>
          <a:lstStyle/>
          <a:p>
            <a:pPr marL="3077210" marR="5080" indent="-3014980">
              <a:lnSpc>
                <a:spcPct val="100000"/>
              </a:lnSpc>
              <a:spcBef>
                <a:spcPts val="95"/>
              </a:spcBef>
            </a:pPr>
            <a:r>
              <a:rPr sz="4000" spc="-10" dirty="0"/>
              <a:t>Example:</a:t>
            </a:r>
            <a:r>
              <a:rPr sz="4000" spc="-130" dirty="0"/>
              <a:t> </a:t>
            </a:r>
            <a:r>
              <a:rPr sz="4000" dirty="0"/>
              <a:t>Creating</a:t>
            </a:r>
            <a:r>
              <a:rPr sz="4000" spc="-140" dirty="0"/>
              <a:t> </a:t>
            </a:r>
            <a:r>
              <a:rPr sz="4000" dirty="0"/>
              <a:t>a</a:t>
            </a:r>
            <a:r>
              <a:rPr sz="4000" spc="-140" dirty="0"/>
              <a:t> </a:t>
            </a:r>
            <a:r>
              <a:rPr sz="4000" spc="-10" dirty="0"/>
              <a:t>DataFrame</a:t>
            </a:r>
            <a:r>
              <a:rPr sz="4000" spc="-135" dirty="0"/>
              <a:t> </a:t>
            </a:r>
            <a:r>
              <a:rPr sz="4000" dirty="0"/>
              <a:t>from</a:t>
            </a:r>
            <a:r>
              <a:rPr sz="4000" spc="-120" dirty="0"/>
              <a:t> </a:t>
            </a:r>
            <a:r>
              <a:rPr sz="4000" spc="-50" dirty="0"/>
              <a:t>a </a:t>
            </a:r>
            <a:r>
              <a:rPr sz="4000" dirty="0"/>
              <a:t>JSON</a:t>
            </a:r>
            <a:r>
              <a:rPr sz="4000" spc="-80" dirty="0"/>
              <a:t> </a:t>
            </a:r>
            <a:r>
              <a:rPr sz="4000" spc="-20" dirty="0"/>
              <a:t>File</a:t>
            </a:r>
            <a:endParaRPr sz="4000" dirty="0"/>
          </a:p>
        </p:txBody>
      </p:sp>
      <p:pic>
        <p:nvPicPr>
          <p:cNvPr id="3" name="object 3"/>
          <p:cNvPicPr/>
          <p:nvPr/>
        </p:nvPicPr>
        <p:blipFill>
          <a:blip r:embed="rId2" cstate="print"/>
          <a:stretch>
            <a:fillRect/>
          </a:stretch>
        </p:blipFill>
        <p:spPr>
          <a:xfrm>
            <a:off x="630518" y="1990962"/>
            <a:ext cx="7877355" cy="3237294"/>
          </a:xfrm>
          <a:prstGeom prst="rect">
            <a:avLst/>
          </a:prstGeom>
        </p:spPr>
      </p:pic>
      <p:pic>
        <p:nvPicPr>
          <p:cNvPr id="4" name="Picture 3" descr="wingspan_logo.png"/>
          <p:cNvPicPr>
            <a:picLocks noChangeAspect="1"/>
          </p:cNvPicPr>
          <p:nvPr/>
        </p:nvPicPr>
        <p:blipFill>
          <a:blip r:embed="rId3"/>
          <a:stretch>
            <a:fillRect/>
          </a:stretch>
        </p:blipFill>
        <p:spPr>
          <a:xfrm>
            <a:off x="8397302" y="0"/>
            <a:ext cx="749808" cy="630936"/>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5741" y="315468"/>
            <a:ext cx="8057718" cy="1244600"/>
          </a:xfrm>
          <a:prstGeom prst="rect">
            <a:avLst/>
          </a:prstGeom>
        </p:spPr>
        <p:txBody>
          <a:bodyPr vert="horz" wrap="square" lIns="0" tIns="12065" rIns="0" bIns="0" rtlCol="0">
            <a:spAutoFit/>
          </a:bodyPr>
          <a:lstStyle/>
          <a:p>
            <a:pPr marL="2169160" marR="5080" indent="-2106930">
              <a:lnSpc>
                <a:spcPct val="100000"/>
              </a:lnSpc>
              <a:spcBef>
                <a:spcPts val="95"/>
              </a:spcBef>
            </a:pPr>
            <a:r>
              <a:rPr sz="4000" spc="-10" dirty="0"/>
              <a:t>Example:</a:t>
            </a:r>
            <a:r>
              <a:rPr sz="4000" spc="-130" dirty="0"/>
              <a:t> </a:t>
            </a:r>
            <a:r>
              <a:rPr sz="4000" dirty="0"/>
              <a:t>Creating</a:t>
            </a:r>
            <a:r>
              <a:rPr sz="4000" spc="-140" dirty="0"/>
              <a:t> </a:t>
            </a:r>
            <a:r>
              <a:rPr sz="4000" dirty="0"/>
              <a:t>a</a:t>
            </a:r>
            <a:r>
              <a:rPr sz="4000" spc="-140" dirty="0"/>
              <a:t> </a:t>
            </a:r>
            <a:r>
              <a:rPr sz="4000" spc="-10" dirty="0"/>
              <a:t>DataFrame</a:t>
            </a:r>
            <a:r>
              <a:rPr sz="4000" spc="-135" dirty="0"/>
              <a:t> </a:t>
            </a:r>
            <a:r>
              <a:rPr sz="4000" dirty="0"/>
              <a:t>from</a:t>
            </a:r>
            <a:r>
              <a:rPr sz="4000" spc="-120" dirty="0"/>
              <a:t> </a:t>
            </a:r>
            <a:r>
              <a:rPr sz="4000" spc="-50" dirty="0"/>
              <a:t>a </a:t>
            </a:r>
            <a:r>
              <a:rPr sz="4000" dirty="0"/>
              <a:t>Hive/Impala</a:t>
            </a:r>
            <a:r>
              <a:rPr sz="4000" spc="-190" dirty="0"/>
              <a:t> </a:t>
            </a:r>
            <a:r>
              <a:rPr sz="4000" spc="-10" dirty="0"/>
              <a:t>Table</a:t>
            </a:r>
            <a:endParaRPr sz="4000" dirty="0"/>
          </a:p>
        </p:txBody>
      </p:sp>
      <p:pic>
        <p:nvPicPr>
          <p:cNvPr id="3" name="object 3"/>
          <p:cNvPicPr/>
          <p:nvPr/>
        </p:nvPicPr>
        <p:blipFill>
          <a:blip r:embed="rId2" cstate="print"/>
          <a:stretch>
            <a:fillRect/>
          </a:stretch>
        </p:blipFill>
        <p:spPr>
          <a:xfrm>
            <a:off x="793005" y="1984596"/>
            <a:ext cx="7720454" cy="3498993"/>
          </a:xfrm>
          <a:prstGeom prst="rect">
            <a:avLst/>
          </a:prstGeom>
        </p:spPr>
      </p:pic>
      <p:pic>
        <p:nvPicPr>
          <p:cNvPr id="4" name="Picture 3" descr="wingspan_logo.png"/>
          <p:cNvPicPr>
            <a:picLocks noChangeAspect="1"/>
          </p:cNvPicPr>
          <p:nvPr/>
        </p:nvPicPr>
        <p:blipFill>
          <a:blip r:embed="rId3"/>
          <a:stretch>
            <a:fillRect/>
          </a:stretch>
        </p:blipFill>
        <p:spPr>
          <a:xfrm>
            <a:off x="8395747" y="0"/>
            <a:ext cx="749808" cy="630936"/>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704189" y="496646"/>
            <a:ext cx="7740650" cy="635000"/>
          </a:xfrm>
          <a:prstGeom prst="rect">
            <a:avLst/>
          </a:prstGeom>
        </p:spPr>
        <p:txBody>
          <a:bodyPr vert="horz" wrap="square" lIns="0" tIns="12065" rIns="0" bIns="0" rtlCol="0">
            <a:spAutoFit/>
          </a:bodyPr>
          <a:lstStyle/>
          <a:p>
            <a:pPr marL="12700">
              <a:lnSpc>
                <a:spcPct val="100000"/>
              </a:lnSpc>
              <a:spcBef>
                <a:spcPts val="95"/>
              </a:spcBef>
            </a:pPr>
            <a:r>
              <a:rPr sz="4000" dirty="0"/>
              <a:t>Loading</a:t>
            </a:r>
            <a:r>
              <a:rPr sz="4000" spc="-80" dirty="0"/>
              <a:t> </a:t>
            </a:r>
            <a:r>
              <a:rPr sz="4000" dirty="0"/>
              <a:t>from</a:t>
            </a:r>
            <a:r>
              <a:rPr sz="4000" spc="-70" dirty="0"/>
              <a:t> </a:t>
            </a:r>
            <a:r>
              <a:rPr sz="4000" dirty="0"/>
              <a:t>a</a:t>
            </a:r>
            <a:r>
              <a:rPr sz="4000" spc="-85" dirty="0"/>
              <a:t> </a:t>
            </a:r>
            <a:r>
              <a:rPr sz="4000" dirty="0"/>
              <a:t>Data</a:t>
            </a:r>
            <a:r>
              <a:rPr sz="4000" spc="-105" dirty="0"/>
              <a:t> </a:t>
            </a:r>
            <a:r>
              <a:rPr sz="4000" dirty="0"/>
              <a:t>Source</a:t>
            </a:r>
            <a:r>
              <a:rPr sz="4000" spc="-80" dirty="0"/>
              <a:t> </a:t>
            </a:r>
            <a:r>
              <a:rPr sz="4000" spc="-10" dirty="0"/>
              <a:t>Manually</a:t>
            </a:r>
            <a:endParaRPr sz="4000"/>
          </a:p>
        </p:txBody>
      </p:sp>
      <p:sp>
        <p:nvSpPr>
          <p:cNvPr id="3" name="object 3"/>
          <p:cNvSpPr txBox="1"/>
          <p:nvPr/>
        </p:nvSpPr>
        <p:spPr>
          <a:xfrm>
            <a:off x="383540" y="1385061"/>
            <a:ext cx="7588884" cy="22205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65" dirty="0">
                <a:latin typeface="Calibri" panose="020F0502020204030204"/>
                <a:cs typeface="Calibri" panose="020F0502020204030204"/>
              </a:rPr>
              <a:t> </a:t>
            </a:r>
            <a:r>
              <a:rPr sz="2400" b="1" spc="-45" dirty="0">
                <a:latin typeface="Calibri" panose="020F0502020204030204"/>
                <a:cs typeface="Calibri" panose="020F0502020204030204"/>
              </a:rPr>
              <a:t>You</a:t>
            </a:r>
            <a:r>
              <a:rPr sz="2400" b="1" spc="-75" dirty="0">
                <a:latin typeface="Calibri" panose="020F0502020204030204"/>
                <a:cs typeface="Calibri" panose="020F0502020204030204"/>
              </a:rPr>
              <a:t> </a:t>
            </a:r>
            <a:r>
              <a:rPr sz="2400" b="1" dirty="0">
                <a:latin typeface="Calibri" panose="020F0502020204030204"/>
                <a:cs typeface="Calibri" panose="020F0502020204030204"/>
              </a:rPr>
              <a:t>can</a:t>
            </a:r>
            <a:r>
              <a:rPr sz="2400" b="1" spc="-80" dirty="0">
                <a:latin typeface="Calibri" panose="020F0502020204030204"/>
                <a:cs typeface="Calibri" panose="020F0502020204030204"/>
              </a:rPr>
              <a:t> </a:t>
            </a:r>
            <a:r>
              <a:rPr sz="2400" b="1" dirty="0">
                <a:latin typeface="Calibri" panose="020F0502020204030204"/>
                <a:cs typeface="Calibri" panose="020F0502020204030204"/>
              </a:rPr>
              <a:t>specify</a:t>
            </a:r>
            <a:r>
              <a:rPr sz="2400" b="1" spc="-60" dirty="0">
                <a:latin typeface="Calibri" panose="020F0502020204030204"/>
                <a:cs typeface="Calibri" panose="020F0502020204030204"/>
              </a:rPr>
              <a:t> </a:t>
            </a:r>
            <a:r>
              <a:rPr sz="2400" b="1" dirty="0">
                <a:latin typeface="Calibri" panose="020F0502020204030204"/>
                <a:cs typeface="Calibri" panose="020F0502020204030204"/>
              </a:rPr>
              <a:t>settings</a:t>
            </a:r>
            <a:r>
              <a:rPr sz="2400" b="1" spc="-45" dirty="0">
                <a:latin typeface="Calibri" panose="020F0502020204030204"/>
                <a:cs typeface="Calibri" panose="020F0502020204030204"/>
              </a:rPr>
              <a:t> </a:t>
            </a:r>
            <a:r>
              <a:rPr sz="2400" b="1" dirty="0">
                <a:latin typeface="Calibri" panose="020F0502020204030204"/>
                <a:cs typeface="Calibri" panose="020F0502020204030204"/>
              </a:rPr>
              <a:t>for</a:t>
            </a:r>
            <a:r>
              <a:rPr sz="2400" b="1" spc="-75" dirty="0">
                <a:latin typeface="Calibri" panose="020F0502020204030204"/>
                <a:cs typeface="Calibri" panose="020F0502020204030204"/>
              </a:rPr>
              <a:t> </a:t>
            </a:r>
            <a:r>
              <a:rPr sz="2400" b="1" dirty="0">
                <a:latin typeface="Calibri" panose="020F0502020204030204"/>
                <a:cs typeface="Calibri" panose="020F0502020204030204"/>
              </a:rPr>
              <a:t>the</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DataFrameReader</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format</a:t>
            </a:r>
            <a:r>
              <a:rPr sz="2400" dirty="0">
                <a:latin typeface="Calibri" panose="020F0502020204030204"/>
                <a:cs typeface="Calibri" panose="020F0502020204030204"/>
              </a:rPr>
              <a:t>:</a:t>
            </a:r>
            <a:r>
              <a:rPr sz="2400" spc="-75" dirty="0">
                <a:latin typeface="Calibri" panose="020F0502020204030204"/>
                <a:cs typeface="Calibri" panose="020F0502020204030204"/>
              </a:rPr>
              <a:t> </a:t>
            </a:r>
            <a:r>
              <a:rPr sz="2400" dirty="0">
                <a:latin typeface="Calibri" panose="020F0502020204030204"/>
                <a:cs typeface="Calibri" panose="020F0502020204030204"/>
              </a:rPr>
              <a:t>Specify</a:t>
            </a:r>
            <a:r>
              <a:rPr sz="2400" spc="-75" dirty="0">
                <a:latin typeface="Calibri" panose="020F0502020204030204"/>
                <a:cs typeface="Calibri" panose="020F0502020204030204"/>
              </a:rPr>
              <a:t> </a:t>
            </a:r>
            <a:r>
              <a:rPr sz="2400" dirty="0">
                <a:latin typeface="Calibri" panose="020F0502020204030204"/>
                <a:cs typeface="Calibri" panose="020F0502020204030204"/>
              </a:rPr>
              <a:t>a</a:t>
            </a:r>
            <a:r>
              <a:rPr sz="2400" spc="-75" dirty="0">
                <a:latin typeface="Calibri" panose="020F0502020204030204"/>
                <a:cs typeface="Calibri" panose="020F0502020204030204"/>
              </a:rPr>
              <a:t> </a:t>
            </a:r>
            <a:r>
              <a:rPr sz="2400" dirty="0">
                <a:latin typeface="Calibri" panose="020F0502020204030204"/>
                <a:cs typeface="Calibri" panose="020F0502020204030204"/>
              </a:rPr>
              <a:t>data</a:t>
            </a:r>
            <a:r>
              <a:rPr sz="2400" spc="-75" dirty="0">
                <a:latin typeface="Calibri" panose="020F0502020204030204"/>
                <a:cs typeface="Calibri" panose="020F0502020204030204"/>
              </a:rPr>
              <a:t> </a:t>
            </a:r>
            <a:r>
              <a:rPr sz="2400" dirty="0">
                <a:latin typeface="Calibri" panose="020F0502020204030204"/>
                <a:cs typeface="Calibri" panose="020F0502020204030204"/>
              </a:rPr>
              <a:t>source</a:t>
            </a:r>
            <a:r>
              <a:rPr sz="2400" spc="-60" dirty="0">
                <a:latin typeface="Calibri" panose="020F0502020204030204"/>
                <a:cs typeface="Calibri" panose="020F0502020204030204"/>
              </a:rPr>
              <a:t> </a:t>
            </a:r>
            <a:r>
              <a:rPr sz="2400" spc="-20" dirty="0">
                <a:latin typeface="Calibri" panose="020F0502020204030204"/>
                <a:cs typeface="Calibri" panose="020F0502020204030204"/>
              </a:rPr>
              <a:t>type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option</a:t>
            </a:r>
            <a:r>
              <a:rPr sz="2400" dirty="0">
                <a:latin typeface="Calibri" panose="020F0502020204030204"/>
                <a:cs typeface="Calibri" panose="020F0502020204030204"/>
              </a:rPr>
              <a:t>:</a:t>
            </a:r>
            <a:r>
              <a:rPr sz="2400" spc="-60" dirty="0">
                <a:latin typeface="Calibri" panose="020F0502020204030204"/>
                <a:cs typeface="Calibri" panose="020F0502020204030204"/>
              </a:rPr>
              <a:t> </a:t>
            </a:r>
            <a:r>
              <a:rPr sz="2400" dirty="0">
                <a:latin typeface="Calibri" panose="020F0502020204030204"/>
                <a:cs typeface="Calibri" panose="020F0502020204030204"/>
              </a:rPr>
              <a:t>A</a:t>
            </a:r>
            <a:r>
              <a:rPr sz="2400" spc="-60" dirty="0">
                <a:latin typeface="Calibri" panose="020F0502020204030204"/>
                <a:cs typeface="Calibri" panose="020F0502020204030204"/>
              </a:rPr>
              <a:t> </a:t>
            </a:r>
            <a:r>
              <a:rPr sz="2400" spc="-20" dirty="0">
                <a:latin typeface="Calibri" panose="020F0502020204030204"/>
                <a:cs typeface="Calibri" panose="020F0502020204030204"/>
              </a:rPr>
              <a:t>key/value</a:t>
            </a:r>
            <a:r>
              <a:rPr sz="2400" spc="-60" dirty="0">
                <a:latin typeface="Calibri" panose="020F0502020204030204"/>
                <a:cs typeface="Calibri" panose="020F0502020204030204"/>
              </a:rPr>
              <a:t> </a:t>
            </a:r>
            <a:r>
              <a:rPr sz="2400" dirty="0">
                <a:latin typeface="Calibri" panose="020F0502020204030204"/>
                <a:cs typeface="Calibri" panose="020F0502020204030204"/>
              </a:rPr>
              <a:t>setting</a:t>
            </a:r>
            <a:r>
              <a:rPr sz="2400" spc="-50" dirty="0">
                <a:latin typeface="Calibri" panose="020F0502020204030204"/>
                <a:cs typeface="Calibri" panose="020F0502020204030204"/>
              </a:rPr>
              <a:t> </a:t>
            </a:r>
            <a:r>
              <a:rPr sz="2400" dirty="0">
                <a:latin typeface="Calibri" panose="020F0502020204030204"/>
                <a:cs typeface="Calibri" panose="020F0502020204030204"/>
              </a:rPr>
              <a:t>for</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65" dirty="0">
                <a:latin typeface="Calibri" panose="020F0502020204030204"/>
                <a:cs typeface="Calibri" panose="020F0502020204030204"/>
              </a:rPr>
              <a:t> </a:t>
            </a:r>
            <a:r>
              <a:rPr sz="2400" dirty="0">
                <a:latin typeface="Calibri" panose="020F0502020204030204"/>
                <a:cs typeface="Calibri" panose="020F0502020204030204"/>
              </a:rPr>
              <a:t>underlying</a:t>
            </a:r>
            <a:r>
              <a:rPr sz="2400" spc="-45" dirty="0">
                <a:latin typeface="Calibri" panose="020F0502020204030204"/>
                <a:cs typeface="Calibri" panose="020F0502020204030204"/>
              </a:rPr>
              <a:t> </a:t>
            </a:r>
            <a:r>
              <a:rPr sz="2400" dirty="0">
                <a:latin typeface="Calibri" panose="020F0502020204030204"/>
                <a:cs typeface="Calibri" panose="020F0502020204030204"/>
              </a:rPr>
              <a:t>data</a:t>
            </a:r>
            <a:r>
              <a:rPr sz="2400" spc="-65" dirty="0">
                <a:latin typeface="Calibri" panose="020F0502020204030204"/>
                <a:cs typeface="Calibri" panose="020F0502020204030204"/>
              </a:rPr>
              <a:t> </a:t>
            </a:r>
            <a:r>
              <a:rPr sz="2400" spc="-10" dirty="0">
                <a:latin typeface="Calibri" panose="020F0502020204030204"/>
                <a:cs typeface="Calibri" panose="020F0502020204030204"/>
              </a:rPr>
              <a:t>source</a:t>
            </a:r>
            <a:endParaRPr sz="2400">
              <a:latin typeface="Calibri" panose="020F0502020204030204"/>
              <a:cs typeface="Calibri" panose="020F0502020204030204"/>
            </a:endParaRPr>
          </a:p>
          <a:p>
            <a:pPr marL="12700" marR="508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schema</a:t>
            </a:r>
            <a:r>
              <a:rPr sz="2400" dirty="0">
                <a:latin typeface="Calibri" panose="020F0502020204030204"/>
                <a:cs typeface="Calibri" panose="020F0502020204030204"/>
              </a:rPr>
              <a:t>:</a:t>
            </a:r>
            <a:r>
              <a:rPr sz="2400" spc="-75" dirty="0">
                <a:latin typeface="Calibri" panose="020F0502020204030204"/>
                <a:cs typeface="Calibri" panose="020F0502020204030204"/>
              </a:rPr>
              <a:t> </a:t>
            </a:r>
            <a:r>
              <a:rPr sz="2400" dirty="0">
                <a:latin typeface="Calibri" panose="020F0502020204030204"/>
                <a:cs typeface="Calibri" panose="020F0502020204030204"/>
              </a:rPr>
              <a:t>Specify</a:t>
            </a:r>
            <a:r>
              <a:rPr sz="2400" spc="-65" dirty="0">
                <a:latin typeface="Calibri" panose="020F0502020204030204"/>
                <a:cs typeface="Calibri" panose="020F0502020204030204"/>
              </a:rPr>
              <a:t> </a:t>
            </a:r>
            <a:r>
              <a:rPr sz="2400" dirty="0">
                <a:latin typeface="Calibri" panose="020F0502020204030204"/>
                <a:cs typeface="Calibri" panose="020F0502020204030204"/>
              </a:rPr>
              <a:t>a</a:t>
            </a:r>
            <a:r>
              <a:rPr sz="2400" spc="-55" dirty="0">
                <a:latin typeface="Calibri" panose="020F0502020204030204"/>
                <a:cs typeface="Calibri" panose="020F0502020204030204"/>
              </a:rPr>
              <a:t> </a:t>
            </a:r>
            <a:r>
              <a:rPr sz="2400" dirty="0">
                <a:latin typeface="Calibri" panose="020F0502020204030204"/>
                <a:cs typeface="Calibri" panose="020F0502020204030204"/>
              </a:rPr>
              <a:t>schema</a:t>
            </a:r>
            <a:r>
              <a:rPr sz="2400" spc="-60" dirty="0">
                <a:latin typeface="Calibri" panose="020F0502020204030204"/>
                <a:cs typeface="Calibri" panose="020F0502020204030204"/>
              </a:rPr>
              <a:t> </a:t>
            </a:r>
            <a:r>
              <a:rPr sz="2400" dirty="0">
                <a:latin typeface="Calibri" panose="020F0502020204030204"/>
                <a:cs typeface="Calibri" panose="020F0502020204030204"/>
              </a:rPr>
              <a:t>instead</a:t>
            </a:r>
            <a:r>
              <a:rPr sz="2400" spc="-70" dirty="0">
                <a:latin typeface="Calibri" panose="020F0502020204030204"/>
                <a:cs typeface="Calibri" panose="020F0502020204030204"/>
              </a:rPr>
              <a:t> </a:t>
            </a:r>
            <a:r>
              <a:rPr sz="2400" dirty="0">
                <a:latin typeface="Calibri" panose="020F0502020204030204"/>
                <a:cs typeface="Calibri" panose="020F0502020204030204"/>
              </a:rPr>
              <a:t>of</a:t>
            </a:r>
            <a:r>
              <a:rPr sz="2400" spc="-55" dirty="0">
                <a:latin typeface="Calibri" panose="020F0502020204030204"/>
                <a:cs typeface="Calibri" panose="020F0502020204030204"/>
              </a:rPr>
              <a:t> </a:t>
            </a:r>
            <a:r>
              <a:rPr sz="2400" spc="-10" dirty="0">
                <a:latin typeface="Calibri" panose="020F0502020204030204"/>
                <a:cs typeface="Calibri" panose="020F0502020204030204"/>
              </a:rPr>
              <a:t>inferring</a:t>
            </a:r>
            <a:r>
              <a:rPr sz="2400" spc="-55" dirty="0">
                <a:latin typeface="Calibri" panose="020F0502020204030204"/>
                <a:cs typeface="Calibri" panose="020F0502020204030204"/>
              </a:rPr>
              <a:t> </a:t>
            </a:r>
            <a:r>
              <a:rPr sz="2400" dirty="0">
                <a:latin typeface="Calibri" panose="020F0502020204030204"/>
                <a:cs typeface="Calibri" panose="020F0502020204030204"/>
              </a:rPr>
              <a:t>from</a:t>
            </a:r>
            <a:r>
              <a:rPr sz="2400" spc="-70" dirty="0">
                <a:latin typeface="Calibri" panose="020F0502020204030204"/>
                <a:cs typeface="Calibri" panose="020F0502020204030204"/>
              </a:rPr>
              <a:t> </a:t>
            </a:r>
            <a:r>
              <a:rPr sz="2400" dirty="0">
                <a:latin typeface="Calibri" panose="020F0502020204030204"/>
                <a:cs typeface="Calibri" panose="020F0502020204030204"/>
              </a:rPr>
              <a:t>the</a:t>
            </a:r>
            <a:r>
              <a:rPr sz="2400" spc="-50" dirty="0">
                <a:latin typeface="Calibri" panose="020F0502020204030204"/>
                <a:cs typeface="Calibri" panose="020F0502020204030204"/>
              </a:rPr>
              <a:t> </a:t>
            </a:r>
            <a:r>
              <a:rPr sz="2400" spc="-20" dirty="0">
                <a:latin typeface="Calibri" panose="020F0502020204030204"/>
                <a:cs typeface="Calibri" panose="020F0502020204030204"/>
              </a:rPr>
              <a:t>data </a:t>
            </a:r>
            <a:r>
              <a:rPr sz="2400" spc="-10" dirty="0">
                <a:latin typeface="Calibri" panose="020F0502020204030204"/>
                <a:cs typeface="Calibri" panose="020F0502020204030204"/>
              </a:rPr>
              <a:t>source</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Then</a:t>
            </a:r>
            <a:r>
              <a:rPr sz="2400" b="1" spc="-50" dirty="0">
                <a:latin typeface="Calibri" panose="020F0502020204030204"/>
                <a:cs typeface="Calibri" panose="020F0502020204030204"/>
              </a:rPr>
              <a:t> </a:t>
            </a:r>
            <a:r>
              <a:rPr sz="2400" b="1" dirty="0">
                <a:latin typeface="Calibri" panose="020F0502020204030204"/>
                <a:cs typeface="Calibri" panose="020F0502020204030204"/>
              </a:rPr>
              <a:t>call</a:t>
            </a:r>
            <a:r>
              <a:rPr sz="2400" b="1" spc="-55" dirty="0">
                <a:latin typeface="Calibri" panose="020F0502020204030204"/>
                <a:cs typeface="Calibri" panose="020F0502020204030204"/>
              </a:rPr>
              <a:t> </a:t>
            </a:r>
            <a:r>
              <a:rPr sz="2400" b="1" dirty="0">
                <a:latin typeface="Calibri" panose="020F0502020204030204"/>
                <a:cs typeface="Calibri" panose="020F0502020204030204"/>
              </a:rPr>
              <a:t>the</a:t>
            </a:r>
            <a:r>
              <a:rPr sz="2400" b="1" spc="-30" dirty="0">
                <a:latin typeface="Calibri" panose="020F0502020204030204"/>
                <a:cs typeface="Calibri" panose="020F0502020204030204"/>
              </a:rPr>
              <a:t> </a:t>
            </a:r>
            <a:r>
              <a:rPr sz="2400" b="1" dirty="0">
                <a:latin typeface="Calibri" panose="020F0502020204030204"/>
                <a:cs typeface="Calibri" panose="020F0502020204030204"/>
              </a:rPr>
              <a:t>generic</a:t>
            </a:r>
            <a:r>
              <a:rPr sz="2400" b="1" spc="-55" dirty="0">
                <a:latin typeface="Calibri" panose="020F0502020204030204"/>
                <a:cs typeface="Calibri" panose="020F0502020204030204"/>
              </a:rPr>
              <a:t> </a:t>
            </a:r>
            <a:r>
              <a:rPr sz="2400" b="1" dirty="0">
                <a:latin typeface="Calibri" panose="020F0502020204030204"/>
                <a:cs typeface="Calibri" panose="020F0502020204030204"/>
              </a:rPr>
              <a:t>base</a:t>
            </a:r>
            <a:r>
              <a:rPr sz="2400" b="1" spc="-45" dirty="0">
                <a:latin typeface="Calibri" panose="020F0502020204030204"/>
                <a:cs typeface="Calibri" panose="020F0502020204030204"/>
              </a:rPr>
              <a:t> </a:t>
            </a:r>
            <a:r>
              <a:rPr sz="2400" b="1" dirty="0">
                <a:latin typeface="Calibri" panose="020F0502020204030204"/>
                <a:cs typeface="Calibri" panose="020F0502020204030204"/>
              </a:rPr>
              <a:t>function</a:t>
            </a:r>
            <a:r>
              <a:rPr sz="2400" b="1" spc="-30" dirty="0">
                <a:latin typeface="Calibri" panose="020F0502020204030204"/>
                <a:cs typeface="Calibri" panose="020F0502020204030204"/>
              </a:rPr>
              <a:t> </a:t>
            </a:r>
            <a:r>
              <a:rPr sz="2400" b="1" spc="-20" dirty="0">
                <a:latin typeface="Calibri" panose="020F0502020204030204"/>
                <a:cs typeface="Calibri" panose="020F0502020204030204"/>
              </a:rPr>
              <a:t>load</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162188" y="3665689"/>
            <a:ext cx="7209770" cy="3006725"/>
          </a:xfrm>
          <a:prstGeom prst="rect">
            <a:avLst/>
          </a:prstGeom>
        </p:spPr>
      </p:pic>
      <p:pic>
        <p:nvPicPr>
          <p:cNvPr id="5" name="Picture 4" descr="wingspan_logo.png"/>
          <p:cNvPicPr>
            <a:picLocks noChangeAspect="1"/>
          </p:cNvPicPr>
          <p:nvPr/>
        </p:nvPicPr>
        <p:blipFill>
          <a:blip r:embed="rId3"/>
          <a:stretch>
            <a:fillRect/>
          </a:stretch>
        </p:blipFill>
        <p:spPr>
          <a:xfrm>
            <a:off x="8371958" y="10886"/>
            <a:ext cx="749808" cy="630936"/>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3083814" y="461594"/>
            <a:ext cx="2978785" cy="697230"/>
          </a:xfrm>
          <a:prstGeom prst="rect">
            <a:avLst/>
          </a:prstGeom>
        </p:spPr>
        <p:txBody>
          <a:bodyPr vert="horz" wrap="square" lIns="0" tIns="13335" rIns="0" bIns="0" rtlCol="0">
            <a:spAutoFit/>
          </a:bodyPr>
          <a:lstStyle/>
          <a:p>
            <a:pPr marL="12700">
              <a:lnSpc>
                <a:spcPct val="100000"/>
              </a:lnSpc>
              <a:spcBef>
                <a:spcPts val="105"/>
              </a:spcBef>
            </a:pPr>
            <a:r>
              <a:rPr dirty="0"/>
              <a:t>Data</a:t>
            </a:r>
            <a:r>
              <a:rPr spc="-155" dirty="0"/>
              <a:t> </a:t>
            </a:r>
            <a:r>
              <a:rPr spc="-10" dirty="0"/>
              <a:t>Sources</a:t>
            </a:r>
          </a:p>
        </p:txBody>
      </p:sp>
      <p:sp>
        <p:nvSpPr>
          <p:cNvPr id="3" name="object 3"/>
          <p:cNvSpPr txBox="1"/>
          <p:nvPr/>
        </p:nvSpPr>
        <p:spPr>
          <a:xfrm>
            <a:off x="612140" y="1239139"/>
            <a:ext cx="7415530" cy="441579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35" dirty="0">
                <a:latin typeface="Calibri" panose="020F0502020204030204"/>
                <a:cs typeface="Calibri" panose="020F0502020204030204"/>
              </a:rPr>
              <a:t> </a:t>
            </a:r>
            <a:r>
              <a:rPr sz="2400" b="1" dirty="0">
                <a:latin typeface="Calibri" panose="020F0502020204030204"/>
                <a:cs typeface="Calibri" panose="020F0502020204030204"/>
              </a:rPr>
              <a:t>SQL</a:t>
            </a:r>
            <a:r>
              <a:rPr sz="2400" b="1" spc="-45" dirty="0">
                <a:latin typeface="Calibri" panose="020F0502020204030204"/>
                <a:cs typeface="Calibri" panose="020F0502020204030204"/>
              </a:rPr>
              <a:t> </a:t>
            </a:r>
            <a:r>
              <a:rPr sz="2400" b="1" dirty="0">
                <a:latin typeface="Calibri" panose="020F0502020204030204"/>
                <a:cs typeface="Calibri" panose="020F0502020204030204"/>
              </a:rPr>
              <a:t>1.6</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built-</a:t>
            </a:r>
            <a:r>
              <a:rPr sz="2400" b="1" dirty="0">
                <a:latin typeface="Calibri" panose="020F0502020204030204"/>
                <a:cs typeface="Calibri" panose="020F0502020204030204"/>
              </a:rPr>
              <a:t>in</a:t>
            </a:r>
            <a:r>
              <a:rPr sz="2400" b="1" spc="-25" dirty="0">
                <a:latin typeface="Calibri" panose="020F0502020204030204"/>
                <a:cs typeface="Calibri" panose="020F0502020204030204"/>
              </a:rPr>
              <a:t> </a:t>
            </a:r>
            <a:r>
              <a:rPr sz="2400" b="1" dirty="0">
                <a:latin typeface="Calibri" panose="020F0502020204030204"/>
                <a:cs typeface="Calibri" panose="020F0502020204030204"/>
              </a:rPr>
              <a:t>data</a:t>
            </a:r>
            <a:r>
              <a:rPr sz="2400" b="1" spc="-20" dirty="0">
                <a:latin typeface="Calibri" panose="020F0502020204030204"/>
                <a:cs typeface="Calibri" panose="020F0502020204030204"/>
              </a:rPr>
              <a:t> </a:t>
            </a:r>
            <a:r>
              <a:rPr sz="2400" b="1" dirty="0">
                <a:latin typeface="Calibri" panose="020F0502020204030204"/>
                <a:cs typeface="Calibri" panose="020F0502020204030204"/>
              </a:rPr>
              <a:t>source</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types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table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20" dirty="0">
                <a:latin typeface="Calibri" panose="020F0502020204030204"/>
                <a:cs typeface="Calibri" panose="020F0502020204030204"/>
              </a:rPr>
              <a:t>json</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parquet</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20" dirty="0">
                <a:latin typeface="Calibri" panose="020F0502020204030204"/>
                <a:cs typeface="Calibri" panose="020F0502020204030204"/>
              </a:rPr>
              <a:t>jdbc</a:t>
            </a:r>
            <a:endParaRPr sz="2400">
              <a:latin typeface="Calibri" panose="020F0502020204030204"/>
              <a:cs typeface="Calibri" panose="020F0502020204030204"/>
            </a:endParaRPr>
          </a:p>
          <a:p>
            <a:pPr marL="12700">
              <a:lnSpc>
                <a:spcPct val="100000"/>
              </a:lnSpc>
              <a:spcBef>
                <a:spcPts val="5"/>
              </a:spcBef>
            </a:pPr>
            <a:r>
              <a:rPr sz="2400" spc="-20" dirty="0">
                <a:latin typeface="Calibri" panose="020F0502020204030204"/>
                <a:cs typeface="Calibri" panose="020F0502020204030204"/>
              </a:rPr>
              <a:t>–</a:t>
            </a:r>
            <a:r>
              <a:rPr sz="2400" b="1" spc="-25" dirty="0">
                <a:latin typeface="Calibri" panose="020F0502020204030204"/>
                <a:cs typeface="Calibri" panose="020F0502020204030204"/>
              </a:rPr>
              <a:t>orc</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60" dirty="0">
                <a:latin typeface="Calibri" panose="020F0502020204030204"/>
                <a:cs typeface="Calibri" panose="020F0502020204030204"/>
              </a:rPr>
              <a:t> </a:t>
            </a:r>
            <a:r>
              <a:rPr sz="2400" b="1" spc="-45" dirty="0">
                <a:latin typeface="Calibri" panose="020F0502020204030204"/>
                <a:cs typeface="Calibri" panose="020F0502020204030204"/>
              </a:rPr>
              <a:t>You</a:t>
            </a:r>
            <a:r>
              <a:rPr sz="2400" b="1" spc="-65" dirty="0">
                <a:latin typeface="Calibri" panose="020F0502020204030204"/>
                <a:cs typeface="Calibri" panose="020F0502020204030204"/>
              </a:rPr>
              <a:t> </a:t>
            </a:r>
            <a:r>
              <a:rPr sz="2400" b="1" dirty="0">
                <a:latin typeface="Calibri" panose="020F0502020204030204"/>
                <a:cs typeface="Calibri" panose="020F0502020204030204"/>
              </a:rPr>
              <a:t>can</a:t>
            </a:r>
            <a:r>
              <a:rPr sz="2400" b="1" spc="-75" dirty="0">
                <a:latin typeface="Calibri" panose="020F0502020204030204"/>
                <a:cs typeface="Calibri" panose="020F0502020204030204"/>
              </a:rPr>
              <a:t> </a:t>
            </a:r>
            <a:r>
              <a:rPr sz="2400" b="1" dirty="0">
                <a:latin typeface="Calibri" panose="020F0502020204030204"/>
                <a:cs typeface="Calibri" panose="020F0502020204030204"/>
              </a:rPr>
              <a:t>also</a:t>
            </a:r>
            <a:r>
              <a:rPr sz="2400" b="1" spc="-50" dirty="0">
                <a:latin typeface="Calibri" panose="020F0502020204030204"/>
                <a:cs typeface="Calibri" panose="020F0502020204030204"/>
              </a:rPr>
              <a:t> </a:t>
            </a:r>
            <a:r>
              <a:rPr sz="2400" b="1" dirty="0">
                <a:latin typeface="Calibri" panose="020F0502020204030204"/>
                <a:cs typeface="Calibri" panose="020F0502020204030204"/>
              </a:rPr>
              <a:t>use</a:t>
            </a:r>
            <a:r>
              <a:rPr sz="2400" b="1" spc="-60" dirty="0">
                <a:latin typeface="Calibri" panose="020F0502020204030204"/>
                <a:cs typeface="Calibri" panose="020F0502020204030204"/>
              </a:rPr>
              <a:t> </a:t>
            </a:r>
            <a:r>
              <a:rPr sz="2400" b="1" dirty="0">
                <a:latin typeface="Calibri" panose="020F0502020204030204"/>
                <a:cs typeface="Calibri" panose="020F0502020204030204"/>
              </a:rPr>
              <a:t>third</a:t>
            </a:r>
            <a:r>
              <a:rPr sz="2400" b="1" spc="-55" dirty="0">
                <a:latin typeface="Calibri" panose="020F0502020204030204"/>
                <a:cs typeface="Calibri" panose="020F0502020204030204"/>
              </a:rPr>
              <a:t> </a:t>
            </a:r>
            <a:r>
              <a:rPr sz="2400" b="1" dirty="0">
                <a:latin typeface="Calibri" panose="020F0502020204030204"/>
                <a:cs typeface="Calibri" panose="020F0502020204030204"/>
              </a:rPr>
              <a:t>party</a:t>
            </a:r>
            <a:r>
              <a:rPr sz="2400" b="1" spc="-50" dirty="0">
                <a:latin typeface="Calibri" panose="020F0502020204030204"/>
                <a:cs typeface="Calibri" panose="020F0502020204030204"/>
              </a:rPr>
              <a:t> </a:t>
            </a:r>
            <a:r>
              <a:rPr sz="2400" b="1" dirty="0">
                <a:latin typeface="Calibri" panose="020F0502020204030204"/>
                <a:cs typeface="Calibri" panose="020F0502020204030204"/>
              </a:rPr>
              <a:t>data</a:t>
            </a:r>
            <a:r>
              <a:rPr sz="2400" b="1" spc="-50" dirty="0">
                <a:latin typeface="Calibri" panose="020F0502020204030204"/>
                <a:cs typeface="Calibri" panose="020F0502020204030204"/>
              </a:rPr>
              <a:t> </a:t>
            </a:r>
            <a:r>
              <a:rPr sz="2400" b="1" dirty="0">
                <a:latin typeface="Calibri" panose="020F0502020204030204"/>
                <a:cs typeface="Calibri" panose="020F0502020204030204"/>
              </a:rPr>
              <a:t>source</a:t>
            </a:r>
            <a:r>
              <a:rPr sz="2400" b="1" spc="-65" dirty="0">
                <a:latin typeface="Calibri" panose="020F0502020204030204"/>
                <a:cs typeface="Calibri" panose="020F0502020204030204"/>
              </a:rPr>
              <a:t> </a:t>
            </a:r>
            <a:r>
              <a:rPr sz="2400" b="1" dirty="0">
                <a:latin typeface="Calibri" panose="020F0502020204030204"/>
                <a:cs typeface="Calibri" panose="020F0502020204030204"/>
              </a:rPr>
              <a:t>libraries,</a:t>
            </a:r>
            <a:r>
              <a:rPr sz="2400" b="1" spc="-60" dirty="0">
                <a:latin typeface="Calibri" panose="020F0502020204030204"/>
                <a:cs typeface="Calibri" panose="020F0502020204030204"/>
              </a:rPr>
              <a:t> </a:t>
            </a:r>
            <a:r>
              <a:rPr sz="2400" b="1" dirty="0">
                <a:latin typeface="Calibri" panose="020F0502020204030204"/>
                <a:cs typeface="Calibri" panose="020F0502020204030204"/>
              </a:rPr>
              <a:t>such</a:t>
            </a:r>
            <a:r>
              <a:rPr sz="2400" b="1" spc="-60" dirty="0">
                <a:latin typeface="Calibri" panose="020F0502020204030204"/>
                <a:cs typeface="Calibri" panose="020F0502020204030204"/>
              </a:rPr>
              <a:t> </a:t>
            </a:r>
            <a:r>
              <a:rPr sz="2400" b="1" spc="-25" dirty="0">
                <a:latin typeface="Calibri" panose="020F0502020204030204"/>
                <a:cs typeface="Calibri" panose="020F0502020204030204"/>
              </a:rPr>
              <a:t>as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Avro</a:t>
            </a:r>
            <a:r>
              <a:rPr sz="2400" spc="-80" dirty="0">
                <a:latin typeface="Calibri" panose="020F0502020204030204"/>
                <a:cs typeface="Calibri" panose="020F0502020204030204"/>
              </a:rPr>
              <a:t> </a:t>
            </a:r>
            <a:r>
              <a:rPr sz="2400" dirty="0">
                <a:latin typeface="Calibri" panose="020F0502020204030204"/>
                <a:cs typeface="Calibri" panose="020F0502020204030204"/>
              </a:rPr>
              <a:t>(included</a:t>
            </a:r>
            <a:r>
              <a:rPr sz="2400" spc="-90" dirty="0">
                <a:latin typeface="Calibri" panose="020F0502020204030204"/>
                <a:cs typeface="Calibri" panose="020F0502020204030204"/>
              </a:rPr>
              <a:t> </a:t>
            </a:r>
            <a:r>
              <a:rPr sz="2400" dirty="0">
                <a:latin typeface="Calibri" panose="020F0502020204030204"/>
                <a:cs typeface="Calibri" panose="020F0502020204030204"/>
              </a:rPr>
              <a:t>in</a:t>
            </a:r>
            <a:r>
              <a:rPr sz="2400" spc="-75" dirty="0">
                <a:latin typeface="Calibri" panose="020F0502020204030204"/>
                <a:cs typeface="Calibri" panose="020F0502020204030204"/>
              </a:rPr>
              <a:t> </a:t>
            </a:r>
            <a:r>
              <a:rPr sz="2400" spc="-20" dirty="0">
                <a:latin typeface="Calibri" panose="020F0502020204030204"/>
                <a:cs typeface="Calibri" panose="020F0502020204030204"/>
              </a:rPr>
              <a:t>CDH)</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HBase</a:t>
            </a:r>
            <a:endParaRPr sz="2400">
              <a:latin typeface="Calibri" panose="020F0502020204030204"/>
              <a:cs typeface="Calibri" panose="020F0502020204030204"/>
            </a:endParaRPr>
          </a:p>
          <a:p>
            <a:pPr marL="232410" indent="-219710">
              <a:lnSpc>
                <a:spcPct val="100000"/>
              </a:lnSpc>
              <a:buChar char="–"/>
              <a:tabLst>
                <a:tab pos="232410" algn="l"/>
              </a:tabLst>
            </a:pPr>
            <a:r>
              <a:rPr sz="2400" spc="-25" dirty="0">
                <a:latin typeface="Calibri" panose="020F0502020204030204"/>
                <a:cs typeface="Calibri" panose="020F0502020204030204"/>
              </a:rPr>
              <a:t>CSV</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spc="-10" dirty="0">
                <a:latin typeface="Calibri" panose="020F0502020204030204"/>
                <a:cs typeface="Calibri" panose="020F0502020204030204"/>
              </a:rPr>
              <a:t>MySQL</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and</a:t>
            </a:r>
            <a:r>
              <a:rPr sz="2400" spc="-50" dirty="0">
                <a:latin typeface="Calibri" panose="020F0502020204030204"/>
                <a:cs typeface="Calibri" panose="020F0502020204030204"/>
              </a:rPr>
              <a:t> </a:t>
            </a:r>
            <a:r>
              <a:rPr sz="2400" dirty="0">
                <a:latin typeface="Calibri" panose="020F0502020204030204"/>
                <a:cs typeface="Calibri" panose="020F0502020204030204"/>
              </a:rPr>
              <a:t>more</a:t>
            </a:r>
            <a:r>
              <a:rPr sz="2400" spc="-55" dirty="0">
                <a:latin typeface="Calibri" panose="020F0502020204030204"/>
                <a:cs typeface="Calibri" panose="020F0502020204030204"/>
              </a:rPr>
              <a:t> </a:t>
            </a:r>
            <a:r>
              <a:rPr sz="2400" dirty="0">
                <a:latin typeface="Calibri" panose="020F0502020204030204"/>
                <a:cs typeface="Calibri" panose="020F0502020204030204"/>
              </a:rPr>
              <a:t>being</a:t>
            </a:r>
            <a:r>
              <a:rPr sz="2400" spc="-45" dirty="0">
                <a:latin typeface="Calibri" panose="020F0502020204030204"/>
                <a:cs typeface="Calibri" panose="020F0502020204030204"/>
              </a:rPr>
              <a:t> </a:t>
            </a:r>
            <a:r>
              <a:rPr sz="2400" dirty="0">
                <a:latin typeface="Calibri" panose="020F0502020204030204"/>
                <a:cs typeface="Calibri" panose="020F0502020204030204"/>
              </a:rPr>
              <a:t>added</a:t>
            </a:r>
            <a:r>
              <a:rPr sz="2400" spc="-50" dirty="0">
                <a:latin typeface="Calibri" panose="020F0502020204030204"/>
                <a:cs typeface="Calibri" panose="020F0502020204030204"/>
              </a:rPr>
              <a:t> </a:t>
            </a:r>
            <a:r>
              <a:rPr sz="2400" dirty="0">
                <a:latin typeface="Calibri" panose="020F0502020204030204"/>
                <a:cs typeface="Calibri" panose="020F0502020204030204"/>
              </a:rPr>
              <a:t>all</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spc="-20" dirty="0">
                <a:latin typeface="Calibri" panose="020F0502020204030204"/>
                <a:cs typeface="Calibri" panose="020F0502020204030204"/>
              </a:rPr>
              <a:t>time</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815340">
              <a:lnSpc>
                <a:spcPct val="100000"/>
              </a:lnSpc>
              <a:spcBef>
                <a:spcPts val="105"/>
              </a:spcBef>
            </a:pPr>
            <a:r>
              <a:rPr spc="-10" dirty="0"/>
              <a:t>DataFrame</a:t>
            </a:r>
            <a:r>
              <a:rPr spc="-135" dirty="0"/>
              <a:t> </a:t>
            </a:r>
            <a:r>
              <a:rPr dirty="0"/>
              <a:t>Basic</a:t>
            </a:r>
            <a:r>
              <a:rPr spc="-90" dirty="0"/>
              <a:t> </a:t>
            </a:r>
            <a:r>
              <a:rPr spc="-10" dirty="0"/>
              <a:t>Operations</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2700" marR="5080">
              <a:lnSpc>
                <a:spcPct val="100000"/>
              </a:lnSpc>
              <a:spcBef>
                <a:spcPts val="100"/>
              </a:spcBef>
            </a:pPr>
            <a:r>
              <a:rPr sz="1800" b="0" dirty="0">
                <a:latin typeface="Calibri" panose="020F0502020204030204"/>
                <a:cs typeface="Calibri" panose="020F0502020204030204"/>
              </a:rPr>
              <a:t>§</a:t>
            </a:r>
            <a:r>
              <a:rPr sz="1800" b="0" spc="-55" dirty="0">
                <a:latin typeface="Calibri" panose="020F0502020204030204"/>
                <a:cs typeface="Calibri" panose="020F0502020204030204"/>
              </a:rPr>
              <a:t> </a:t>
            </a:r>
            <a:r>
              <a:rPr dirty="0"/>
              <a:t>Basic</a:t>
            </a:r>
            <a:r>
              <a:rPr spc="-75" dirty="0"/>
              <a:t> </a:t>
            </a:r>
            <a:r>
              <a:rPr spc="-10" dirty="0"/>
              <a:t>operations</a:t>
            </a:r>
            <a:r>
              <a:rPr spc="-70" dirty="0"/>
              <a:t> </a:t>
            </a:r>
            <a:r>
              <a:rPr dirty="0"/>
              <a:t>deal</a:t>
            </a:r>
            <a:r>
              <a:rPr spc="-70" dirty="0"/>
              <a:t> </a:t>
            </a:r>
            <a:r>
              <a:rPr dirty="0"/>
              <a:t>with</a:t>
            </a:r>
            <a:r>
              <a:rPr spc="-65" dirty="0"/>
              <a:t> </a:t>
            </a:r>
            <a:r>
              <a:rPr spc="-10" dirty="0"/>
              <a:t>DataFrame</a:t>
            </a:r>
            <a:r>
              <a:rPr spc="-65" dirty="0"/>
              <a:t> </a:t>
            </a:r>
            <a:r>
              <a:rPr spc="-10" dirty="0"/>
              <a:t>metadata</a:t>
            </a:r>
            <a:r>
              <a:rPr spc="-60" dirty="0"/>
              <a:t> </a:t>
            </a:r>
            <a:r>
              <a:rPr spc="-10" dirty="0"/>
              <a:t>(rather</a:t>
            </a:r>
            <a:r>
              <a:rPr spc="-60" dirty="0"/>
              <a:t> </a:t>
            </a:r>
            <a:r>
              <a:rPr spc="-20" dirty="0"/>
              <a:t>than </a:t>
            </a:r>
            <a:r>
              <a:rPr dirty="0"/>
              <a:t>its</a:t>
            </a:r>
            <a:r>
              <a:rPr spc="-30" dirty="0"/>
              <a:t> </a:t>
            </a:r>
            <a:r>
              <a:rPr spc="-20" dirty="0"/>
              <a:t>data)</a:t>
            </a:r>
            <a:endParaRPr sz="1800">
              <a:latin typeface="Calibri" panose="020F0502020204030204"/>
              <a:cs typeface="Calibri" panose="020F0502020204030204"/>
            </a:endParaRPr>
          </a:p>
          <a:p>
            <a:pPr marL="12700">
              <a:lnSpc>
                <a:spcPct val="100000"/>
              </a:lnSpc>
            </a:pPr>
            <a:r>
              <a:rPr b="0" dirty="0">
                <a:latin typeface="Calibri" panose="020F0502020204030204"/>
                <a:cs typeface="Calibri" panose="020F0502020204030204"/>
              </a:rPr>
              <a:t>§</a:t>
            </a:r>
            <a:r>
              <a:rPr b="0" spc="-35" dirty="0">
                <a:latin typeface="Calibri" panose="020F0502020204030204"/>
                <a:cs typeface="Calibri" panose="020F0502020204030204"/>
              </a:rPr>
              <a:t> </a:t>
            </a:r>
            <a:r>
              <a:rPr dirty="0"/>
              <a:t>Some</a:t>
            </a:r>
            <a:r>
              <a:rPr spc="-60" dirty="0"/>
              <a:t> </a:t>
            </a:r>
            <a:r>
              <a:rPr spc="-10" dirty="0"/>
              <a:t>examples</a:t>
            </a:r>
          </a:p>
          <a:p>
            <a:pPr marL="12700">
              <a:lnSpc>
                <a:spcPct val="100000"/>
              </a:lnSpc>
            </a:pPr>
            <a:r>
              <a:rPr b="0" spc="-20" dirty="0">
                <a:latin typeface="Calibri" panose="020F0502020204030204"/>
                <a:cs typeface="Calibri" panose="020F0502020204030204"/>
              </a:rPr>
              <a:t>–</a:t>
            </a:r>
            <a:r>
              <a:rPr dirty="0"/>
              <a:t>schema</a:t>
            </a:r>
            <a:r>
              <a:rPr spc="-60" dirty="0"/>
              <a:t> </a:t>
            </a:r>
            <a:r>
              <a:rPr b="0" spc="-10" dirty="0">
                <a:latin typeface="Calibri" panose="020F0502020204030204"/>
                <a:cs typeface="Calibri" panose="020F0502020204030204"/>
              </a:rPr>
              <a:t>returns</a:t>
            </a:r>
            <a:r>
              <a:rPr b="0" spc="-60" dirty="0">
                <a:latin typeface="Calibri" panose="020F0502020204030204"/>
                <a:cs typeface="Calibri" panose="020F0502020204030204"/>
              </a:rPr>
              <a:t> </a:t>
            </a:r>
            <a:r>
              <a:rPr b="0" dirty="0">
                <a:latin typeface="Calibri" panose="020F0502020204030204"/>
                <a:cs typeface="Calibri" panose="020F0502020204030204"/>
              </a:rPr>
              <a:t>a</a:t>
            </a:r>
            <a:r>
              <a:rPr b="0" spc="-50" dirty="0">
                <a:latin typeface="Calibri" panose="020F0502020204030204"/>
                <a:cs typeface="Calibri" panose="020F0502020204030204"/>
              </a:rPr>
              <a:t> </a:t>
            </a:r>
            <a:r>
              <a:rPr dirty="0"/>
              <a:t>schema</a:t>
            </a:r>
            <a:r>
              <a:rPr spc="-65" dirty="0"/>
              <a:t> </a:t>
            </a:r>
            <a:r>
              <a:rPr b="0" dirty="0">
                <a:latin typeface="Calibri" panose="020F0502020204030204"/>
                <a:cs typeface="Calibri" panose="020F0502020204030204"/>
              </a:rPr>
              <a:t>object</a:t>
            </a:r>
            <a:r>
              <a:rPr b="0" spc="-65" dirty="0">
                <a:latin typeface="Calibri" panose="020F0502020204030204"/>
                <a:cs typeface="Calibri" panose="020F0502020204030204"/>
              </a:rPr>
              <a:t> </a:t>
            </a:r>
            <a:r>
              <a:rPr b="0" dirty="0">
                <a:latin typeface="Calibri" panose="020F0502020204030204"/>
                <a:cs typeface="Calibri" panose="020F0502020204030204"/>
              </a:rPr>
              <a:t>describing</a:t>
            </a:r>
            <a:r>
              <a:rPr b="0" spc="-65" dirty="0">
                <a:latin typeface="Calibri" panose="020F0502020204030204"/>
                <a:cs typeface="Calibri" panose="020F0502020204030204"/>
              </a:rPr>
              <a:t> </a:t>
            </a:r>
            <a:r>
              <a:rPr b="0" dirty="0">
                <a:latin typeface="Calibri" panose="020F0502020204030204"/>
                <a:cs typeface="Calibri" panose="020F0502020204030204"/>
              </a:rPr>
              <a:t>the</a:t>
            </a:r>
            <a:r>
              <a:rPr b="0" spc="-55" dirty="0">
                <a:latin typeface="Calibri" panose="020F0502020204030204"/>
                <a:cs typeface="Calibri" panose="020F0502020204030204"/>
              </a:rPr>
              <a:t> </a:t>
            </a:r>
            <a:r>
              <a:rPr b="0" spc="-20" dirty="0">
                <a:latin typeface="Calibri" panose="020F0502020204030204"/>
                <a:cs typeface="Calibri" panose="020F0502020204030204"/>
              </a:rPr>
              <a:t>data</a:t>
            </a:r>
          </a:p>
          <a:p>
            <a:pPr marL="12700">
              <a:lnSpc>
                <a:spcPct val="100000"/>
              </a:lnSpc>
            </a:pPr>
            <a:r>
              <a:rPr b="0" spc="-20" dirty="0">
                <a:latin typeface="Calibri" panose="020F0502020204030204"/>
                <a:cs typeface="Calibri" panose="020F0502020204030204"/>
              </a:rPr>
              <a:t>–</a:t>
            </a:r>
            <a:r>
              <a:rPr spc="-10" dirty="0"/>
              <a:t>printSchema</a:t>
            </a:r>
            <a:r>
              <a:rPr spc="-30" dirty="0"/>
              <a:t> </a:t>
            </a:r>
            <a:r>
              <a:rPr b="0" spc="-10" dirty="0">
                <a:latin typeface="Calibri" panose="020F0502020204030204"/>
                <a:cs typeface="Calibri" panose="020F0502020204030204"/>
              </a:rPr>
              <a:t>displays</a:t>
            </a:r>
            <a:r>
              <a:rPr b="0" spc="-35" dirty="0">
                <a:latin typeface="Calibri" panose="020F0502020204030204"/>
                <a:cs typeface="Calibri" panose="020F0502020204030204"/>
              </a:rPr>
              <a:t> </a:t>
            </a:r>
            <a:r>
              <a:rPr b="0" dirty="0">
                <a:latin typeface="Calibri" panose="020F0502020204030204"/>
                <a:cs typeface="Calibri" panose="020F0502020204030204"/>
              </a:rPr>
              <a:t>the</a:t>
            </a:r>
            <a:r>
              <a:rPr b="0" spc="-30" dirty="0">
                <a:latin typeface="Calibri" panose="020F0502020204030204"/>
                <a:cs typeface="Calibri" panose="020F0502020204030204"/>
              </a:rPr>
              <a:t> </a:t>
            </a:r>
            <a:r>
              <a:rPr b="0" dirty="0">
                <a:latin typeface="Calibri" panose="020F0502020204030204"/>
                <a:cs typeface="Calibri" panose="020F0502020204030204"/>
              </a:rPr>
              <a:t>schema</a:t>
            </a:r>
            <a:r>
              <a:rPr b="0" spc="-55" dirty="0">
                <a:latin typeface="Calibri" panose="020F0502020204030204"/>
                <a:cs typeface="Calibri" panose="020F0502020204030204"/>
              </a:rPr>
              <a:t> </a:t>
            </a:r>
            <a:r>
              <a:rPr b="0" dirty="0">
                <a:latin typeface="Calibri" panose="020F0502020204030204"/>
                <a:cs typeface="Calibri" panose="020F0502020204030204"/>
              </a:rPr>
              <a:t>as</a:t>
            </a:r>
            <a:r>
              <a:rPr b="0" spc="-35" dirty="0">
                <a:latin typeface="Calibri" panose="020F0502020204030204"/>
                <a:cs typeface="Calibri" panose="020F0502020204030204"/>
              </a:rPr>
              <a:t> </a:t>
            </a:r>
            <a:r>
              <a:rPr b="0" dirty="0">
                <a:latin typeface="Calibri" panose="020F0502020204030204"/>
                <a:cs typeface="Calibri" panose="020F0502020204030204"/>
              </a:rPr>
              <a:t>a</a:t>
            </a:r>
            <a:r>
              <a:rPr b="0" spc="-40" dirty="0">
                <a:latin typeface="Calibri" panose="020F0502020204030204"/>
                <a:cs typeface="Calibri" panose="020F0502020204030204"/>
              </a:rPr>
              <a:t> </a:t>
            </a:r>
            <a:r>
              <a:rPr b="0" dirty="0">
                <a:latin typeface="Calibri" panose="020F0502020204030204"/>
                <a:cs typeface="Calibri" panose="020F0502020204030204"/>
              </a:rPr>
              <a:t>visual</a:t>
            </a:r>
            <a:r>
              <a:rPr b="0" spc="-30" dirty="0">
                <a:latin typeface="Calibri" panose="020F0502020204030204"/>
                <a:cs typeface="Calibri" panose="020F0502020204030204"/>
              </a:rPr>
              <a:t> </a:t>
            </a:r>
            <a:r>
              <a:rPr b="0" spc="-20" dirty="0">
                <a:latin typeface="Calibri" panose="020F0502020204030204"/>
                <a:cs typeface="Calibri" panose="020F0502020204030204"/>
              </a:rPr>
              <a:t>tree</a:t>
            </a:r>
          </a:p>
          <a:p>
            <a:pPr marL="12700">
              <a:lnSpc>
                <a:spcPct val="100000"/>
              </a:lnSpc>
              <a:spcBef>
                <a:spcPts val="5"/>
              </a:spcBef>
            </a:pPr>
            <a:r>
              <a:rPr b="0" spc="-20" dirty="0">
                <a:latin typeface="Calibri" panose="020F0502020204030204"/>
                <a:cs typeface="Calibri" panose="020F0502020204030204"/>
              </a:rPr>
              <a:t>–</a:t>
            </a:r>
            <a:r>
              <a:rPr dirty="0"/>
              <a:t>cache</a:t>
            </a:r>
            <a:r>
              <a:rPr spc="-35" dirty="0"/>
              <a:t> </a:t>
            </a:r>
            <a:r>
              <a:rPr b="0" dirty="0">
                <a:latin typeface="Calibri" panose="020F0502020204030204"/>
                <a:cs typeface="Calibri" panose="020F0502020204030204"/>
              </a:rPr>
              <a:t>/</a:t>
            </a:r>
            <a:r>
              <a:rPr b="0" spc="-40" dirty="0">
                <a:latin typeface="Calibri" panose="020F0502020204030204"/>
                <a:cs typeface="Calibri" panose="020F0502020204030204"/>
              </a:rPr>
              <a:t> </a:t>
            </a:r>
            <a:r>
              <a:rPr dirty="0"/>
              <a:t>persist</a:t>
            </a:r>
            <a:r>
              <a:rPr spc="-15" dirty="0"/>
              <a:t> </a:t>
            </a:r>
            <a:r>
              <a:rPr b="0" spc="-10" dirty="0">
                <a:latin typeface="Calibri" panose="020F0502020204030204"/>
                <a:cs typeface="Calibri" panose="020F0502020204030204"/>
              </a:rPr>
              <a:t>persists</a:t>
            </a:r>
            <a:r>
              <a:rPr b="0" spc="-40" dirty="0">
                <a:latin typeface="Calibri" panose="020F0502020204030204"/>
                <a:cs typeface="Calibri" panose="020F0502020204030204"/>
              </a:rPr>
              <a:t> </a:t>
            </a:r>
            <a:r>
              <a:rPr b="0" dirty="0">
                <a:latin typeface="Calibri" panose="020F0502020204030204"/>
                <a:cs typeface="Calibri" panose="020F0502020204030204"/>
              </a:rPr>
              <a:t>the</a:t>
            </a:r>
            <a:r>
              <a:rPr b="0" spc="-25" dirty="0">
                <a:latin typeface="Calibri" panose="020F0502020204030204"/>
                <a:cs typeface="Calibri" panose="020F0502020204030204"/>
              </a:rPr>
              <a:t> </a:t>
            </a:r>
            <a:r>
              <a:rPr b="0" spc="-10" dirty="0">
                <a:latin typeface="Calibri" panose="020F0502020204030204"/>
                <a:cs typeface="Calibri" panose="020F0502020204030204"/>
              </a:rPr>
              <a:t>DataFrame</a:t>
            </a:r>
            <a:r>
              <a:rPr b="0" spc="-60" dirty="0">
                <a:latin typeface="Calibri" panose="020F0502020204030204"/>
                <a:cs typeface="Calibri" panose="020F0502020204030204"/>
              </a:rPr>
              <a:t> </a:t>
            </a:r>
            <a:r>
              <a:rPr b="0" dirty="0">
                <a:latin typeface="Calibri" panose="020F0502020204030204"/>
                <a:cs typeface="Calibri" panose="020F0502020204030204"/>
              </a:rPr>
              <a:t>to</a:t>
            </a:r>
            <a:r>
              <a:rPr b="0" spc="-35" dirty="0">
                <a:latin typeface="Calibri" panose="020F0502020204030204"/>
                <a:cs typeface="Calibri" panose="020F0502020204030204"/>
              </a:rPr>
              <a:t> </a:t>
            </a:r>
            <a:r>
              <a:rPr b="0" dirty="0">
                <a:latin typeface="Calibri" panose="020F0502020204030204"/>
                <a:cs typeface="Calibri" panose="020F0502020204030204"/>
              </a:rPr>
              <a:t>disk</a:t>
            </a:r>
            <a:r>
              <a:rPr b="0" spc="-45" dirty="0">
                <a:latin typeface="Calibri" panose="020F0502020204030204"/>
                <a:cs typeface="Calibri" panose="020F0502020204030204"/>
              </a:rPr>
              <a:t> </a:t>
            </a:r>
            <a:r>
              <a:rPr b="0" dirty="0">
                <a:latin typeface="Calibri" panose="020F0502020204030204"/>
                <a:cs typeface="Calibri" panose="020F0502020204030204"/>
              </a:rPr>
              <a:t>or</a:t>
            </a:r>
            <a:r>
              <a:rPr b="0" spc="-30" dirty="0">
                <a:latin typeface="Calibri" panose="020F0502020204030204"/>
                <a:cs typeface="Calibri" panose="020F0502020204030204"/>
              </a:rPr>
              <a:t> </a:t>
            </a:r>
            <a:r>
              <a:rPr b="0" spc="-10" dirty="0">
                <a:latin typeface="Calibri" panose="020F0502020204030204"/>
                <a:cs typeface="Calibri" panose="020F0502020204030204"/>
              </a:rPr>
              <a:t>memory</a:t>
            </a:r>
          </a:p>
          <a:p>
            <a:pPr marL="12700" marR="1045210">
              <a:lnSpc>
                <a:spcPct val="100000"/>
              </a:lnSpc>
            </a:pPr>
            <a:r>
              <a:rPr b="0" spc="-20" dirty="0">
                <a:latin typeface="Calibri" panose="020F0502020204030204"/>
                <a:cs typeface="Calibri" panose="020F0502020204030204"/>
              </a:rPr>
              <a:t>–</a:t>
            </a:r>
            <a:r>
              <a:rPr dirty="0"/>
              <a:t>columns</a:t>
            </a:r>
            <a:r>
              <a:rPr spc="-60" dirty="0"/>
              <a:t> </a:t>
            </a:r>
            <a:r>
              <a:rPr b="0" spc="-10" dirty="0">
                <a:latin typeface="Calibri" panose="020F0502020204030204"/>
                <a:cs typeface="Calibri" panose="020F0502020204030204"/>
              </a:rPr>
              <a:t>returns</a:t>
            </a:r>
            <a:r>
              <a:rPr b="0" spc="-50" dirty="0">
                <a:latin typeface="Calibri" panose="020F0502020204030204"/>
                <a:cs typeface="Calibri" panose="020F0502020204030204"/>
              </a:rPr>
              <a:t> </a:t>
            </a:r>
            <a:r>
              <a:rPr b="0" dirty="0">
                <a:latin typeface="Calibri" panose="020F0502020204030204"/>
                <a:cs typeface="Calibri" panose="020F0502020204030204"/>
              </a:rPr>
              <a:t>an</a:t>
            </a:r>
            <a:r>
              <a:rPr b="0" spc="-60" dirty="0">
                <a:latin typeface="Calibri" panose="020F0502020204030204"/>
                <a:cs typeface="Calibri" panose="020F0502020204030204"/>
              </a:rPr>
              <a:t> </a:t>
            </a:r>
            <a:r>
              <a:rPr b="0" spc="-10" dirty="0">
                <a:latin typeface="Calibri" panose="020F0502020204030204"/>
                <a:cs typeface="Calibri" panose="020F0502020204030204"/>
              </a:rPr>
              <a:t>array</a:t>
            </a:r>
            <a:r>
              <a:rPr b="0" spc="-55" dirty="0">
                <a:latin typeface="Calibri" panose="020F0502020204030204"/>
                <a:cs typeface="Calibri" panose="020F0502020204030204"/>
              </a:rPr>
              <a:t> </a:t>
            </a:r>
            <a:r>
              <a:rPr b="0" dirty="0">
                <a:latin typeface="Calibri" panose="020F0502020204030204"/>
                <a:cs typeface="Calibri" panose="020F0502020204030204"/>
              </a:rPr>
              <a:t>containing</a:t>
            </a:r>
            <a:r>
              <a:rPr b="0" spc="-55" dirty="0">
                <a:latin typeface="Calibri" panose="020F0502020204030204"/>
                <a:cs typeface="Calibri" panose="020F0502020204030204"/>
              </a:rPr>
              <a:t> </a:t>
            </a:r>
            <a:r>
              <a:rPr b="0" dirty="0">
                <a:latin typeface="Calibri" panose="020F0502020204030204"/>
                <a:cs typeface="Calibri" panose="020F0502020204030204"/>
              </a:rPr>
              <a:t>the</a:t>
            </a:r>
            <a:r>
              <a:rPr b="0" spc="-45" dirty="0">
                <a:latin typeface="Calibri" panose="020F0502020204030204"/>
                <a:cs typeface="Calibri" panose="020F0502020204030204"/>
              </a:rPr>
              <a:t> </a:t>
            </a:r>
            <a:r>
              <a:rPr b="0" dirty="0">
                <a:latin typeface="Calibri" panose="020F0502020204030204"/>
                <a:cs typeface="Calibri" panose="020F0502020204030204"/>
              </a:rPr>
              <a:t>names</a:t>
            </a:r>
            <a:r>
              <a:rPr b="0" spc="-55" dirty="0">
                <a:latin typeface="Calibri" panose="020F0502020204030204"/>
                <a:cs typeface="Calibri" panose="020F0502020204030204"/>
              </a:rPr>
              <a:t> </a:t>
            </a:r>
            <a:r>
              <a:rPr b="0" dirty="0">
                <a:latin typeface="Calibri" panose="020F0502020204030204"/>
                <a:cs typeface="Calibri" panose="020F0502020204030204"/>
              </a:rPr>
              <a:t>of</a:t>
            </a:r>
            <a:r>
              <a:rPr b="0" spc="-50" dirty="0">
                <a:latin typeface="Calibri" panose="020F0502020204030204"/>
                <a:cs typeface="Calibri" panose="020F0502020204030204"/>
              </a:rPr>
              <a:t> </a:t>
            </a:r>
            <a:r>
              <a:rPr b="0" spc="-25" dirty="0">
                <a:latin typeface="Calibri" panose="020F0502020204030204"/>
                <a:cs typeface="Calibri" panose="020F0502020204030204"/>
              </a:rPr>
              <a:t>the </a:t>
            </a:r>
            <a:r>
              <a:rPr b="0" spc="-10" dirty="0">
                <a:latin typeface="Calibri" panose="020F0502020204030204"/>
                <a:cs typeface="Calibri" panose="020F0502020204030204"/>
              </a:rPr>
              <a:t>columns</a:t>
            </a:r>
          </a:p>
          <a:p>
            <a:pPr marL="12700">
              <a:lnSpc>
                <a:spcPct val="100000"/>
              </a:lnSpc>
            </a:pPr>
            <a:r>
              <a:rPr b="0" spc="-20" dirty="0">
                <a:latin typeface="Calibri" panose="020F0502020204030204"/>
                <a:cs typeface="Calibri" panose="020F0502020204030204"/>
              </a:rPr>
              <a:t>–</a:t>
            </a:r>
            <a:r>
              <a:rPr dirty="0"/>
              <a:t>dtypes</a:t>
            </a:r>
            <a:r>
              <a:rPr spc="-40" dirty="0"/>
              <a:t> </a:t>
            </a:r>
            <a:r>
              <a:rPr b="0" spc="-10" dirty="0">
                <a:latin typeface="Calibri" panose="020F0502020204030204"/>
                <a:cs typeface="Calibri" panose="020F0502020204030204"/>
              </a:rPr>
              <a:t>returns</a:t>
            </a:r>
            <a:r>
              <a:rPr b="0" spc="-60" dirty="0">
                <a:latin typeface="Calibri" panose="020F0502020204030204"/>
                <a:cs typeface="Calibri" panose="020F0502020204030204"/>
              </a:rPr>
              <a:t> </a:t>
            </a:r>
            <a:r>
              <a:rPr b="0" dirty="0">
                <a:latin typeface="Calibri" panose="020F0502020204030204"/>
                <a:cs typeface="Calibri" panose="020F0502020204030204"/>
              </a:rPr>
              <a:t>an</a:t>
            </a:r>
            <a:r>
              <a:rPr b="0" spc="-60" dirty="0">
                <a:latin typeface="Calibri" panose="020F0502020204030204"/>
                <a:cs typeface="Calibri" panose="020F0502020204030204"/>
              </a:rPr>
              <a:t> </a:t>
            </a:r>
            <a:r>
              <a:rPr b="0" spc="-10" dirty="0">
                <a:latin typeface="Calibri" panose="020F0502020204030204"/>
                <a:cs typeface="Calibri" panose="020F0502020204030204"/>
              </a:rPr>
              <a:t>array</a:t>
            </a:r>
            <a:r>
              <a:rPr b="0" spc="-60" dirty="0">
                <a:latin typeface="Calibri" panose="020F0502020204030204"/>
                <a:cs typeface="Calibri" panose="020F0502020204030204"/>
              </a:rPr>
              <a:t> </a:t>
            </a:r>
            <a:r>
              <a:rPr b="0" dirty="0">
                <a:latin typeface="Calibri" panose="020F0502020204030204"/>
                <a:cs typeface="Calibri" panose="020F0502020204030204"/>
              </a:rPr>
              <a:t>of</a:t>
            </a:r>
            <a:r>
              <a:rPr b="0" spc="-60" dirty="0">
                <a:latin typeface="Calibri" panose="020F0502020204030204"/>
                <a:cs typeface="Calibri" panose="020F0502020204030204"/>
              </a:rPr>
              <a:t> </a:t>
            </a:r>
            <a:r>
              <a:rPr b="0" dirty="0">
                <a:latin typeface="Calibri" panose="020F0502020204030204"/>
                <a:cs typeface="Calibri" panose="020F0502020204030204"/>
              </a:rPr>
              <a:t>(column</a:t>
            </a:r>
            <a:r>
              <a:rPr b="0" spc="-60" dirty="0">
                <a:latin typeface="Calibri" panose="020F0502020204030204"/>
                <a:cs typeface="Calibri" panose="020F0502020204030204"/>
              </a:rPr>
              <a:t> </a:t>
            </a:r>
            <a:r>
              <a:rPr b="0" spc="-10" dirty="0">
                <a:latin typeface="Calibri" panose="020F0502020204030204"/>
                <a:cs typeface="Calibri" panose="020F0502020204030204"/>
              </a:rPr>
              <a:t>name,type)</a:t>
            </a:r>
            <a:r>
              <a:rPr b="0" spc="-80" dirty="0">
                <a:latin typeface="Calibri" panose="020F0502020204030204"/>
                <a:cs typeface="Calibri" panose="020F0502020204030204"/>
              </a:rPr>
              <a:t> </a:t>
            </a:r>
            <a:r>
              <a:rPr b="0" spc="-10" dirty="0">
                <a:latin typeface="Calibri" panose="020F0502020204030204"/>
                <a:cs typeface="Calibri" panose="020F0502020204030204"/>
              </a:rPr>
              <a:t>pairs</a:t>
            </a:r>
          </a:p>
          <a:p>
            <a:pPr marL="12700">
              <a:lnSpc>
                <a:spcPct val="100000"/>
              </a:lnSpc>
            </a:pPr>
            <a:r>
              <a:rPr b="0" spc="-20" dirty="0">
                <a:latin typeface="Calibri" panose="020F0502020204030204"/>
                <a:cs typeface="Calibri" panose="020F0502020204030204"/>
              </a:rPr>
              <a:t>–</a:t>
            </a:r>
            <a:r>
              <a:rPr dirty="0"/>
              <a:t>explain</a:t>
            </a:r>
            <a:r>
              <a:rPr spc="-45" dirty="0"/>
              <a:t> </a:t>
            </a:r>
            <a:r>
              <a:rPr b="0" dirty="0">
                <a:latin typeface="Calibri" panose="020F0502020204030204"/>
                <a:cs typeface="Calibri" panose="020F0502020204030204"/>
              </a:rPr>
              <a:t>prints</a:t>
            </a:r>
            <a:r>
              <a:rPr b="0" spc="-25" dirty="0">
                <a:latin typeface="Calibri" panose="020F0502020204030204"/>
                <a:cs typeface="Calibri" panose="020F0502020204030204"/>
              </a:rPr>
              <a:t> </a:t>
            </a:r>
            <a:r>
              <a:rPr b="0" dirty="0">
                <a:latin typeface="Calibri" panose="020F0502020204030204"/>
                <a:cs typeface="Calibri" panose="020F0502020204030204"/>
              </a:rPr>
              <a:t>debug</a:t>
            </a:r>
            <a:r>
              <a:rPr b="0" spc="-30" dirty="0">
                <a:latin typeface="Calibri" panose="020F0502020204030204"/>
                <a:cs typeface="Calibri" panose="020F0502020204030204"/>
              </a:rPr>
              <a:t> </a:t>
            </a:r>
            <a:r>
              <a:rPr b="0" spc="-10" dirty="0">
                <a:latin typeface="Calibri" panose="020F0502020204030204"/>
                <a:cs typeface="Calibri" panose="020F0502020204030204"/>
              </a:rPr>
              <a:t>information</a:t>
            </a:r>
            <a:r>
              <a:rPr b="0" spc="-45" dirty="0">
                <a:latin typeface="Calibri" panose="020F0502020204030204"/>
                <a:cs typeface="Calibri" panose="020F0502020204030204"/>
              </a:rPr>
              <a:t> </a:t>
            </a:r>
            <a:r>
              <a:rPr b="0" dirty="0">
                <a:latin typeface="Calibri" panose="020F0502020204030204"/>
                <a:cs typeface="Calibri" panose="020F0502020204030204"/>
              </a:rPr>
              <a:t>about</a:t>
            </a:r>
            <a:r>
              <a:rPr b="0" spc="-30" dirty="0">
                <a:latin typeface="Calibri" panose="020F0502020204030204"/>
                <a:cs typeface="Calibri" panose="020F0502020204030204"/>
              </a:rPr>
              <a:t> </a:t>
            </a:r>
            <a:r>
              <a:rPr b="0" dirty="0">
                <a:latin typeface="Calibri" panose="020F0502020204030204"/>
                <a:cs typeface="Calibri" panose="020F0502020204030204"/>
              </a:rPr>
              <a:t>the</a:t>
            </a:r>
            <a:r>
              <a:rPr b="0" spc="-20" dirty="0">
                <a:latin typeface="Calibri" panose="020F0502020204030204"/>
                <a:cs typeface="Calibri" panose="020F0502020204030204"/>
              </a:rPr>
              <a:t> </a:t>
            </a:r>
            <a:r>
              <a:rPr b="0" spc="-10" dirty="0">
                <a:latin typeface="Calibri" panose="020F0502020204030204"/>
                <a:cs typeface="Calibri" panose="020F0502020204030204"/>
              </a:rPr>
              <a:t>DataFrame</a:t>
            </a:r>
            <a:r>
              <a:rPr b="0" spc="-65" dirty="0">
                <a:latin typeface="Calibri" panose="020F0502020204030204"/>
                <a:cs typeface="Calibri" panose="020F0502020204030204"/>
              </a:rPr>
              <a:t> </a:t>
            </a:r>
            <a:r>
              <a:rPr b="0" dirty="0">
                <a:latin typeface="Calibri" panose="020F0502020204030204"/>
                <a:cs typeface="Calibri" panose="020F0502020204030204"/>
              </a:rPr>
              <a:t>to</a:t>
            </a:r>
            <a:r>
              <a:rPr b="0" spc="-45" dirty="0">
                <a:latin typeface="Calibri" panose="020F0502020204030204"/>
                <a:cs typeface="Calibri" panose="020F0502020204030204"/>
              </a:rPr>
              <a:t> </a:t>
            </a:r>
            <a:r>
              <a:rPr b="0" spc="-25" dirty="0">
                <a:latin typeface="Calibri" panose="020F0502020204030204"/>
                <a:cs typeface="Calibri" panose="020F0502020204030204"/>
              </a:rPr>
              <a:t>the</a:t>
            </a:r>
          </a:p>
          <a:p>
            <a:pPr marL="12700">
              <a:lnSpc>
                <a:spcPct val="100000"/>
              </a:lnSpc>
            </a:pPr>
            <a:r>
              <a:rPr b="0" spc="-10" dirty="0">
                <a:latin typeface="Calibri" panose="020F0502020204030204"/>
                <a:cs typeface="Calibri" panose="020F0502020204030204"/>
              </a:rPr>
              <a:t>console</a:t>
            </a:r>
          </a:p>
        </p:txBody>
      </p:sp>
      <p:pic>
        <p:nvPicPr>
          <p:cNvPr id="4" name="Picture 3" descr="wingspan_logo.png"/>
          <p:cNvPicPr>
            <a:picLocks noChangeAspect="1"/>
          </p:cNvPicPr>
          <p:nvPr/>
        </p:nvPicPr>
        <p:blipFill>
          <a:blip r:embed="rId2"/>
          <a:stretch>
            <a:fillRect/>
          </a:stretch>
        </p:blipFill>
        <p:spPr>
          <a:xfrm>
            <a:off x="8457824" y="0"/>
            <a:ext cx="749808" cy="630936"/>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815340">
              <a:lnSpc>
                <a:spcPct val="100000"/>
              </a:lnSpc>
              <a:spcBef>
                <a:spcPts val="105"/>
              </a:spcBef>
            </a:pPr>
            <a:r>
              <a:rPr spc="-10" dirty="0"/>
              <a:t>DataFrame</a:t>
            </a:r>
            <a:r>
              <a:rPr spc="-135" dirty="0"/>
              <a:t> </a:t>
            </a:r>
            <a:r>
              <a:rPr dirty="0"/>
              <a:t>Basic</a:t>
            </a:r>
            <a:r>
              <a:rPr spc="-90" dirty="0"/>
              <a:t> </a:t>
            </a:r>
            <a:r>
              <a:rPr spc="-10" dirty="0"/>
              <a:t>Operations</a:t>
            </a:r>
          </a:p>
        </p:txBody>
      </p:sp>
      <p:pic>
        <p:nvPicPr>
          <p:cNvPr id="3" name="object 3"/>
          <p:cNvPicPr/>
          <p:nvPr/>
        </p:nvPicPr>
        <p:blipFill>
          <a:blip r:embed="rId2" cstate="print"/>
          <a:stretch>
            <a:fillRect/>
          </a:stretch>
        </p:blipFill>
        <p:spPr>
          <a:xfrm>
            <a:off x="484096" y="2263370"/>
            <a:ext cx="8035581" cy="2008909"/>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873250">
              <a:lnSpc>
                <a:spcPct val="100000"/>
              </a:lnSpc>
              <a:spcBef>
                <a:spcPts val="105"/>
              </a:spcBef>
            </a:pPr>
            <a:r>
              <a:rPr spc="-10" dirty="0"/>
              <a:t>DataFrame</a:t>
            </a:r>
            <a:r>
              <a:rPr spc="-215" dirty="0"/>
              <a:t> </a:t>
            </a:r>
            <a:r>
              <a:rPr spc="-10" dirty="0"/>
              <a:t>Actions</a:t>
            </a:r>
          </a:p>
        </p:txBody>
      </p:sp>
      <p:sp>
        <p:nvSpPr>
          <p:cNvPr id="3" name="object 3"/>
          <p:cNvSpPr txBox="1"/>
          <p:nvPr/>
        </p:nvSpPr>
        <p:spPr>
          <a:xfrm>
            <a:off x="459740" y="1613661"/>
            <a:ext cx="7290434" cy="185483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50" dirty="0">
                <a:latin typeface="Calibri" panose="020F0502020204030204"/>
                <a:cs typeface="Calibri" panose="020F0502020204030204"/>
              </a:rPr>
              <a:t> </a:t>
            </a:r>
            <a:r>
              <a:rPr sz="2400" b="1" dirty="0">
                <a:latin typeface="Calibri" panose="020F0502020204030204"/>
                <a:cs typeface="Calibri" panose="020F0502020204030204"/>
              </a:rPr>
              <a:t>Some</a:t>
            </a:r>
            <a:r>
              <a:rPr sz="2400" b="1" spc="-75" dirty="0">
                <a:latin typeface="Calibri" panose="020F0502020204030204"/>
                <a:cs typeface="Calibri" panose="020F0502020204030204"/>
              </a:rPr>
              <a:t> </a:t>
            </a:r>
            <a:r>
              <a:rPr sz="2400" b="1" spc="-10" dirty="0">
                <a:latin typeface="Calibri" panose="020F0502020204030204"/>
                <a:cs typeface="Calibri" panose="020F0502020204030204"/>
              </a:rPr>
              <a:t>DataFrame</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actions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collect</a:t>
            </a:r>
            <a:r>
              <a:rPr sz="2400" b="1" spc="-60" dirty="0">
                <a:latin typeface="Calibri" panose="020F0502020204030204"/>
                <a:cs typeface="Calibri" panose="020F0502020204030204"/>
              </a:rPr>
              <a:t> </a:t>
            </a:r>
            <a:r>
              <a:rPr sz="2400" dirty="0">
                <a:latin typeface="Calibri" panose="020F0502020204030204"/>
                <a:cs typeface="Calibri" panose="020F0502020204030204"/>
              </a:rPr>
              <a:t>returns</a:t>
            </a:r>
            <a:r>
              <a:rPr sz="2400" spc="-55" dirty="0">
                <a:latin typeface="Calibri" panose="020F0502020204030204"/>
                <a:cs typeface="Calibri" panose="020F0502020204030204"/>
              </a:rPr>
              <a:t> </a:t>
            </a:r>
            <a:r>
              <a:rPr sz="2400" dirty="0">
                <a:latin typeface="Calibri" panose="020F0502020204030204"/>
                <a:cs typeface="Calibri" panose="020F0502020204030204"/>
              </a:rPr>
              <a:t>all</a:t>
            </a:r>
            <a:r>
              <a:rPr sz="2400" spc="-35" dirty="0">
                <a:latin typeface="Calibri" panose="020F0502020204030204"/>
                <a:cs typeface="Calibri" panose="020F0502020204030204"/>
              </a:rPr>
              <a:t> </a:t>
            </a:r>
            <a:r>
              <a:rPr sz="2400" dirty="0">
                <a:latin typeface="Calibri" panose="020F0502020204030204"/>
                <a:cs typeface="Calibri" panose="020F0502020204030204"/>
              </a:rPr>
              <a:t>rows</a:t>
            </a:r>
            <a:r>
              <a:rPr sz="2400" spc="-40" dirty="0">
                <a:latin typeface="Calibri" panose="020F0502020204030204"/>
                <a:cs typeface="Calibri" panose="020F0502020204030204"/>
              </a:rPr>
              <a:t> </a:t>
            </a:r>
            <a:r>
              <a:rPr sz="2400" dirty="0">
                <a:latin typeface="Calibri" panose="020F0502020204030204"/>
                <a:cs typeface="Calibri" panose="020F0502020204030204"/>
              </a:rPr>
              <a:t>as</a:t>
            </a:r>
            <a:r>
              <a:rPr sz="2400" spc="-60" dirty="0">
                <a:latin typeface="Calibri" panose="020F0502020204030204"/>
                <a:cs typeface="Calibri" panose="020F0502020204030204"/>
              </a:rPr>
              <a:t> </a:t>
            </a:r>
            <a:r>
              <a:rPr sz="2400" dirty="0">
                <a:latin typeface="Calibri" panose="020F0502020204030204"/>
                <a:cs typeface="Calibri" panose="020F0502020204030204"/>
              </a:rPr>
              <a:t>an</a:t>
            </a:r>
            <a:r>
              <a:rPr sz="2400" spc="-40" dirty="0">
                <a:latin typeface="Calibri" panose="020F0502020204030204"/>
                <a:cs typeface="Calibri" panose="020F0502020204030204"/>
              </a:rPr>
              <a:t> </a:t>
            </a:r>
            <a:r>
              <a:rPr sz="2400" dirty="0">
                <a:latin typeface="Calibri" panose="020F0502020204030204"/>
                <a:cs typeface="Calibri" panose="020F0502020204030204"/>
              </a:rPr>
              <a:t>array</a:t>
            </a:r>
            <a:r>
              <a:rPr sz="2400" spc="-60" dirty="0">
                <a:latin typeface="Calibri" panose="020F0502020204030204"/>
                <a:cs typeface="Calibri" panose="020F0502020204030204"/>
              </a:rPr>
              <a:t> </a:t>
            </a:r>
            <a:r>
              <a:rPr sz="2400" dirty="0">
                <a:latin typeface="Calibri" panose="020F0502020204030204"/>
                <a:cs typeface="Calibri" panose="020F0502020204030204"/>
              </a:rPr>
              <a:t>of</a:t>
            </a:r>
            <a:r>
              <a:rPr sz="2400" spc="-40" dirty="0">
                <a:latin typeface="Calibri" panose="020F0502020204030204"/>
                <a:cs typeface="Calibri" panose="020F0502020204030204"/>
              </a:rPr>
              <a:t> </a:t>
            </a:r>
            <a:r>
              <a:rPr sz="2400" b="1" dirty="0">
                <a:latin typeface="Calibri" panose="020F0502020204030204"/>
                <a:cs typeface="Calibri" panose="020F0502020204030204"/>
              </a:rPr>
              <a:t>Row</a:t>
            </a:r>
            <a:r>
              <a:rPr sz="2400" b="1" spc="-70" dirty="0">
                <a:latin typeface="Calibri" panose="020F0502020204030204"/>
                <a:cs typeface="Calibri" panose="020F0502020204030204"/>
              </a:rPr>
              <a:t> </a:t>
            </a:r>
            <a:r>
              <a:rPr sz="2400" spc="-10" dirty="0">
                <a:latin typeface="Calibri" panose="020F0502020204030204"/>
                <a:cs typeface="Calibri" panose="020F0502020204030204"/>
              </a:rPr>
              <a:t>objects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take(</a:t>
            </a:r>
            <a:r>
              <a:rPr sz="2400" b="1" i="1" spc="-10" dirty="0">
                <a:latin typeface="Calibri" panose="020F0502020204030204"/>
                <a:cs typeface="Calibri" panose="020F0502020204030204"/>
              </a:rPr>
              <a:t>n</a:t>
            </a:r>
            <a:r>
              <a:rPr sz="2400" b="1" spc="-10" dirty="0">
                <a:latin typeface="Calibri" panose="020F0502020204030204"/>
                <a:cs typeface="Calibri" panose="020F0502020204030204"/>
              </a:rPr>
              <a:t>)</a:t>
            </a:r>
            <a:r>
              <a:rPr sz="2400" b="1" spc="-50"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50" dirty="0">
                <a:latin typeface="Calibri" panose="020F0502020204030204"/>
                <a:cs typeface="Calibri" panose="020F0502020204030204"/>
              </a:rPr>
              <a:t> </a:t>
            </a:r>
            <a:r>
              <a:rPr sz="2400" dirty="0">
                <a:latin typeface="Calibri" panose="020F0502020204030204"/>
                <a:cs typeface="Calibri" panose="020F0502020204030204"/>
              </a:rPr>
              <a:t>first</a:t>
            </a:r>
            <a:r>
              <a:rPr sz="2400" spc="-65" dirty="0">
                <a:latin typeface="Calibri" panose="020F0502020204030204"/>
                <a:cs typeface="Calibri" panose="020F0502020204030204"/>
              </a:rPr>
              <a:t> </a:t>
            </a:r>
            <a:r>
              <a:rPr sz="2400" b="1" dirty="0">
                <a:latin typeface="Calibri" panose="020F0502020204030204"/>
                <a:cs typeface="Calibri" panose="020F0502020204030204"/>
              </a:rPr>
              <a:t>n</a:t>
            </a:r>
            <a:r>
              <a:rPr sz="2400" b="1" spc="-60" dirty="0">
                <a:latin typeface="Calibri" panose="020F0502020204030204"/>
                <a:cs typeface="Calibri" panose="020F0502020204030204"/>
              </a:rPr>
              <a:t> </a:t>
            </a:r>
            <a:r>
              <a:rPr sz="2400" dirty="0">
                <a:latin typeface="Calibri" panose="020F0502020204030204"/>
                <a:cs typeface="Calibri" panose="020F0502020204030204"/>
              </a:rPr>
              <a:t>rows</a:t>
            </a:r>
            <a:r>
              <a:rPr sz="2400" spc="-55" dirty="0">
                <a:latin typeface="Calibri" panose="020F0502020204030204"/>
                <a:cs typeface="Calibri" panose="020F0502020204030204"/>
              </a:rPr>
              <a:t> </a:t>
            </a:r>
            <a:r>
              <a:rPr sz="2400" dirty="0">
                <a:latin typeface="Calibri" panose="020F0502020204030204"/>
                <a:cs typeface="Calibri" panose="020F0502020204030204"/>
              </a:rPr>
              <a:t>as</a:t>
            </a:r>
            <a:r>
              <a:rPr sz="2400" spc="-65" dirty="0">
                <a:latin typeface="Calibri" panose="020F0502020204030204"/>
                <a:cs typeface="Calibri" panose="020F0502020204030204"/>
              </a:rPr>
              <a:t> </a:t>
            </a:r>
            <a:r>
              <a:rPr sz="2400" dirty="0">
                <a:latin typeface="Calibri" panose="020F0502020204030204"/>
                <a:cs typeface="Calibri" panose="020F0502020204030204"/>
              </a:rPr>
              <a:t>an</a:t>
            </a:r>
            <a:r>
              <a:rPr sz="2400" spc="-55" dirty="0">
                <a:latin typeface="Calibri" panose="020F0502020204030204"/>
                <a:cs typeface="Calibri" panose="020F0502020204030204"/>
              </a:rPr>
              <a:t> </a:t>
            </a:r>
            <a:r>
              <a:rPr sz="2400" spc="-10" dirty="0">
                <a:latin typeface="Calibri" panose="020F0502020204030204"/>
                <a:cs typeface="Calibri" panose="020F0502020204030204"/>
              </a:rPr>
              <a:t>array</a:t>
            </a:r>
            <a:r>
              <a:rPr sz="2400" spc="-60" dirty="0">
                <a:latin typeface="Calibri" panose="020F0502020204030204"/>
                <a:cs typeface="Calibri" panose="020F0502020204030204"/>
              </a:rPr>
              <a:t> </a:t>
            </a:r>
            <a:r>
              <a:rPr sz="2400" dirty="0">
                <a:latin typeface="Calibri" panose="020F0502020204030204"/>
                <a:cs typeface="Calibri" panose="020F0502020204030204"/>
              </a:rPr>
              <a:t>of</a:t>
            </a:r>
            <a:r>
              <a:rPr sz="2400" spc="-45" dirty="0">
                <a:latin typeface="Calibri" panose="020F0502020204030204"/>
                <a:cs typeface="Calibri" panose="020F0502020204030204"/>
              </a:rPr>
              <a:t> </a:t>
            </a:r>
            <a:r>
              <a:rPr sz="2400" b="1" dirty="0">
                <a:latin typeface="Calibri" panose="020F0502020204030204"/>
                <a:cs typeface="Calibri" panose="020F0502020204030204"/>
              </a:rPr>
              <a:t>Row</a:t>
            </a:r>
            <a:r>
              <a:rPr sz="2400" b="1" spc="-75" dirty="0">
                <a:latin typeface="Calibri" panose="020F0502020204030204"/>
                <a:cs typeface="Calibri" panose="020F0502020204030204"/>
              </a:rPr>
              <a:t> </a:t>
            </a:r>
            <a:r>
              <a:rPr sz="2400" spc="-10" dirty="0">
                <a:latin typeface="Calibri" panose="020F0502020204030204"/>
                <a:cs typeface="Calibri" panose="020F0502020204030204"/>
              </a:rPr>
              <a:t>objects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count</a:t>
            </a:r>
            <a:r>
              <a:rPr sz="2400" b="1" spc="-55"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50" dirty="0">
                <a:latin typeface="Calibri" panose="020F0502020204030204"/>
                <a:cs typeface="Calibri" panose="020F0502020204030204"/>
              </a:rPr>
              <a:t> </a:t>
            </a:r>
            <a:r>
              <a:rPr sz="2400" dirty="0">
                <a:latin typeface="Calibri" panose="020F0502020204030204"/>
                <a:cs typeface="Calibri" panose="020F0502020204030204"/>
              </a:rPr>
              <a:t>number</a:t>
            </a:r>
            <a:r>
              <a:rPr sz="2400" spc="-55" dirty="0">
                <a:latin typeface="Calibri" panose="020F0502020204030204"/>
                <a:cs typeface="Calibri" panose="020F0502020204030204"/>
              </a:rPr>
              <a:t> </a:t>
            </a:r>
            <a:r>
              <a:rPr sz="2400" dirty="0">
                <a:latin typeface="Calibri" panose="020F0502020204030204"/>
                <a:cs typeface="Calibri" panose="020F0502020204030204"/>
              </a:rPr>
              <a:t>of</a:t>
            </a:r>
            <a:r>
              <a:rPr sz="2400" spc="-55" dirty="0">
                <a:latin typeface="Calibri" panose="020F0502020204030204"/>
                <a:cs typeface="Calibri" panose="020F0502020204030204"/>
              </a:rPr>
              <a:t> </a:t>
            </a:r>
            <a:r>
              <a:rPr sz="2400" spc="-20" dirty="0">
                <a:latin typeface="Calibri" panose="020F0502020204030204"/>
                <a:cs typeface="Calibri" panose="020F0502020204030204"/>
              </a:rPr>
              <a:t>rows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10" dirty="0">
                <a:latin typeface="Calibri" panose="020F0502020204030204"/>
                <a:cs typeface="Calibri" panose="020F0502020204030204"/>
              </a:rPr>
              <a:t>show(</a:t>
            </a:r>
            <a:r>
              <a:rPr sz="2400" b="1" i="1" spc="-10" dirty="0">
                <a:latin typeface="Calibri" panose="020F0502020204030204"/>
                <a:cs typeface="Calibri" panose="020F0502020204030204"/>
              </a:rPr>
              <a:t>n</a:t>
            </a:r>
            <a:r>
              <a:rPr sz="2400" b="1" spc="-10" dirty="0">
                <a:latin typeface="Calibri" panose="020F0502020204030204"/>
                <a:cs typeface="Calibri" panose="020F0502020204030204"/>
              </a:rPr>
              <a:t>)</a:t>
            </a:r>
            <a:r>
              <a:rPr sz="2400" spc="-10" dirty="0">
                <a:latin typeface="Calibri" panose="020F0502020204030204"/>
                <a:cs typeface="Calibri" panose="020F0502020204030204"/>
              </a:rPr>
              <a:t>displays</a:t>
            </a:r>
            <a:r>
              <a:rPr sz="2400" spc="-60" dirty="0">
                <a:latin typeface="Calibri" panose="020F0502020204030204"/>
                <a:cs typeface="Calibri" panose="020F0502020204030204"/>
              </a:rPr>
              <a:t> </a:t>
            </a:r>
            <a:r>
              <a:rPr sz="2400" dirty="0">
                <a:latin typeface="Calibri" panose="020F0502020204030204"/>
                <a:cs typeface="Calibri" panose="020F0502020204030204"/>
              </a:rPr>
              <a:t>the</a:t>
            </a:r>
            <a:r>
              <a:rPr sz="2400" spc="-65" dirty="0">
                <a:latin typeface="Calibri" panose="020F0502020204030204"/>
                <a:cs typeface="Calibri" panose="020F0502020204030204"/>
              </a:rPr>
              <a:t> </a:t>
            </a:r>
            <a:r>
              <a:rPr sz="2400" dirty="0">
                <a:latin typeface="Calibri" panose="020F0502020204030204"/>
                <a:cs typeface="Calibri" panose="020F0502020204030204"/>
              </a:rPr>
              <a:t>first</a:t>
            </a:r>
            <a:r>
              <a:rPr sz="2400" spc="-70" dirty="0">
                <a:latin typeface="Calibri" panose="020F0502020204030204"/>
                <a:cs typeface="Calibri" panose="020F0502020204030204"/>
              </a:rPr>
              <a:t> </a:t>
            </a:r>
            <a:r>
              <a:rPr sz="2400" b="1" dirty="0">
                <a:latin typeface="Calibri" panose="020F0502020204030204"/>
                <a:cs typeface="Calibri" panose="020F0502020204030204"/>
              </a:rPr>
              <a:t>n</a:t>
            </a:r>
            <a:r>
              <a:rPr sz="2400" b="1" spc="-65" dirty="0">
                <a:latin typeface="Calibri" panose="020F0502020204030204"/>
                <a:cs typeface="Calibri" panose="020F0502020204030204"/>
              </a:rPr>
              <a:t> </a:t>
            </a:r>
            <a:r>
              <a:rPr sz="2400" dirty="0">
                <a:latin typeface="Calibri" panose="020F0502020204030204"/>
                <a:cs typeface="Calibri" panose="020F0502020204030204"/>
              </a:rPr>
              <a:t>rows</a:t>
            </a:r>
            <a:r>
              <a:rPr sz="2400" spc="-60" dirty="0">
                <a:latin typeface="Calibri" panose="020F0502020204030204"/>
                <a:cs typeface="Calibri" panose="020F0502020204030204"/>
              </a:rPr>
              <a:t> </a:t>
            </a:r>
            <a:r>
              <a:rPr sz="2400" spc="-10" dirty="0">
                <a:latin typeface="Calibri" panose="020F0502020204030204"/>
                <a:cs typeface="Calibri" panose="020F0502020204030204"/>
              </a:rPr>
              <a:t>(default=20)</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2738660" y="3658669"/>
            <a:ext cx="3320278" cy="2711137"/>
          </a:xfrm>
          <a:prstGeom prst="rect">
            <a:avLst/>
          </a:prstGeom>
        </p:spPr>
      </p:pic>
      <p:pic>
        <p:nvPicPr>
          <p:cNvPr id="5" name="Picture 4" descr="wingspan_logo.png"/>
          <p:cNvPicPr>
            <a:picLocks noChangeAspect="1"/>
          </p:cNvPicPr>
          <p:nvPr/>
        </p:nvPicPr>
        <p:blipFill>
          <a:blip r:embed="rId3"/>
          <a:stretch>
            <a:fillRect/>
          </a:stretch>
        </p:blipFill>
        <p:spPr>
          <a:xfrm>
            <a:off x="8305800" y="14631"/>
            <a:ext cx="749808" cy="630936"/>
          </a:xfrm>
          <a:prstGeom prst="rect">
            <a:avLst/>
          </a:prstGeom>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2365629" y="461594"/>
            <a:ext cx="4412615" cy="697230"/>
          </a:xfrm>
          <a:prstGeom prst="rect">
            <a:avLst/>
          </a:prstGeom>
        </p:spPr>
        <p:txBody>
          <a:bodyPr vert="horz" wrap="square" lIns="0" tIns="13335" rIns="0" bIns="0" rtlCol="0">
            <a:spAutoFit/>
          </a:bodyPr>
          <a:lstStyle/>
          <a:p>
            <a:pPr marL="12700">
              <a:lnSpc>
                <a:spcPct val="100000"/>
              </a:lnSpc>
              <a:spcBef>
                <a:spcPts val="105"/>
              </a:spcBef>
            </a:pPr>
            <a:r>
              <a:rPr spc="-10" dirty="0"/>
              <a:t>DataFrame</a:t>
            </a:r>
            <a:r>
              <a:rPr spc="-210" dirty="0"/>
              <a:t> </a:t>
            </a:r>
            <a:r>
              <a:rPr spc="-10" dirty="0"/>
              <a:t>Queries</a:t>
            </a:r>
          </a:p>
        </p:txBody>
      </p:sp>
      <p:sp>
        <p:nvSpPr>
          <p:cNvPr id="3" name="object 3"/>
          <p:cNvSpPr txBox="1"/>
          <p:nvPr/>
        </p:nvSpPr>
        <p:spPr>
          <a:xfrm>
            <a:off x="535940" y="1385061"/>
            <a:ext cx="7968615" cy="440499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55" dirty="0">
                <a:latin typeface="Calibri" panose="020F0502020204030204"/>
                <a:cs typeface="Calibri" panose="020F0502020204030204"/>
              </a:rPr>
              <a:t> </a:t>
            </a:r>
            <a:r>
              <a:rPr sz="2400" b="1" spc="-10" dirty="0">
                <a:latin typeface="Calibri" panose="020F0502020204030204"/>
                <a:cs typeface="Calibri" panose="020F0502020204030204"/>
              </a:rPr>
              <a:t>DataFrame</a:t>
            </a:r>
            <a:r>
              <a:rPr sz="2400" b="1" spc="-55" dirty="0">
                <a:latin typeface="Calibri" panose="020F0502020204030204"/>
                <a:cs typeface="Calibri" panose="020F0502020204030204"/>
              </a:rPr>
              <a:t> </a:t>
            </a:r>
            <a:r>
              <a:rPr sz="2400" b="1" dirty="0">
                <a:latin typeface="Calibri" panose="020F0502020204030204"/>
                <a:cs typeface="Calibri" panose="020F0502020204030204"/>
              </a:rPr>
              <a:t>query</a:t>
            </a:r>
            <a:r>
              <a:rPr sz="2400" b="1" spc="-65" dirty="0">
                <a:latin typeface="Calibri" panose="020F0502020204030204"/>
                <a:cs typeface="Calibri" panose="020F0502020204030204"/>
              </a:rPr>
              <a:t> </a:t>
            </a:r>
            <a:r>
              <a:rPr sz="2400" b="1" dirty="0">
                <a:latin typeface="Calibri" panose="020F0502020204030204"/>
                <a:cs typeface="Calibri" panose="020F0502020204030204"/>
              </a:rPr>
              <a:t>methods</a:t>
            </a:r>
            <a:r>
              <a:rPr sz="2400" b="1" spc="-85" dirty="0">
                <a:latin typeface="Calibri" panose="020F0502020204030204"/>
                <a:cs typeface="Calibri" panose="020F0502020204030204"/>
              </a:rPr>
              <a:t> </a:t>
            </a:r>
            <a:r>
              <a:rPr sz="2400" b="1" dirty="0">
                <a:latin typeface="Calibri" panose="020F0502020204030204"/>
                <a:cs typeface="Calibri" panose="020F0502020204030204"/>
              </a:rPr>
              <a:t>return</a:t>
            </a:r>
            <a:r>
              <a:rPr sz="2400" b="1" spc="-65" dirty="0">
                <a:latin typeface="Calibri" panose="020F0502020204030204"/>
                <a:cs typeface="Calibri" panose="020F0502020204030204"/>
              </a:rPr>
              <a:t> </a:t>
            </a:r>
            <a:r>
              <a:rPr sz="2400" b="1" dirty="0">
                <a:latin typeface="Calibri" panose="020F0502020204030204"/>
                <a:cs typeface="Calibri" panose="020F0502020204030204"/>
              </a:rPr>
              <a:t>new</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DataFrames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Queries</a:t>
            </a:r>
            <a:r>
              <a:rPr sz="2400" spc="-75" dirty="0">
                <a:latin typeface="Calibri" panose="020F0502020204030204"/>
                <a:cs typeface="Calibri" panose="020F0502020204030204"/>
              </a:rPr>
              <a:t> </a:t>
            </a:r>
            <a:r>
              <a:rPr sz="2400" dirty="0">
                <a:latin typeface="Calibri" panose="020F0502020204030204"/>
                <a:cs typeface="Calibri" panose="020F0502020204030204"/>
              </a:rPr>
              <a:t>can</a:t>
            </a:r>
            <a:r>
              <a:rPr sz="2400" spc="-80" dirty="0">
                <a:latin typeface="Calibri" panose="020F0502020204030204"/>
                <a:cs typeface="Calibri" panose="020F0502020204030204"/>
              </a:rPr>
              <a:t> </a:t>
            </a:r>
            <a:r>
              <a:rPr sz="2400" dirty="0">
                <a:latin typeface="Calibri" panose="020F0502020204030204"/>
                <a:cs typeface="Calibri" panose="020F0502020204030204"/>
              </a:rPr>
              <a:t>be</a:t>
            </a:r>
            <a:r>
              <a:rPr sz="2400" spc="-60" dirty="0">
                <a:latin typeface="Calibri" panose="020F0502020204030204"/>
                <a:cs typeface="Calibri" panose="020F0502020204030204"/>
              </a:rPr>
              <a:t> </a:t>
            </a:r>
            <a:r>
              <a:rPr sz="2400" dirty="0">
                <a:latin typeface="Calibri" panose="020F0502020204030204"/>
                <a:cs typeface="Calibri" panose="020F0502020204030204"/>
              </a:rPr>
              <a:t>chained</a:t>
            </a:r>
            <a:r>
              <a:rPr sz="2400" spc="-65" dirty="0">
                <a:latin typeface="Calibri" panose="020F0502020204030204"/>
                <a:cs typeface="Calibri" panose="020F0502020204030204"/>
              </a:rPr>
              <a:t> </a:t>
            </a:r>
            <a:r>
              <a:rPr sz="2400" dirty="0">
                <a:latin typeface="Calibri" panose="020F0502020204030204"/>
                <a:cs typeface="Calibri" panose="020F0502020204030204"/>
              </a:rPr>
              <a:t>like</a:t>
            </a:r>
            <a:r>
              <a:rPr sz="2400" spc="-70" dirty="0">
                <a:latin typeface="Calibri" panose="020F0502020204030204"/>
                <a:cs typeface="Calibri" panose="020F0502020204030204"/>
              </a:rPr>
              <a:t> </a:t>
            </a:r>
            <a:r>
              <a:rPr sz="2400" spc="-10" dirty="0">
                <a:latin typeface="Calibri" panose="020F0502020204030204"/>
                <a:cs typeface="Calibri" panose="020F0502020204030204"/>
              </a:rPr>
              <a:t>transformations</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Some</a:t>
            </a:r>
            <a:r>
              <a:rPr sz="2400" b="1" spc="-55" dirty="0">
                <a:latin typeface="Calibri" panose="020F0502020204030204"/>
                <a:cs typeface="Calibri" panose="020F0502020204030204"/>
              </a:rPr>
              <a:t> </a:t>
            </a:r>
            <a:r>
              <a:rPr sz="2400" b="1" dirty="0">
                <a:latin typeface="Calibri" panose="020F0502020204030204"/>
                <a:cs typeface="Calibri" panose="020F0502020204030204"/>
              </a:rPr>
              <a:t>query</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methods</a:t>
            </a:r>
            <a:endParaRPr sz="2400">
              <a:latin typeface="Calibri" panose="020F0502020204030204"/>
              <a:cs typeface="Calibri" panose="020F0502020204030204"/>
            </a:endParaRPr>
          </a:p>
          <a:p>
            <a:pPr marL="12700" marR="508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distinct</a:t>
            </a:r>
            <a:r>
              <a:rPr sz="2400" b="1" spc="-45"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55" dirty="0">
                <a:latin typeface="Calibri" panose="020F0502020204030204"/>
                <a:cs typeface="Calibri" panose="020F0502020204030204"/>
              </a:rPr>
              <a:t> </a:t>
            </a:r>
            <a:r>
              <a:rPr sz="2400" dirty="0">
                <a:latin typeface="Calibri" panose="020F0502020204030204"/>
                <a:cs typeface="Calibri" panose="020F0502020204030204"/>
              </a:rPr>
              <a:t>a</a:t>
            </a:r>
            <a:r>
              <a:rPr sz="2400" spc="-50" dirty="0">
                <a:latin typeface="Calibri" panose="020F0502020204030204"/>
                <a:cs typeface="Calibri" panose="020F0502020204030204"/>
              </a:rPr>
              <a:t> </a:t>
            </a:r>
            <a:r>
              <a:rPr sz="2400" dirty="0">
                <a:latin typeface="Calibri" panose="020F0502020204030204"/>
                <a:cs typeface="Calibri" panose="020F0502020204030204"/>
              </a:rPr>
              <a:t>new</a:t>
            </a:r>
            <a:r>
              <a:rPr sz="2400" spc="-65" dirty="0">
                <a:latin typeface="Calibri" panose="020F0502020204030204"/>
                <a:cs typeface="Calibri" panose="020F0502020204030204"/>
              </a:rPr>
              <a:t> </a:t>
            </a:r>
            <a:r>
              <a:rPr sz="2400" spc="-10" dirty="0">
                <a:latin typeface="Calibri" panose="020F0502020204030204"/>
                <a:cs typeface="Calibri" panose="020F0502020204030204"/>
              </a:rPr>
              <a:t>DataFrame</a:t>
            </a:r>
            <a:r>
              <a:rPr sz="2400" spc="-70" dirty="0">
                <a:latin typeface="Calibri" panose="020F0502020204030204"/>
                <a:cs typeface="Calibri" panose="020F0502020204030204"/>
              </a:rPr>
              <a:t> </a:t>
            </a:r>
            <a:r>
              <a:rPr sz="2400" dirty="0">
                <a:latin typeface="Calibri" panose="020F0502020204030204"/>
                <a:cs typeface="Calibri" panose="020F0502020204030204"/>
              </a:rPr>
              <a:t>with</a:t>
            </a:r>
            <a:r>
              <a:rPr sz="2400" spc="-65" dirty="0">
                <a:latin typeface="Calibri" panose="020F0502020204030204"/>
                <a:cs typeface="Calibri" panose="020F0502020204030204"/>
              </a:rPr>
              <a:t> </a:t>
            </a:r>
            <a:r>
              <a:rPr sz="2400" dirty="0">
                <a:latin typeface="Calibri" panose="020F0502020204030204"/>
                <a:cs typeface="Calibri" panose="020F0502020204030204"/>
              </a:rPr>
              <a:t>distinct</a:t>
            </a:r>
            <a:r>
              <a:rPr sz="2400" spc="-75" dirty="0">
                <a:latin typeface="Calibri" panose="020F0502020204030204"/>
                <a:cs typeface="Calibri" panose="020F0502020204030204"/>
              </a:rPr>
              <a:t> </a:t>
            </a:r>
            <a:r>
              <a:rPr sz="2400" dirty="0">
                <a:latin typeface="Calibri" panose="020F0502020204030204"/>
                <a:cs typeface="Calibri" panose="020F0502020204030204"/>
              </a:rPr>
              <a:t>elements</a:t>
            </a:r>
            <a:r>
              <a:rPr sz="2400" spc="-55" dirty="0">
                <a:latin typeface="Calibri" panose="020F0502020204030204"/>
                <a:cs typeface="Calibri" panose="020F0502020204030204"/>
              </a:rPr>
              <a:t> </a:t>
            </a:r>
            <a:r>
              <a:rPr sz="2400" dirty="0">
                <a:latin typeface="Calibri" panose="020F0502020204030204"/>
                <a:cs typeface="Calibri" panose="020F0502020204030204"/>
              </a:rPr>
              <a:t>of</a:t>
            </a:r>
            <a:r>
              <a:rPr sz="2400" spc="-55" dirty="0">
                <a:latin typeface="Calibri" panose="020F0502020204030204"/>
                <a:cs typeface="Calibri" panose="020F0502020204030204"/>
              </a:rPr>
              <a:t> </a:t>
            </a:r>
            <a:r>
              <a:rPr sz="2400" spc="-20" dirty="0">
                <a:latin typeface="Calibri" panose="020F0502020204030204"/>
                <a:cs typeface="Calibri" panose="020F0502020204030204"/>
              </a:rPr>
              <a:t>this </a:t>
            </a:r>
            <a:r>
              <a:rPr sz="2400" spc="-25" dirty="0">
                <a:latin typeface="Calibri" panose="020F0502020204030204"/>
                <a:cs typeface="Calibri" panose="020F0502020204030204"/>
              </a:rPr>
              <a:t>DF</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join</a:t>
            </a:r>
            <a:r>
              <a:rPr sz="2400" b="1" spc="-45" dirty="0">
                <a:latin typeface="Calibri" panose="020F0502020204030204"/>
                <a:cs typeface="Calibri" panose="020F0502020204030204"/>
              </a:rPr>
              <a:t> </a:t>
            </a:r>
            <a:r>
              <a:rPr sz="2400" dirty="0">
                <a:latin typeface="Calibri" panose="020F0502020204030204"/>
                <a:cs typeface="Calibri" panose="020F0502020204030204"/>
              </a:rPr>
              <a:t>joins</a:t>
            </a:r>
            <a:r>
              <a:rPr sz="2400" spc="-30" dirty="0">
                <a:latin typeface="Calibri" panose="020F0502020204030204"/>
                <a:cs typeface="Calibri" panose="020F0502020204030204"/>
              </a:rPr>
              <a:t> </a:t>
            </a:r>
            <a:r>
              <a:rPr sz="2400" dirty="0">
                <a:latin typeface="Calibri" panose="020F0502020204030204"/>
                <a:cs typeface="Calibri" panose="020F0502020204030204"/>
              </a:rPr>
              <a:t>this</a:t>
            </a:r>
            <a:r>
              <a:rPr sz="2400" spc="-30" dirty="0">
                <a:latin typeface="Calibri" panose="020F0502020204030204"/>
                <a:cs typeface="Calibri" panose="020F0502020204030204"/>
              </a:rPr>
              <a:t> </a:t>
            </a:r>
            <a:r>
              <a:rPr sz="2400" spc="-10" dirty="0">
                <a:latin typeface="Calibri" panose="020F0502020204030204"/>
                <a:cs typeface="Calibri" panose="020F0502020204030204"/>
              </a:rPr>
              <a:t>DataFrame</a:t>
            </a:r>
            <a:r>
              <a:rPr sz="2400" spc="-55" dirty="0">
                <a:latin typeface="Calibri" panose="020F0502020204030204"/>
                <a:cs typeface="Calibri" panose="020F0502020204030204"/>
              </a:rPr>
              <a:t> </a:t>
            </a:r>
            <a:r>
              <a:rPr sz="2400" dirty="0">
                <a:latin typeface="Calibri" panose="020F0502020204030204"/>
                <a:cs typeface="Calibri" panose="020F0502020204030204"/>
              </a:rPr>
              <a:t>with</a:t>
            </a:r>
            <a:r>
              <a:rPr sz="2400" spc="-30" dirty="0">
                <a:latin typeface="Calibri" panose="020F0502020204030204"/>
                <a:cs typeface="Calibri" panose="020F0502020204030204"/>
              </a:rPr>
              <a:t> </a:t>
            </a:r>
            <a:r>
              <a:rPr sz="2400" dirty="0">
                <a:latin typeface="Calibri" panose="020F0502020204030204"/>
                <a:cs typeface="Calibri" panose="020F0502020204030204"/>
              </a:rPr>
              <a:t>a</a:t>
            </a:r>
            <a:r>
              <a:rPr sz="2400" spc="-35" dirty="0">
                <a:latin typeface="Calibri" panose="020F0502020204030204"/>
                <a:cs typeface="Calibri" panose="020F0502020204030204"/>
              </a:rPr>
              <a:t> </a:t>
            </a:r>
            <a:r>
              <a:rPr sz="2400" dirty="0">
                <a:latin typeface="Calibri" panose="020F0502020204030204"/>
                <a:cs typeface="Calibri" panose="020F0502020204030204"/>
              </a:rPr>
              <a:t>second</a:t>
            </a:r>
            <a:r>
              <a:rPr sz="2400" spc="-30" dirty="0">
                <a:latin typeface="Calibri" panose="020F0502020204030204"/>
                <a:cs typeface="Calibri" panose="020F0502020204030204"/>
              </a:rPr>
              <a:t> </a:t>
            </a:r>
            <a:r>
              <a:rPr sz="2400" spc="-10" dirty="0">
                <a:latin typeface="Calibri" panose="020F0502020204030204"/>
                <a:cs typeface="Calibri" panose="020F0502020204030204"/>
              </a:rPr>
              <a:t>DataFrame</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spc="-20" dirty="0">
                <a:latin typeface="Calibri" panose="020F0502020204030204"/>
                <a:cs typeface="Calibri" panose="020F0502020204030204"/>
              </a:rPr>
              <a:t>Variants</a:t>
            </a:r>
            <a:r>
              <a:rPr sz="2400" spc="-80" dirty="0">
                <a:latin typeface="Calibri" panose="020F0502020204030204"/>
                <a:cs typeface="Calibri" panose="020F0502020204030204"/>
              </a:rPr>
              <a:t> </a:t>
            </a:r>
            <a:r>
              <a:rPr sz="2400" dirty="0">
                <a:latin typeface="Calibri" panose="020F0502020204030204"/>
                <a:cs typeface="Calibri" panose="020F0502020204030204"/>
              </a:rPr>
              <a:t>for</a:t>
            </a:r>
            <a:r>
              <a:rPr sz="2400" spc="-60" dirty="0">
                <a:latin typeface="Calibri" panose="020F0502020204030204"/>
                <a:cs typeface="Calibri" panose="020F0502020204030204"/>
              </a:rPr>
              <a:t> </a:t>
            </a:r>
            <a:r>
              <a:rPr sz="2400" dirty="0">
                <a:latin typeface="Calibri" panose="020F0502020204030204"/>
                <a:cs typeface="Calibri" panose="020F0502020204030204"/>
              </a:rPr>
              <a:t>inside,</a:t>
            </a:r>
            <a:r>
              <a:rPr sz="2400" spc="-60" dirty="0">
                <a:latin typeface="Calibri" panose="020F0502020204030204"/>
                <a:cs typeface="Calibri" panose="020F0502020204030204"/>
              </a:rPr>
              <a:t> </a:t>
            </a:r>
            <a:r>
              <a:rPr sz="2400" dirty="0">
                <a:latin typeface="Calibri" panose="020F0502020204030204"/>
                <a:cs typeface="Calibri" panose="020F0502020204030204"/>
              </a:rPr>
              <a:t>outside,</a:t>
            </a:r>
            <a:r>
              <a:rPr sz="2400" spc="-55" dirty="0">
                <a:latin typeface="Calibri" panose="020F0502020204030204"/>
                <a:cs typeface="Calibri" panose="020F0502020204030204"/>
              </a:rPr>
              <a:t> </a:t>
            </a:r>
            <a:r>
              <a:rPr sz="2400" dirty="0">
                <a:latin typeface="Calibri" panose="020F0502020204030204"/>
                <a:cs typeface="Calibri" panose="020F0502020204030204"/>
              </a:rPr>
              <a:t>left,</a:t>
            </a:r>
            <a:r>
              <a:rPr sz="2400" spc="-60" dirty="0">
                <a:latin typeface="Calibri" panose="020F0502020204030204"/>
                <a:cs typeface="Calibri" panose="020F0502020204030204"/>
              </a:rPr>
              <a:t> </a:t>
            </a:r>
            <a:r>
              <a:rPr sz="2400" dirty="0">
                <a:latin typeface="Calibri" panose="020F0502020204030204"/>
                <a:cs typeface="Calibri" panose="020F0502020204030204"/>
              </a:rPr>
              <a:t>and</a:t>
            </a:r>
            <a:r>
              <a:rPr sz="2400" spc="-65" dirty="0">
                <a:latin typeface="Calibri" panose="020F0502020204030204"/>
                <a:cs typeface="Calibri" panose="020F0502020204030204"/>
              </a:rPr>
              <a:t> </a:t>
            </a:r>
            <a:r>
              <a:rPr sz="2400" dirty="0">
                <a:latin typeface="Calibri" panose="020F0502020204030204"/>
                <a:cs typeface="Calibri" panose="020F0502020204030204"/>
              </a:rPr>
              <a:t>right</a:t>
            </a:r>
            <a:r>
              <a:rPr sz="2400" spc="-75" dirty="0">
                <a:latin typeface="Calibri" panose="020F0502020204030204"/>
                <a:cs typeface="Calibri" panose="020F0502020204030204"/>
              </a:rPr>
              <a:t> </a:t>
            </a:r>
            <a:r>
              <a:rPr sz="2400" spc="-10" dirty="0">
                <a:latin typeface="Calibri" panose="020F0502020204030204"/>
                <a:cs typeface="Calibri" panose="020F0502020204030204"/>
              </a:rPr>
              <a:t>joins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limit</a:t>
            </a:r>
            <a:r>
              <a:rPr sz="2400" b="1" spc="-45"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40" dirty="0">
                <a:latin typeface="Calibri" panose="020F0502020204030204"/>
                <a:cs typeface="Calibri" panose="020F0502020204030204"/>
              </a:rPr>
              <a:t> </a:t>
            </a:r>
            <a:r>
              <a:rPr sz="2400" dirty="0">
                <a:latin typeface="Calibri" panose="020F0502020204030204"/>
                <a:cs typeface="Calibri" panose="020F0502020204030204"/>
              </a:rPr>
              <a:t>a</a:t>
            </a:r>
            <a:r>
              <a:rPr sz="2400" spc="-50" dirty="0">
                <a:latin typeface="Calibri" panose="020F0502020204030204"/>
                <a:cs typeface="Calibri" panose="020F0502020204030204"/>
              </a:rPr>
              <a:t> </a:t>
            </a:r>
            <a:r>
              <a:rPr sz="2400" dirty="0">
                <a:latin typeface="Calibri" panose="020F0502020204030204"/>
                <a:cs typeface="Calibri" panose="020F0502020204030204"/>
              </a:rPr>
              <a:t>new</a:t>
            </a:r>
            <a:r>
              <a:rPr sz="2400" spc="-35" dirty="0">
                <a:latin typeface="Calibri" panose="020F0502020204030204"/>
                <a:cs typeface="Calibri" panose="020F0502020204030204"/>
              </a:rPr>
              <a:t> </a:t>
            </a:r>
            <a:r>
              <a:rPr sz="2400" spc="-10" dirty="0">
                <a:latin typeface="Calibri" panose="020F0502020204030204"/>
                <a:cs typeface="Calibri" panose="020F0502020204030204"/>
              </a:rPr>
              <a:t>DataFrame</a:t>
            </a:r>
            <a:r>
              <a:rPr sz="2400" spc="-60" dirty="0">
                <a:latin typeface="Calibri" panose="020F0502020204030204"/>
                <a:cs typeface="Calibri" panose="020F0502020204030204"/>
              </a:rPr>
              <a:t> </a:t>
            </a:r>
            <a:r>
              <a:rPr sz="2400" dirty="0">
                <a:latin typeface="Calibri" panose="020F0502020204030204"/>
                <a:cs typeface="Calibri" panose="020F0502020204030204"/>
              </a:rPr>
              <a:t>with</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dirty="0">
                <a:latin typeface="Calibri" panose="020F0502020204030204"/>
                <a:cs typeface="Calibri" panose="020F0502020204030204"/>
              </a:rPr>
              <a:t>first</a:t>
            </a:r>
            <a:r>
              <a:rPr sz="2400" spc="-50" dirty="0">
                <a:latin typeface="Calibri" panose="020F0502020204030204"/>
                <a:cs typeface="Calibri" panose="020F0502020204030204"/>
              </a:rPr>
              <a:t> </a:t>
            </a:r>
            <a:r>
              <a:rPr sz="2400" b="1" dirty="0">
                <a:latin typeface="Calibri" panose="020F0502020204030204"/>
                <a:cs typeface="Calibri" panose="020F0502020204030204"/>
              </a:rPr>
              <a:t>n</a:t>
            </a:r>
            <a:r>
              <a:rPr sz="2400" b="1" spc="-40" dirty="0">
                <a:latin typeface="Calibri" panose="020F0502020204030204"/>
                <a:cs typeface="Calibri" panose="020F0502020204030204"/>
              </a:rPr>
              <a:t> </a:t>
            </a:r>
            <a:r>
              <a:rPr sz="2400" dirty="0">
                <a:latin typeface="Calibri" panose="020F0502020204030204"/>
                <a:cs typeface="Calibri" panose="020F0502020204030204"/>
              </a:rPr>
              <a:t>rows</a:t>
            </a:r>
            <a:r>
              <a:rPr sz="2400" spc="-35" dirty="0">
                <a:latin typeface="Calibri" panose="020F0502020204030204"/>
                <a:cs typeface="Calibri" panose="020F0502020204030204"/>
              </a:rPr>
              <a:t> </a:t>
            </a:r>
            <a:r>
              <a:rPr sz="2400" dirty="0">
                <a:latin typeface="Calibri" panose="020F0502020204030204"/>
                <a:cs typeface="Calibri" panose="020F0502020204030204"/>
              </a:rPr>
              <a:t>of</a:t>
            </a:r>
            <a:r>
              <a:rPr sz="2400" spc="-30" dirty="0">
                <a:latin typeface="Calibri" panose="020F0502020204030204"/>
                <a:cs typeface="Calibri" panose="020F0502020204030204"/>
              </a:rPr>
              <a:t> </a:t>
            </a:r>
            <a:r>
              <a:rPr sz="2400" dirty="0">
                <a:latin typeface="Calibri" panose="020F0502020204030204"/>
                <a:cs typeface="Calibri" panose="020F0502020204030204"/>
              </a:rPr>
              <a:t>this</a:t>
            </a:r>
            <a:r>
              <a:rPr sz="2400" spc="-55" dirty="0">
                <a:latin typeface="Calibri" panose="020F0502020204030204"/>
                <a:cs typeface="Calibri" panose="020F0502020204030204"/>
              </a:rPr>
              <a:t> </a:t>
            </a:r>
            <a:r>
              <a:rPr sz="2400" spc="-25" dirty="0">
                <a:latin typeface="Calibri" panose="020F0502020204030204"/>
                <a:cs typeface="Calibri" panose="020F0502020204030204"/>
              </a:rPr>
              <a:t>DF</a:t>
            </a:r>
            <a:endParaRPr sz="2400">
              <a:latin typeface="Calibri" panose="020F0502020204030204"/>
              <a:cs typeface="Calibri" panose="020F0502020204030204"/>
            </a:endParaRPr>
          </a:p>
          <a:p>
            <a:pPr marL="12700" marR="349885">
              <a:lnSpc>
                <a:spcPts val="2800"/>
              </a:lnSpc>
              <a:spcBef>
                <a:spcPts val="160"/>
              </a:spcBef>
              <a:tabLst>
                <a:tab pos="1204595" algn="l"/>
              </a:tabLst>
            </a:pPr>
            <a:r>
              <a:rPr sz="2400" spc="-20" dirty="0">
                <a:latin typeface="Calibri" panose="020F0502020204030204"/>
                <a:cs typeface="Calibri" panose="020F0502020204030204"/>
              </a:rPr>
              <a:t>–</a:t>
            </a:r>
            <a:r>
              <a:rPr sz="2400" b="1" dirty="0">
                <a:latin typeface="Calibri" panose="020F0502020204030204"/>
                <a:cs typeface="Calibri" panose="020F0502020204030204"/>
              </a:rPr>
              <a:t>select</a:t>
            </a:r>
            <a:r>
              <a:rPr sz="2400" b="1" spc="-45"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45"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new</a:t>
            </a:r>
            <a:r>
              <a:rPr sz="2400" spc="-55" dirty="0">
                <a:latin typeface="Calibri" panose="020F0502020204030204"/>
                <a:cs typeface="Calibri" panose="020F0502020204030204"/>
              </a:rPr>
              <a:t> </a:t>
            </a:r>
            <a:r>
              <a:rPr sz="2400" spc="-10" dirty="0">
                <a:latin typeface="Calibri" panose="020F0502020204030204"/>
                <a:cs typeface="Calibri" panose="020F0502020204030204"/>
              </a:rPr>
              <a:t>DataFrame</a:t>
            </a:r>
            <a:r>
              <a:rPr sz="2400" spc="-60" dirty="0">
                <a:latin typeface="Calibri" panose="020F0502020204030204"/>
                <a:cs typeface="Calibri" panose="020F0502020204030204"/>
              </a:rPr>
              <a:t> </a:t>
            </a:r>
            <a:r>
              <a:rPr sz="2400" dirty="0">
                <a:latin typeface="Calibri" panose="020F0502020204030204"/>
                <a:cs typeface="Calibri" panose="020F0502020204030204"/>
              </a:rPr>
              <a:t>with</a:t>
            </a:r>
            <a:r>
              <a:rPr sz="2400" spc="-55" dirty="0">
                <a:latin typeface="Calibri" panose="020F0502020204030204"/>
                <a:cs typeface="Calibri" panose="020F0502020204030204"/>
              </a:rPr>
              <a:t> </a:t>
            </a:r>
            <a:r>
              <a:rPr sz="2400" dirty="0">
                <a:latin typeface="Calibri" panose="020F0502020204030204"/>
                <a:cs typeface="Calibri" panose="020F0502020204030204"/>
              </a:rPr>
              <a:t>data</a:t>
            </a:r>
            <a:r>
              <a:rPr sz="2400" spc="-55" dirty="0">
                <a:latin typeface="Calibri" panose="020F0502020204030204"/>
                <a:cs typeface="Calibri" panose="020F0502020204030204"/>
              </a:rPr>
              <a:t> </a:t>
            </a:r>
            <a:r>
              <a:rPr sz="2400" dirty="0">
                <a:latin typeface="Calibri" panose="020F0502020204030204"/>
                <a:cs typeface="Calibri" panose="020F0502020204030204"/>
              </a:rPr>
              <a:t>from</a:t>
            </a:r>
            <a:r>
              <a:rPr sz="2400" spc="-60" dirty="0">
                <a:latin typeface="Calibri" panose="020F0502020204030204"/>
                <a:cs typeface="Calibri" panose="020F0502020204030204"/>
              </a:rPr>
              <a:t> </a:t>
            </a:r>
            <a:r>
              <a:rPr sz="2400" dirty="0">
                <a:latin typeface="Calibri" panose="020F0502020204030204"/>
                <a:cs typeface="Calibri" panose="020F0502020204030204"/>
              </a:rPr>
              <a:t>one</a:t>
            </a:r>
            <a:r>
              <a:rPr sz="2400" spc="-35" dirty="0">
                <a:latin typeface="Calibri" panose="020F0502020204030204"/>
                <a:cs typeface="Calibri" panose="020F0502020204030204"/>
              </a:rPr>
              <a:t> </a:t>
            </a:r>
            <a:r>
              <a:rPr sz="2400" dirty="0">
                <a:latin typeface="Calibri" panose="020F0502020204030204"/>
                <a:cs typeface="Calibri" panose="020F0502020204030204"/>
              </a:rPr>
              <a:t>or</a:t>
            </a:r>
            <a:r>
              <a:rPr sz="2400" spc="-60" dirty="0">
                <a:latin typeface="Calibri" panose="020F0502020204030204"/>
                <a:cs typeface="Calibri" panose="020F0502020204030204"/>
              </a:rPr>
              <a:t> </a:t>
            </a:r>
            <a:r>
              <a:rPr sz="2400" spc="-20" dirty="0">
                <a:latin typeface="Calibri" panose="020F0502020204030204"/>
                <a:cs typeface="Calibri" panose="020F0502020204030204"/>
              </a:rPr>
              <a:t>more </a:t>
            </a:r>
            <a:r>
              <a:rPr sz="2400" spc="-10" dirty="0">
                <a:latin typeface="Calibri" panose="020F0502020204030204"/>
                <a:cs typeface="Calibri" panose="020F0502020204030204"/>
              </a:rPr>
              <a:t>columns</a:t>
            </a:r>
            <a:r>
              <a:rPr sz="2400" dirty="0">
                <a:latin typeface="Calibri" panose="020F0502020204030204"/>
                <a:cs typeface="Calibri" panose="020F0502020204030204"/>
              </a:rPr>
              <a:t>	of</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35" dirty="0">
                <a:latin typeface="Calibri" panose="020F0502020204030204"/>
                <a:cs typeface="Calibri" panose="020F0502020204030204"/>
              </a:rPr>
              <a:t> </a:t>
            </a:r>
            <a:r>
              <a:rPr sz="2400" dirty="0">
                <a:latin typeface="Calibri" panose="020F0502020204030204"/>
                <a:cs typeface="Calibri" panose="020F0502020204030204"/>
              </a:rPr>
              <a:t>base</a:t>
            </a:r>
            <a:r>
              <a:rPr sz="2400" spc="-35" dirty="0">
                <a:latin typeface="Calibri" panose="020F0502020204030204"/>
                <a:cs typeface="Calibri" panose="020F0502020204030204"/>
              </a:rPr>
              <a:t> </a:t>
            </a:r>
            <a:r>
              <a:rPr sz="2400" spc="-10" dirty="0">
                <a:latin typeface="Calibri" panose="020F0502020204030204"/>
                <a:cs typeface="Calibri" panose="020F0502020204030204"/>
              </a:rPr>
              <a:t>DataFrame</a:t>
            </a:r>
            <a:endParaRPr sz="2400">
              <a:latin typeface="Calibri" panose="020F0502020204030204"/>
              <a:cs typeface="Calibri" panose="020F0502020204030204"/>
            </a:endParaRPr>
          </a:p>
          <a:p>
            <a:pPr marL="12700" marR="244475">
              <a:lnSpc>
                <a:spcPts val="2800"/>
              </a:lnSpc>
              <a:spcBef>
                <a:spcPts val="160"/>
              </a:spcBef>
              <a:tabLst>
                <a:tab pos="884555" algn="l"/>
              </a:tabLst>
            </a:pPr>
            <a:r>
              <a:rPr sz="2400" spc="-20" dirty="0">
                <a:latin typeface="Calibri" panose="020F0502020204030204"/>
                <a:cs typeface="Calibri" panose="020F0502020204030204"/>
              </a:rPr>
              <a:t>–</a:t>
            </a:r>
            <a:r>
              <a:rPr sz="2400" b="1" dirty="0">
                <a:latin typeface="Calibri" panose="020F0502020204030204"/>
                <a:cs typeface="Calibri" panose="020F0502020204030204"/>
              </a:rPr>
              <a:t>where</a:t>
            </a:r>
            <a:r>
              <a:rPr sz="2400" b="1" spc="-35"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45" dirty="0">
                <a:latin typeface="Calibri" panose="020F0502020204030204"/>
                <a:cs typeface="Calibri" panose="020F0502020204030204"/>
              </a:rPr>
              <a:t> </a:t>
            </a:r>
            <a:r>
              <a:rPr sz="2400" dirty="0">
                <a:latin typeface="Calibri" panose="020F0502020204030204"/>
                <a:cs typeface="Calibri" panose="020F0502020204030204"/>
              </a:rPr>
              <a:t>a</a:t>
            </a:r>
            <a:r>
              <a:rPr sz="2400" spc="-55" dirty="0">
                <a:latin typeface="Calibri" panose="020F0502020204030204"/>
                <a:cs typeface="Calibri" panose="020F0502020204030204"/>
              </a:rPr>
              <a:t> </a:t>
            </a:r>
            <a:r>
              <a:rPr sz="2400" dirty="0">
                <a:latin typeface="Calibri" panose="020F0502020204030204"/>
                <a:cs typeface="Calibri" panose="020F0502020204030204"/>
              </a:rPr>
              <a:t>new</a:t>
            </a:r>
            <a:r>
              <a:rPr sz="2400" spc="-40" dirty="0">
                <a:latin typeface="Calibri" panose="020F0502020204030204"/>
                <a:cs typeface="Calibri" panose="020F0502020204030204"/>
              </a:rPr>
              <a:t> </a:t>
            </a:r>
            <a:r>
              <a:rPr sz="2400" spc="-10" dirty="0">
                <a:latin typeface="Calibri" panose="020F0502020204030204"/>
                <a:cs typeface="Calibri" panose="020F0502020204030204"/>
              </a:rPr>
              <a:t>DataFrame</a:t>
            </a:r>
            <a:r>
              <a:rPr sz="2400" spc="-70" dirty="0">
                <a:latin typeface="Calibri" panose="020F0502020204030204"/>
                <a:cs typeface="Calibri" panose="020F0502020204030204"/>
              </a:rPr>
              <a:t> </a:t>
            </a:r>
            <a:r>
              <a:rPr sz="2400" dirty="0">
                <a:latin typeface="Calibri" panose="020F0502020204030204"/>
                <a:cs typeface="Calibri" panose="020F0502020204030204"/>
              </a:rPr>
              <a:t>with</a:t>
            </a:r>
            <a:r>
              <a:rPr sz="2400" spc="-60" dirty="0">
                <a:latin typeface="Calibri" panose="020F0502020204030204"/>
                <a:cs typeface="Calibri" panose="020F0502020204030204"/>
              </a:rPr>
              <a:t> </a:t>
            </a:r>
            <a:r>
              <a:rPr sz="2400" dirty="0">
                <a:latin typeface="Calibri" panose="020F0502020204030204"/>
                <a:cs typeface="Calibri" panose="020F0502020204030204"/>
              </a:rPr>
              <a:t>rows</a:t>
            </a:r>
            <a:r>
              <a:rPr sz="2400" spc="-45" dirty="0">
                <a:latin typeface="Calibri" panose="020F0502020204030204"/>
                <a:cs typeface="Calibri" panose="020F0502020204030204"/>
              </a:rPr>
              <a:t> </a:t>
            </a:r>
            <a:r>
              <a:rPr sz="2400" dirty="0">
                <a:latin typeface="Calibri" panose="020F0502020204030204"/>
                <a:cs typeface="Calibri" panose="020F0502020204030204"/>
              </a:rPr>
              <a:t>meeting</a:t>
            </a:r>
            <a:r>
              <a:rPr sz="2400" spc="-60" dirty="0">
                <a:latin typeface="Calibri" panose="020F0502020204030204"/>
                <a:cs typeface="Calibri" panose="020F0502020204030204"/>
              </a:rPr>
              <a:t> </a:t>
            </a:r>
            <a:r>
              <a:rPr sz="2400" spc="-10" dirty="0">
                <a:latin typeface="Calibri" panose="020F0502020204030204"/>
                <a:cs typeface="Calibri" panose="020F0502020204030204"/>
              </a:rPr>
              <a:t>specified query</a:t>
            </a:r>
            <a:r>
              <a:rPr sz="2400" dirty="0">
                <a:latin typeface="Calibri" panose="020F0502020204030204"/>
                <a:cs typeface="Calibri" panose="020F0502020204030204"/>
              </a:rPr>
              <a:t>	criteria</a:t>
            </a:r>
            <a:r>
              <a:rPr sz="2400" spc="-60" dirty="0">
                <a:latin typeface="Calibri" panose="020F0502020204030204"/>
                <a:cs typeface="Calibri" panose="020F0502020204030204"/>
              </a:rPr>
              <a:t> </a:t>
            </a:r>
            <a:r>
              <a:rPr sz="2400" dirty="0">
                <a:latin typeface="Calibri" panose="020F0502020204030204"/>
                <a:cs typeface="Calibri" panose="020F0502020204030204"/>
              </a:rPr>
              <a:t>(alias</a:t>
            </a:r>
            <a:r>
              <a:rPr sz="2400" spc="-75" dirty="0">
                <a:latin typeface="Calibri" panose="020F0502020204030204"/>
                <a:cs typeface="Calibri" panose="020F0502020204030204"/>
              </a:rPr>
              <a:t> </a:t>
            </a:r>
            <a:r>
              <a:rPr sz="2400" dirty="0">
                <a:latin typeface="Calibri" panose="020F0502020204030204"/>
                <a:cs typeface="Calibri" panose="020F0502020204030204"/>
              </a:rPr>
              <a:t>for</a:t>
            </a:r>
            <a:r>
              <a:rPr sz="2400" spc="-40" dirty="0">
                <a:latin typeface="Calibri" panose="020F0502020204030204"/>
                <a:cs typeface="Calibri" panose="020F0502020204030204"/>
              </a:rPr>
              <a:t> </a:t>
            </a:r>
            <a:r>
              <a:rPr sz="2400" b="1" spc="-10" dirty="0">
                <a:latin typeface="Calibri" panose="020F0502020204030204"/>
                <a:cs typeface="Calibri" panose="020F0502020204030204"/>
              </a:rPr>
              <a:t>filter</a:t>
            </a:r>
            <a:r>
              <a:rPr sz="2400" spc="-10" dirty="0">
                <a:latin typeface="Calibri" panose="020F0502020204030204"/>
                <a:cs typeface="Calibri" panose="020F0502020204030204"/>
              </a:rPr>
              <a: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70865" y="-26437"/>
            <a:ext cx="749808" cy="630936"/>
          </a:xfrm>
          <a:prstGeom prst="rect">
            <a:avLst/>
          </a:prstGeom>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179830">
              <a:lnSpc>
                <a:spcPct val="100000"/>
              </a:lnSpc>
              <a:spcBef>
                <a:spcPts val="105"/>
              </a:spcBef>
            </a:pPr>
            <a:r>
              <a:rPr spc="-10" dirty="0"/>
              <a:t>DataFrame</a:t>
            </a:r>
            <a:r>
              <a:rPr spc="-110" dirty="0"/>
              <a:t> </a:t>
            </a:r>
            <a:r>
              <a:rPr dirty="0"/>
              <a:t>Query</a:t>
            </a:r>
            <a:r>
              <a:rPr spc="-95" dirty="0"/>
              <a:t> </a:t>
            </a:r>
            <a:r>
              <a:rPr spc="-10" dirty="0"/>
              <a:t>Strings</a:t>
            </a:r>
          </a:p>
        </p:txBody>
      </p:sp>
      <p:pic>
        <p:nvPicPr>
          <p:cNvPr id="3" name="object 3"/>
          <p:cNvPicPr/>
          <p:nvPr/>
        </p:nvPicPr>
        <p:blipFill>
          <a:blip r:embed="rId2" cstate="print"/>
          <a:stretch>
            <a:fillRect/>
          </a:stretch>
        </p:blipFill>
        <p:spPr>
          <a:xfrm>
            <a:off x="707134" y="1491867"/>
            <a:ext cx="7590030" cy="4343340"/>
          </a:xfrm>
          <a:prstGeom prst="rect">
            <a:avLst/>
          </a:prstGeom>
        </p:spPr>
      </p:pic>
      <p:pic>
        <p:nvPicPr>
          <p:cNvPr id="4" name="Picture 3" descr="wingspan_logo.png"/>
          <p:cNvPicPr>
            <a:picLocks noChangeAspect="1"/>
          </p:cNvPicPr>
          <p:nvPr/>
        </p:nvPicPr>
        <p:blipFill>
          <a:blip r:embed="rId3"/>
          <a:stretch>
            <a:fillRect/>
          </a:stretch>
        </p:blipFill>
        <p:spPr>
          <a:xfrm>
            <a:off x="8363090" y="-46653"/>
            <a:ext cx="749808" cy="630936"/>
          </a:xfrm>
          <a:prstGeom prst="rect">
            <a:avLst/>
          </a:prstGeom>
        </p:spPr>
      </p:pic>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2065" rIns="0" bIns="0" rtlCol="0">
            <a:spAutoFit/>
          </a:bodyPr>
          <a:lstStyle/>
          <a:p>
            <a:pPr marL="13335">
              <a:lnSpc>
                <a:spcPct val="100000"/>
              </a:lnSpc>
              <a:spcBef>
                <a:spcPts val="95"/>
              </a:spcBef>
            </a:pPr>
            <a:r>
              <a:rPr sz="4000" dirty="0"/>
              <a:t>Querying</a:t>
            </a:r>
            <a:r>
              <a:rPr sz="4000" spc="-100" dirty="0"/>
              <a:t> </a:t>
            </a:r>
            <a:r>
              <a:rPr sz="4000" spc="-10" dirty="0"/>
              <a:t>DataFrames</a:t>
            </a:r>
            <a:r>
              <a:rPr sz="4000" spc="-105" dirty="0"/>
              <a:t> </a:t>
            </a:r>
            <a:r>
              <a:rPr sz="4000" dirty="0"/>
              <a:t>using</a:t>
            </a:r>
            <a:r>
              <a:rPr sz="4000" spc="-90" dirty="0"/>
              <a:t> </a:t>
            </a:r>
            <a:r>
              <a:rPr sz="4000" spc="-10" dirty="0"/>
              <a:t>Columns</a:t>
            </a:r>
            <a:endParaRPr sz="4000"/>
          </a:p>
        </p:txBody>
      </p:sp>
      <p:sp>
        <p:nvSpPr>
          <p:cNvPr id="3" name="object 3"/>
          <p:cNvSpPr txBox="1"/>
          <p:nvPr/>
        </p:nvSpPr>
        <p:spPr>
          <a:xfrm>
            <a:off x="688340" y="1613661"/>
            <a:ext cx="5755005" cy="39116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2400" b="1" dirty="0">
                <a:latin typeface="Calibri" panose="020F0502020204030204"/>
                <a:cs typeface="Calibri" panose="020F0502020204030204"/>
              </a:rPr>
              <a:t>Columns</a:t>
            </a:r>
            <a:r>
              <a:rPr sz="2400" b="1" spc="-25" dirty="0">
                <a:latin typeface="Calibri" panose="020F0502020204030204"/>
                <a:cs typeface="Calibri" panose="020F0502020204030204"/>
              </a:rPr>
              <a:t> </a:t>
            </a:r>
            <a:r>
              <a:rPr sz="2400" b="1" dirty="0">
                <a:latin typeface="Calibri" panose="020F0502020204030204"/>
                <a:cs typeface="Calibri" panose="020F0502020204030204"/>
              </a:rPr>
              <a:t>can</a:t>
            </a:r>
            <a:r>
              <a:rPr sz="2400" b="1" spc="-40" dirty="0">
                <a:latin typeface="Calibri" panose="020F0502020204030204"/>
                <a:cs typeface="Calibri" panose="020F0502020204030204"/>
              </a:rPr>
              <a:t> </a:t>
            </a:r>
            <a:r>
              <a:rPr sz="2400" b="1" dirty="0">
                <a:latin typeface="Calibri" panose="020F0502020204030204"/>
                <a:cs typeface="Calibri" panose="020F0502020204030204"/>
              </a:rPr>
              <a:t>be</a:t>
            </a:r>
            <a:r>
              <a:rPr sz="2400" b="1" spc="-30" dirty="0">
                <a:latin typeface="Calibri" panose="020F0502020204030204"/>
                <a:cs typeface="Calibri" panose="020F0502020204030204"/>
              </a:rPr>
              <a:t> </a:t>
            </a:r>
            <a:r>
              <a:rPr sz="2400" b="1" spc="-20" dirty="0">
                <a:latin typeface="Calibri" panose="020F0502020204030204"/>
                <a:cs typeface="Calibri" panose="020F0502020204030204"/>
              </a:rPr>
              <a:t>referenced</a:t>
            </a:r>
            <a:r>
              <a:rPr sz="2400" b="1" spc="-45" dirty="0">
                <a:latin typeface="Calibri" panose="020F0502020204030204"/>
                <a:cs typeface="Calibri" panose="020F0502020204030204"/>
              </a:rPr>
              <a:t> </a:t>
            </a:r>
            <a:r>
              <a:rPr sz="2400" b="1" dirty="0">
                <a:latin typeface="Calibri" panose="020F0502020204030204"/>
                <a:cs typeface="Calibri" panose="020F0502020204030204"/>
              </a:rPr>
              <a:t>in</a:t>
            </a:r>
            <a:r>
              <a:rPr sz="2400" b="1" spc="-30" dirty="0">
                <a:latin typeface="Calibri" panose="020F0502020204030204"/>
                <a:cs typeface="Calibri" panose="020F0502020204030204"/>
              </a:rPr>
              <a:t> </a:t>
            </a:r>
            <a:r>
              <a:rPr sz="2400" b="1" dirty="0">
                <a:latin typeface="Calibri" panose="020F0502020204030204"/>
                <a:cs typeface="Calibri" panose="020F0502020204030204"/>
              </a:rPr>
              <a:t>multiple</a:t>
            </a:r>
            <a:r>
              <a:rPr sz="2400" b="1" spc="-25" dirty="0">
                <a:latin typeface="Calibri" panose="020F0502020204030204"/>
                <a:cs typeface="Calibri" panose="020F0502020204030204"/>
              </a:rPr>
              <a:t> </a:t>
            </a:r>
            <a:r>
              <a:rPr sz="2400" b="1" spc="-20" dirty="0">
                <a:latin typeface="Calibri" panose="020F0502020204030204"/>
                <a:cs typeface="Calibri" panose="020F0502020204030204"/>
              </a:rPr>
              <a:t>ways</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414745" y="2667000"/>
            <a:ext cx="5928015" cy="1856014"/>
          </a:xfrm>
          <a:prstGeom prst="rect">
            <a:avLst/>
          </a:prstGeom>
        </p:spPr>
      </p:pic>
      <p:pic>
        <p:nvPicPr>
          <p:cNvPr id="5" name="object 5"/>
          <p:cNvPicPr/>
          <p:nvPr/>
        </p:nvPicPr>
        <p:blipFill>
          <a:blip r:embed="rId3" cstate="print"/>
          <a:stretch>
            <a:fillRect/>
          </a:stretch>
        </p:blipFill>
        <p:spPr>
          <a:xfrm>
            <a:off x="6600657" y="1430153"/>
            <a:ext cx="2492923" cy="1998846"/>
          </a:xfrm>
          <a:prstGeom prst="rect">
            <a:avLst/>
          </a:prstGeom>
        </p:spPr>
      </p:pic>
      <p:pic>
        <p:nvPicPr>
          <p:cNvPr id="6" name="object 6"/>
          <p:cNvPicPr/>
          <p:nvPr/>
        </p:nvPicPr>
        <p:blipFill>
          <a:blip r:embed="rId4" cstate="print"/>
          <a:stretch>
            <a:fillRect/>
          </a:stretch>
        </p:blipFill>
        <p:spPr>
          <a:xfrm>
            <a:off x="7010400" y="3581400"/>
            <a:ext cx="1385570" cy="2568271"/>
          </a:xfrm>
          <a:prstGeom prst="rect">
            <a:avLst/>
          </a:prstGeom>
        </p:spPr>
      </p:pic>
      <p:pic>
        <p:nvPicPr>
          <p:cNvPr id="7" name="Picture 6" descr="wingspan_logo.png"/>
          <p:cNvPicPr>
            <a:picLocks noChangeAspect="1"/>
          </p:cNvPicPr>
          <p:nvPr/>
        </p:nvPicPr>
        <p:blipFill>
          <a:blip r:embed="rId5"/>
          <a:stretch>
            <a:fillRect/>
          </a:stretch>
        </p:blipFill>
        <p:spPr>
          <a:xfrm>
            <a:off x="8373976" y="-6275"/>
            <a:ext cx="749808" cy="630936"/>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p:nvPr/>
        </p:nvSpPr>
        <p:spPr>
          <a:xfrm>
            <a:off x="2348864" y="461594"/>
            <a:ext cx="4448175" cy="697230"/>
          </a:xfrm>
          <a:prstGeom prst="rect">
            <a:avLst/>
          </a:prstGeom>
        </p:spPr>
        <p:txBody>
          <a:bodyPr vert="horz" wrap="square" lIns="0" tIns="13335" rIns="0" bIns="0" rtlCol="0">
            <a:spAutoFit/>
          </a:bodyPr>
          <a:lstStyle/>
          <a:p>
            <a:pPr marL="12700">
              <a:lnSpc>
                <a:spcPct val="100000"/>
              </a:lnSpc>
              <a:spcBef>
                <a:spcPts val="105"/>
              </a:spcBef>
            </a:pPr>
            <a:r>
              <a:rPr sz="4400" dirty="0">
                <a:latin typeface="Calibri" panose="020F0502020204030204"/>
                <a:cs typeface="Calibri" panose="020F0502020204030204"/>
              </a:rPr>
              <a:t>Joining</a:t>
            </a:r>
            <a:r>
              <a:rPr sz="4400" spc="-5" dirty="0">
                <a:latin typeface="Calibri" panose="020F0502020204030204"/>
                <a:cs typeface="Calibri" panose="020F0502020204030204"/>
              </a:rPr>
              <a:t> </a:t>
            </a:r>
            <a:r>
              <a:rPr sz="4400" spc="-10" dirty="0">
                <a:latin typeface="Calibri" panose="020F0502020204030204"/>
                <a:cs typeface="Calibri" panose="020F0502020204030204"/>
              </a:rPr>
              <a:t>DataFrames</a:t>
            </a:r>
            <a:endParaRPr sz="4400">
              <a:latin typeface="Calibri" panose="020F0502020204030204"/>
              <a:cs typeface="Calibri" panose="020F0502020204030204"/>
            </a:endParaRPr>
          </a:p>
        </p:txBody>
      </p:sp>
      <p:sp>
        <p:nvSpPr>
          <p:cNvPr id="3" name="object 3"/>
          <p:cNvSpPr txBox="1"/>
          <p:nvPr/>
        </p:nvSpPr>
        <p:spPr>
          <a:xfrm>
            <a:off x="383540" y="1613661"/>
            <a:ext cx="7508240" cy="39116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20" dirty="0">
                <a:latin typeface="Calibri" panose="020F0502020204030204"/>
                <a:cs typeface="Calibri" panose="020F0502020204030204"/>
              </a:rPr>
              <a:t> </a:t>
            </a:r>
            <a:r>
              <a:rPr sz="2400" b="1" dirty="0">
                <a:latin typeface="Calibri" panose="020F0502020204030204"/>
                <a:cs typeface="Calibri" panose="020F0502020204030204"/>
              </a:rPr>
              <a:t>A</a:t>
            </a:r>
            <a:r>
              <a:rPr sz="2400" b="1" spc="-30" dirty="0">
                <a:latin typeface="Calibri" panose="020F0502020204030204"/>
                <a:cs typeface="Calibri" panose="020F0502020204030204"/>
              </a:rPr>
              <a:t> </a:t>
            </a:r>
            <a:r>
              <a:rPr sz="2400" b="1" dirty="0">
                <a:latin typeface="Calibri" panose="020F0502020204030204"/>
                <a:cs typeface="Calibri" panose="020F0502020204030204"/>
              </a:rPr>
              <a:t>basic</a:t>
            </a:r>
            <a:r>
              <a:rPr sz="2400" b="1" spc="-20" dirty="0">
                <a:latin typeface="Calibri" panose="020F0502020204030204"/>
                <a:cs typeface="Calibri" panose="020F0502020204030204"/>
              </a:rPr>
              <a:t> </a:t>
            </a:r>
            <a:r>
              <a:rPr sz="2400" b="1" dirty="0">
                <a:latin typeface="Calibri" panose="020F0502020204030204"/>
                <a:cs typeface="Calibri" panose="020F0502020204030204"/>
              </a:rPr>
              <a:t>inner</a:t>
            </a:r>
            <a:r>
              <a:rPr sz="2400" b="1" spc="-30" dirty="0">
                <a:latin typeface="Calibri" panose="020F0502020204030204"/>
                <a:cs typeface="Calibri" panose="020F0502020204030204"/>
              </a:rPr>
              <a:t> </a:t>
            </a:r>
            <a:r>
              <a:rPr sz="2400" b="1" dirty="0">
                <a:latin typeface="Calibri" panose="020F0502020204030204"/>
                <a:cs typeface="Calibri" panose="020F0502020204030204"/>
              </a:rPr>
              <a:t>join</a:t>
            </a:r>
            <a:r>
              <a:rPr sz="2400" b="1" spc="-40" dirty="0">
                <a:latin typeface="Calibri" panose="020F0502020204030204"/>
                <a:cs typeface="Calibri" panose="020F0502020204030204"/>
              </a:rPr>
              <a:t> </a:t>
            </a:r>
            <a:r>
              <a:rPr sz="2400" b="1" dirty="0">
                <a:latin typeface="Calibri" panose="020F0502020204030204"/>
                <a:cs typeface="Calibri" panose="020F0502020204030204"/>
              </a:rPr>
              <a:t>when</a:t>
            </a:r>
            <a:r>
              <a:rPr sz="2400" b="1" spc="-25" dirty="0">
                <a:latin typeface="Calibri" panose="020F0502020204030204"/>
                <a:cs typeface="Calibri" panose="020F0502020204030204"/>
              </a:rPr>
              <a:t> </a:t>
            </a:r>
            <a:r>
              <a:rPr sz="2400" b="1" dirty="0">
                <a:latin typeface="Calibri" panose="020F0502020204030204"/>
                <a:cs typeface="Calibri" panose="020F0502020204030204"/>
              </a:rPr>
              <a:t>join</a:t>
            </a:r>
            <a:r>
              <a:rPr sz="2400" b="1" spc="-45" dirty="0">
                <a:latin typeface="Calibri" panose="020F0502020204030204"/>
                <a:cs typeface="Calibri" panose="020F0502020204030204"/>
              </a:rPr>
              <a:t> </a:t>
            </a:r>
            <a:r>
              <a:rPr sz="2400" b="1" dirty="0">
                <a:latin typeface="Calibri" panose="020F0502020204030204"/>
                <a:cs typeface="Calibri" panose="020F0502020204030204"/>
              </a:rPr>
              <a:t>column</a:t>
            </a:r>
            <a:r>
              <a:rPr sz="2400" b="1" spc="-55" dirty="0">
                <a:latin typeface="Calibri" panose="020F0502020204030204"/>
                <a:cs typeface="Calibri" panose="020F0502020204030204"/>
              </a:rPr>
              <a:t> </a:t>
            </a:r>
            <a:r>
              <a:rPr sz="2400" b="1" dirty="0">
                <a:latin typeface="Calibri" panose="020F0502020204030204"/>
                <a:cs typeface="Calibri" panose="020F0502020204030204"/>
              </a:rPr>
              <a:t>is</a:t>
            </a:r>
            <a:r>
              <a:rPr sz="2400" b="1" spc="-20" dirty="0">
                <a:latin typeface="Calibri" panose="020F0502020204030204"/>
                <a:cs typeface="Calibri" panose="020F0502020204030204"/>
              </a:rPr>
              <a:t> </a:t>
            </a:r>
            <a:r>
              <a:rPr sz="2400" b="1" dirty="0">
                <a:latin typeface="Calibri" panose="020F0502020204030204"/>
                <a:cs typeface="Calibri" panose="020F0502020204030204"/>
              </a:rPr>
              <a:t>in</a:t>
            </a:r>
            <a:r>
              <a:rPr sz="2400" b="1" spc="-35" dirty="0">
                <a:latin typeface="Calibri" panose="020F0502020204030204"/>
                <a:cs typeface="Calibri" panose="020F0502020204030204"/>
              </a:rPr>
              <a:t> </a:t>
            </a:r>
            <a:r>
              <a:rPr sz="2400" b="1" dirty="0">
                <a:latin typeface="Calibri" panose="020F0502020204030204"/>
                <a:cs typeface="Calibri" panose="020F0502020204030204"/>
              </a:rPr>
              <a:t>both</a:t>
            </a:r>
            <a:r>
              <a:rPr sz="2400" b="1" spc="-10" dirty="0">
                <a:latin typeface="Calibri" panose="020F0502020204030204"/>
                <a:cs typeface="Calibri" panose="020F0502020204030204"/>
              </a:rPr>
              <a:t> DataFrames</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881062" y="2514600"/>
            <a:ext cx="7038975" cy="3743325"/>
          </a:xfrm>
          <a:prstGeom prst="rect">
            <a:avLst/>
          </a:prstGeom>
        </p:spPr>
      </p:pic>
      <p:pic>
        <p:nvPicPr>
          <p:cNvPr id="5" name="Picture 4" descr="wingspan_logo.png"/>
          <p:cNvPicPr>
            <a:picLocks noChangeAspect="1"/>
          </p:cNvPicPr>
          <p:nvPr/>
        </p:nvPicPr>
        <p:blipFill>
          <a:blip r:embed="rId3"/>
          <a:stretch>
            <a:fillRect/>
          </a:stretch>
        </p:blipFill>
        <p:spPr>
          <a:xfrm>
            <a:off x="8394192" y="10886"/>
            <a:ext cx="749808" cy="630936"/>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2348864" y="461594"/>
            <a:ext cx="4448175" cy="697230"/>
          </a:xfrm>
          <a:prstGeom prst="rect">
            <a:avLst/>
          </a:prstGeom>
        </p:spPr>
        <p:txBody>
          <a:bodyPr vert="horz" wrap="square" lIns="0" tIns="13335" rIns="0" bIns="0" rtlCol="0">
            <a:spAutoFit/>
          </a:bodyPr>
          <a:lstStyle/>
          <a:p>
            <a:pPr marL="12700">
              <a:lnSpc>
                <a:spcPct val="100000"/>
              </a:lnSpc>
              <a:spcBef>
                <a:spcPts val="105"/>
              </a:spcBef>
            </a:pPr>
            <a:r>
              <a:rPr dirty="0"/>
              <a:t>Joining</a:t>
            </a:r>
            <a:r>
              <a:rPr spc="-5" dirty="0"/>
              <a:t> </a:t>
            </a:r>
            <a:r>
              <a:rPr spc="-10" dirty="0"/>
              <a:t>DataFrames</a:t>
            </a:r>
          </a:p>
        </p:txBody>
      </p:sp>
      <p:pic>
        <p:nvPicPr>
          <p:cNvPr id="3" name="object 3"/>
          <p:cNvPicPr/>
          <p:nvPr/>
        </p:nvPicPr>
        <p:blipFill>
          <a:blip r:embed="rId2" cstate="print"/>
          <a:stretch>
            <a:fillRect/>
          </a:stretch>
        </p:blipFill>
        <p:spPr>
          <a:xfrm>
            <a:off x="893234" y="1475316"/>
            <a:ext cx="7654330" cy="4439073"/>
          </a:xfrm>
          <a:prstGeom prst="rect">
            <a:avLst/>
          </a:prstGeom>
        </p:spPr>
      </p:pic>
      <p:pic>
        <p:nvPicPr>
          <p:cNvPr id="4" name="Picture 3" descr="wingspan_logo.png"/>
          <p:cNvPicPr>
            <a:picLocks noChangeAspect="1"/>
          </p:cNvPicPr>
          <p:nvPr/>
        </p:nvPicPr>
        <p:blipFill>
          <a:blip r:embed="rId3"/>
          <a:stretch>
            <a:fillRect/>
          </a:stretch>
        </p:blipFill>
        <p:spPr>
          <a:xfrm>
            <a:off x="8305800" y="10886"/>
            <a:ext cx="749808" cy="630936"/>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2641600">
              <a:lnSpc>
                <a:spcPct val="100000"/>
              </a:lnSpc>
              <a:spcBef>
                <a:spcPts val="105"/>
              </a:spcBef>
            </a:pPr>
            <a:r>
              <a:rPr dirty="0"/>
              <a:t>SQL</a:t>
            </a:r>
            <a:r>
              <a:rPr spc="-15" dirty="0"/>
              <a:t> </a:t>
            </a:r>
            <a:r>
              <a:rPr spc="-10" dirty="0"/>
              <a:t>Queries</a:t>
            </a:r>
          </a:p>
        </p:txBody>
      </p:sp>
      <p:sp>
        <p:nvSpPr>
          <p:cNvPr id="3" name="object 3"/>
          <p:cNvSpPr txBox="1"/>
          <p:nvPr/>
        </p:nvSpPr>
        <p:spPr>
          <a:xfrm>
            <a:off x="688340" y="1537461"/>
            <a:ext cx="6857365" cy="1123315"/>
          </a:xfrm>
          <a:prstGeom prst="rect">
            <a:avLst/>
          </a:prstGeom>
        </p:spPr>
        <p:txBody>
          <a:bodyPr vert="horz" wrap="square" lIns="0" tIns="33020" rIns="0" bIns="0" rtlCol="0">
            <a:spAutoFit/>
          </a:bodyPr>
          <a:lstStyle/>
          <a:p>
            <a:pPr marL="12700" marR="5080">
              <a:lnSpc>
                <a:spcPts val="2800"/>
              </a:lnSpc>
              <a:spcBef>
                <a:spcPts val="260"/>
              </a:spcBef>
              <a:tabLst>
                <a:tab pos="1670685" algn="l"/>
              </a:tabLst>
            </a:pPr>
            <a:r>
              <a:rPr sz="1800" dirty="0">
                <a:latin typeface="Calibri" panose="020F0502020204030204"/>
                <a:cs typeface="Calibri" panose="020F0502020204030204"/>
              </a:rPr>
              <a:t>§</a:t>
            </a:r>
            <a:r>
              <a:rPr sz="1800" spc="-40" dirty="0">
                <a:latin typeface="Calibri" panose="020F0502020204030204"/>
                <a:cs typeface="Calibri" panose="020F0502020204030204"/>
              </a:rPr>
              <a:t> </a:t>
            </a:r>
            <a:r>
              <a:rPr sz="2400" b="1" dirty="0">
                <a:latin typeface="Calibri" panose="020F0502020204030204"/>
                <a:cs typeface="Calibri" panose="020F0502020204030204"/>
              </a:rPr>
              <a:t>When</a:t>
            </a:r>
            <a:r>
              <a:rPr sz="2400" b="1" spc="-50" dirty="0">
                <a:latin typeface="Calibri" panose="020F0502020204030204"/>
                <a:cs typeface="Calibri" panose="020F0502020204030204"/>
              </a:rPr>
              <a:t> </a:t>
            </a:r>
            <a:r>
              <a:rPr sz="2400" b="1" dirty="0">
                <a:latin typeface="Calibri" panose="020F0502020204030204"/>
                <a:cs typeface="Calibri" panose="020F0502020204030204"/>
              </a:rPr>
              <a:t>using</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HiveContext,</a:t>
            </a:r>
            <a:r>
              <a:rPr sz="2400" b="1" spc="-40" dirty="0">
                <a:latin typeface="Calibri" panose="020F0502020204030204"/>
                <a:cs typeface="Calibri" panose="020F0502020204030204"/>
              </a:rPr>
              <a:t> </a:t>
            </a:r>
            <a:r>
              <a:rPr sz="2400" b="1" dirty="0">
                <a:latin typeface="Calibri" panose="020F0502020204030204"/>
                <a:cs typeface="Calibri" panose="020F0502020204030204"/>
              </a:rPr>
              <a:t>you</a:t>
            </a:r>
            <a:r>
              <a:rPr sz="2400" b="1" spc="-65" dirty="0">
                <a:latin typeface="Calibri" panose="020F0502020204030204"/>
                <a:cs typeface="Calibri" panose="020F0502020204030204"/>
              </a:rPr>
              <a:t> </a:t>
            </a:r>
            <a:r>
              <a:rPr sz="2400" b="1" dirty="0">
                <a:latin typeface="Calibri" panose="020F0502020204030204"/>
                <a:cs typeface="Calibri" panose="020F0502020204030204"/>
              </a:rPr>
              <a:t>can</a:t>
            </a:r>
            <a:r>
              <a:rPr sz="2400" b="1" spc="-65" dirty="0">
                <a:latin typeface="Calibri" panose="020F0502020204030204"/>
                <a:cs typeface="Calibri" panose="020F0502020204030204"/>
              </a:rPr>
              <a:t> </a:t>
            </a:r>
            <a:r>
              <a:rPr sz="2400" b="1" dirty="0">
                <a:latin typeface="Calibri" panose="020F0502020204030204"/>
                <a:cs typeface="Calibri" panose="020F0502020204030204"/>
              </a:rPr>
              <a:t>query</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Hive/Impala </a:t>
            </a:r>
            <a:r>
              <a:rPr sz="2400" b="1" dirty="0">
                <a:latin typeface="Calibri" panose="020F0502020204030204"/>
                <a:cs typeface="Calibri" panose="020F0502020204030204"/>
              </a:rPr>
              <a:t>tables</a:t>
            </a:r>
            <a:r>
              <a:rPr sz="2400" b="1" spc="-65" dirty="0">
                <a:latin typeface="Calibri" panose="020F0502020204030204"/>
                <a:cs typeface="Calibri" panose="020F0502020204030204"/>
              </a:rPr>
              <a:t> </a:t>
            </a:r>
            <a:r>
              <a:rPr sz="2400" b="1" spc="-20" dirty="0">
                <a:latin typeface="Calibri" panose="020F0502020204030204"/>
                <a:cs typeface="Calibri" panose="020F0502020204030204"/>
              </a:rPr>
              <a:t>using</a:t>
            </a:r>
            <a:r>
              <a:rPr sz="2400" b="1" dirty="0">
                <a:latin typeface="Calibri" panose="020F0502020204030204"/>
                <a:cs typeface="Calibri" panose="020F0502020204030204"/>
              </a:rPr>
              <a:t>	</a:t>
            </a:r>
            <a:r>
              <a:rPr sz="2400" b="1" spc="-10" dirty="0">
                <a:latin typeface="Calibri" panose="020F0502020204030204"/>
                <a:cs typeface="Calibri" panose="020F0502020204030204"/>
              </a:rPr>
              <a:t>HiveQL</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55" dirty="0">
                <a:latin typeface="Calibri" panose="020F0502020204030204"/>
                <a:cs typeface="Calibri" panose="020F0502020204030204"/>
              </a:rPr>
              <a:t> </a:t>
            </a:r>
            <a:r>
              <a:rPr sz="2400" dirty="0">
                <a:latin typeface="Calibri" panose="020F0502020204030204"/>
                <a:cs typeface="Calibri" panose="020F0502020204030204"/>
              </a:rPr>
              <a:t>a</a:t>
            </a:r>
            <a:r>
              <a:rPr sz="2400" spc="-25" dirty="0">
                <a:latin typeface="Calibri" panose="020F0502020204030204"/>
                <a:cs typeface="Calibri" panose="020F0502020204030204"/>
              </a:rPr>
              <a:t> </a:t>
            </a:r>
            <a:r>
              <a:rPr sz="2400" spc="-10" dirty="0">
                <a:latin typeface="Calibri" panose="020F0502020204030204"/>
                <a:cs typeface="Calibri" panose="020F0502020204030204"/>
              </a:rPr>
              <a:t>DataFrame</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675732" y="2724276"/>
            <a:ext cx="7825710" cy="3328717"/>
          </a:xfrm>
          <a:prstGeom prst="rect">
            <a:avLst/>
          </a:prstGeom>
        </p:spPr>
      </p:pic>
      <p:pic>
        <p:nvPicPr>
          <p:cNvPr id="5" name="Picture 4" descr="wingspan_logo.png"/>
          <p:cNvPicPr>
            <a:picLocks noChangeAspect="1"/>
          </p:cNvPicPr>
          <p:nvPr/>
        </p:nvPicPr>
        <p:blipFill>
          <a:blip r:embed="rId3"/>
          <a:stretch>
            <a:fillRect/>
          </a:stretch>
        </p:blipFill>
        <p:spPr>
          <a:xfrm>
            <a:off x="8373976" y="34847"/>
            <a:ext cx="749808" cy="630936"/>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2411348" y="461594"/>
            <a:ext cx="4321810" cy="697230"/>
          </a:xfrm>
          <a:prstGeom prst="rect">
            <a:avLst/>
          </a:prstGeom>
        </p:spPr>
        <p:txBody>
          <a:bodyPr vert="horz" wrap="square" lIns="0" tIns="13335" rIns="0" bIns="0" rtlCol="0">
            <a:spAutoFit/>
          </a:bodyPr>
          <a:lstStyle/>
          <a:p>
            <a:pPr marL="12700">
              <a:lnSpc>
                <a:spcPct val="100000"/>
              </a:lnSpc>
              <a:spcBef>
                <a:spcPts val="105"/>
              </a:spcBef>
            </a:pPr>
            <a:r>
              <a:rPr dirty="0"/>
              <a:t>Saving</a:t>
            </a:r>
            <a:r>
              <a:rPr spc="-114" dirty="0"/>
              <a:t> </a:t>
            </a:r>
            <a:r>
              <a:rPr spc="-10" dirty="0"/>
              <a:t>DataFrames</a:t>
            </a:r>
          </a:p>
        </p:txBody>
      </p:sp>
      <p:sp>
        <p:nvSpPr>
          <p:cNvPr id="3" name="object 3"/>
          <p:cNvSpPr txBox="1"/>
          <p:nvPr/>
        </p:nvSpPr>
        <p:spPr>
          <a:xfrm>
            <a:off x="688340" y="1180338"/>
            <a:ext cx="7668259" cy="368427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45" dirty="0">
                <a:latin typeface="Calibri" panose="020F0502020204030204"/>
                <a:cs typeface="Calibri" panose="020F0502020204030204"/>
              </a:rPr>
              <a:t> </a:t>
            </a:r>
            <a:r>
              <a:rPr sz="2400" b="1" dirty="0">
                <a:latin typeface="Calibri" panose="020F0502020204030204"/>
                <a:cs typeface="Calibri" panose="020F0502020204030204"/>
              </a:rPr>
              <a:t>Data</a:t>
            </a:r>
            <a:r>
              <a:rPr sz="2400" b="1" spc="-45" dirty="0">
                <a:latin typeface="Calibri" panose="020F0502020204030204"/>
                <a:cs typeface="Calibri" panose="020F0502020204030204"/>
              </a:rPr>
              <a:t> </a:t>
            </a:r>
            <a:r>
              <a:rPr sz="2400" b="1" dirty="0">
                <a:latin typeface="Calibri" panose="020F0502020204030204"/>
                <a:cs typeface="Calibri" panose="020F0502020204030204"/>
              </a:rPr>
              <a:t>in</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DataFrames</a:t>
            </a:r>
            <a:r>
              <a:rPr sz="2400" b="1" spc="-50" dirty="0">
                <a:latin typeface="Calibri" panose="020F0502020204030204"/>
                <a:cs typeface="Calibri" panose="020F0502020204030204"/>
              </a:rPr>
              <a:t> </a:t>
            </a:r>
            <a:r>
              <a:rPr sz="2400" b="1" dirty="0">
                <a:latin typeface="Calibri" panose="020F0502020204030204"/>
                <a:cs typeface="Calibri" panose="020F0502020204030204"/>
              </a:rPr>
              <a:t>can</a:t>
            </a:r>
            <a:r>
              <a:rPr sz="2400" b="1" spc="-70" dirty="0">
                <a:latin typeface="Calibri" panose="020F0502020204030204"/>
                <a:cs typeface="Calibri" panose="020F0502020204030204"/>
              </a:rPr>
              <a:t> </a:t>
            </a:r>
            <a:r>
              <a:rPr sz="2400" b="1" dirty="0">
                <a:latin typeface="Calibri" panose="020F0502020204030204"/>
                <a:cs typeface="Calibri" panose="020F0502020204030204"/>
              </a:rPr>
              <a:t>be</a:t>
            </a:r>
            <a:r>
              <a:rPr sz="2400" b="1" spc="-60" dirty="0">
                <a:latin typeface="Calibri" panose="020F0502020204030204"/>
                <a:cs typeface="Calibri" panose="020F0502020204030204"/>
              </a:rPr>
              <a:t> </a:t>
            </a:r>
            <a:r>
              <a:rPr sz="2400" b="1" dirty="0">
                <a:latin typeface="Calibri" panose="020F0502020204030204"/>
                <a:cs typeface="Calibri" panose="020F0502020204030204"/>
              </a:rPr>
              <a:t>saved</a:t>
            </a:r>
            <a:r>
              <a:rPr sz="2400" b="1" spc="-55" dirty="0">
                <a:latin typeface="Calibri" panose="020F0502020204030204"/>
                <a:cs typeface="Calibri" panose="020F0502020204030204"/>
              </a:rPr>
              <a:t> </a:t>
            </a:r>
            <a:r>
              <a:rPr sz="2400" b="1" dirty="0">
                <a:latin typeface="Calibri" panose="020F0502020204030204"/>
                <a:cs typeface="Calibri" panose="020F0502020204030204"/>
              </a:rPr>
              <a:t>to</a:t>
            </a:r>
            <a:r>
              <a:rPr sz="2400" b="1" spc="-60" dirty="0">
                <a:latin typeface="Calibri" panose="020F0502020204030204"/>
                <a:cs typeface="Calibri" panose="020F0502020204030204"/>
              </a:rPr>
              <a:t> </a:t>
            </a:r>
            <a:r>
              <a:rPr sz="2400" b="1" dirty="0">
                <a:latin typeface="Calibri" panose="020F0502020204030204"/>
                <a:cs typeface="Calibri" panose="020F0502020204030204"/>
              </a:rPr>
              <a:t>a</a:t>
            </a:r>
            <a:r>
              <a:rPr sz="2400" b="1" spc="-55" dirty="0">
                <a:latin typeface="Calibri" panose="020F0502020204030204"/>
                <a:cs typeface="Calibri" panose="020F0502020204030204"/>
              </a:rPr>
              <a:t> </a:t>
            </a:r>
            <a:r>
              <a:rPr sz="2400" b="1" dirty="0">
                <a:latin typeface="Calibri" panose="020F0502020204030204"/>
                <a:cs typeface="Calibri" panose="020F0502020204030204"/>
              </a:rPr>
              <a:t>data</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source</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dirty="0">
                <a:latin typeface="Calibri" panose="020F0502020204030204"/>
                <a:cs typeface="Calibri" panose="020F0502020204030204"/>
              </a:rPr>
              <a:t>Use</a:t>
            </a:r>
            <a:r>
              <a:rPr sz="2400" b="1" spc="-35" dirty="0">
                <a:latin typeface="Calibri" panose="020F0502020204030204"/>
                <a:cs typeface="Calibri" panose="020F0502020204030204"/>
              </a:rPr>
              <a:t> </a:t>
            </a:r>
            <a:r>
              <a:rPr sz="2400" b="1" spc="-20" dirty="0">
                <a:latin typeface="Calibri" panose="020F0502020204030204"/>
                <a:cs typeface="Calibri" panose="020F0502020204030204"/>
              </a:rPr>
              <a:t>DataFrame.write</a:t>
            </a:r>
            <a:r>
              <a:rPr sz="2400" b="1" spc="-40" dirty="0">
                <a:latin typeface="Calibri" panose="020F0502020204030204"/>
                <a:cs typeface="Calibri" panose="020F0502020204030204"/>
              </a:rPr>
              <a:t> </a:t>
            </a:r>
            <a:r>
              <a:rPr sz="2400" b="1" dirty="0">
                <a:latin typeface="Calibri" panose="020F0502020204030204"/>
                <a:cs typeface="Calibri" panose="020F0502020204030204"/>
              </a:rPr>
              <a:t>to</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create</a:t>
            </a:r>
            <a:r>
              <a:rPr sz="2400" b="1" spc="-45" dirty="0">
                <a:latin typeface="Calibri" panose="020F0502020204030204"/>
                <a:cs typeface="Calibri" panose="020F0502020204030204"/>
              </a:rPr>
              <a:t> </a:t>
            </a:r>
            <a:r>
              <a:rPr sz="2400" b="1" dirty="0">
                <a:latin typeface="Calibri" panose="020F0502020204030204"/>
                <a:cs typeface="Calibri" panose="020F0502020204030204"/>
              </a:rPr>
              <a:t>a</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DataFrameWriter</a:t>
            </a:r>
            <a:endParaRPr sz="2400">
              <a:latin typeface="Calibri" panose="020F0502020204030204"/>
              <a:cs typeface="Calibri" panose="020F0502020204030204"/>
            </a:endParaRPr>
          </a:p>
          <a:p>
            <a:pPr marL="12700" marR="835025">
              <a:lnSpc>
                <a:spcPts val="2800"/>
              </a:lnSpc>
              <a:spcBef>
                <a:spcPts val="160"/>
              </a:spcBef>
              <a:tabLst>
                <a:tab pos="2059305" algn="l"/>
              </a:tabLst>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spc="-25" dirty="0">
                <a:latin typeface="Calibri" panose="020F0502020204030204"/>
                <a:cs typeface="Calibri" panose="020F0502020204030204"/>
              </a:rPr>
              <a:t>DataFrameWriter</a:t>
            </a:r>
            <a:r>
              <a:rPr sz="2400" b="1" spc="-55" dirty="0">
                <a:latin typeface="Calibri" panose="020F0502020204030204"/>
                <a:cs typeface="Calibri" panose="020F0502020204030204"/>
              </a:rPr>
              <a:t> </a:t>
            </a:r>
            <a:r>
              <a:rPr sz="2400" b="1" dirty="0">
                <a:latin typeface="Calibri" panose="020F0502020204030204"/>
                <a:cs typeface="Calibri" panose="020F0502020204030204"/>
              </a:rPr>
              <a:t>provides</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convenience</a:t>
            </a:r>
            <a:r>
              <a:rPr sz="2400" b="1" spc="-55" dirty="0">
                <a:latin typeface="Calibri" panose="020F0502020204030204"/>
                <a:cs typeface="Calibri" panose="020F0502020204030204"/>
              </a:rPr>
              <a:t> </a:t>
            </a:r>
            <a:r>
              <a:rPr sz="2400" b="1" dirty="0">
                <a:latin typeface="Calibri" panose="020F0502020204030204"/>
                <a:cs typeface="Calibri" panose="020F0502020204030204"/>
              </a:rPr>
              <a:t>functions</a:t>
            </a:r>
            <a:r>
              <a:rPr sz="2400" b="1" spc="-40" dirty="0">
                <a:latin typeface="Calibri" panose="020F0502020204030204"/>
                <a:cs typeface="Calibri" panose="020F0502020204030204"/>
              </a:rPr>
              <a:t> </a:t>
            </a:r>
            <a:r>
              <a:rPr sz="2400" b="1" spc="-25" dirty="0">
                <a:latin typeface="Calibri" panose="020F0502020204030204"/>
                <a:cs typeface="Calibri" panose="020F0502020204030204"/>
              </a:rPr>
              <a:t>to </a:t>
            </a:r>
            <a:r>
              <a:rPr sz="2400" b="1" spc="-10" dirty="0">
                <a:latin typeface="Calibri" panose="020F0502020204030204"/>
                <a:cs typeface="Calibri" panose="020F0502020204030204"/>
              </a:rPr>
              <a:t>externally</a:t>
            </a:r>
            <a:r>
              <a:rPr sz="2400" b="1" spc="-85" dirty="0">
                <a:latin typeface="Calibri" panose="020F0502020204030204"/>
                <a:cs typeface="Calibri" panose="020F0502020204030204"/>
              </a:rPr>
              <a:t> </a:t>
            </a:r>
            <a:r>
              <a:rPr sz="2400" b="1" spc="-20" dirty="0">
                <a:latin typeface="Calibri" panose="020F0502020204030204"/>
                <a:cs typeface="Calibri" panose="020F0502020204030204"/>
              </a:rPr>
              <a:t>save</a:t>
            </a:r>
            <a:r>
              <a:rPr sz="2400" b="1" dirty="0">
                <a:latin typeface="Calibri" panose="020F0502020204030204"/>
                <a:cs typeface="Calibri" panose="020F0502020204030204"/>
              </a:rPr>
              <a:t>	the</a:t>
            </a:r>
            <a:r>
              <a:rPr sz="2400" b="1" spc="-50" dirty="0">
                <a:latin typeface="Calibri" panose="020F0502020204030204"/>
                <a:cs typeface="Calibri" panose="020F0502020204030204"/>
              </a:rPr>
              <a:t> </a:t>
            </a:r>
            <a:r>
              <a:rPr sz="2400" b="1" dirty="0">
                <a:latin typeface="Calibri" panose="020F0502020204030204"/>
                <a:cs typeface="Calibri" panose="020F0502020204030204"/>
              </a:rPr>
              <a:t>data</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represented</a:t>
            </a:r>
            <a:r>
              <a:rPr sz="2400" b="1" spc="-65" dirty="0">
                <a:latin typeface="Calibri" panose="020F0502020204030204"/>
                <a:cs typeface="Calibri" panose="020F0502020204030204"/>
              </a:rPr>
              <a:t> </a:t>
            </a:r>
            <a:r>
              <a:rPr sz="2400" b="1" dirty="0">
                <a:latin typeface="Calibri" panose="020F0502020204030204"/>
                <a:cs typeface="Calibri" panose="020F0502020204030204"/>
              </a:rPr>
              <a:t>by</a:t>
            </a:r>
            <a:r>
              <a:rPr sz="2400" b="1" spc="-60" dirty="0">
                <a:latin typeface="Calibri" panose="020F0502020204030204"/>
                <a:cs typeface="Calibri" panose="020F0502020204030204"/>
              </a:rPr>
              <a:t> </a:t>
            </a:r>
            <a:r>
              <a:rPr sz="2400" b="1" dirty="0">
                <a:latin typeface="Calibri" panose="020F0502020204030204"/>
                <a:cs typeface="Calibri" panose="020F0502020204030204"/>
              </a:rPr>
              <a:t>a</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DataFrame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jdbc</a:t>
            </a:r>
            <a:r>
              <a:rPr sz="2400" b="1" spc="-45" dirty="0">
                <a:latin typeface="Calibri" panose="020F0502020204030204"/>
                <a:cs typeface="Calibri" panose="020F0502020204030204"/>
              </a:rPr>
              <a:t> </a:t>
            </a:r>
            <a:r>
              <a:rPr sz="2400" dirty="0">
                <a:latin typeface="Calibri" panose="020F0502020204030204"/>
                <a:cs typeface="Calibri" panose="020F0502020204030204"/>
              </a:rPr>
              <a:t>inserts</a:t>
            </a:r>
            <a:r>
              <a:rPr sz="2400" spc="-55" dirty="0">
                <a:latin typeface="Calibri" panose="020F0502020204030204"/>
                <a:cs typeface="Calibri" panose="020F0502020204030204"/>
              </a:rPr>
              <a:t> </a:t>
            </a:r>
            <a:r>
              <a:rPr sz="2400" dirty="0">
                <a:latin typeface="Calibri" panose="020F0502020204030204"/>
                <a:cs typeface="Calibri" panose="020F0502020204030204"/>
              </a:rPr>
              <a:t>into</a:t>
            </a:r>
            <a:r>
              <a:rPr sz="2400" spc="-45"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new</a:t>
            </a:r>
            <a:r>
              <a:rPr sz="2400" spc="-40" dirty="0">
                <a:latin typeface="Calibri" panose="020F0502020204030204"/>
                <a:cs typeface="Calibri" panose="020F0502020204030204"/>
              </a:rPr>
              <a:t> </a:t>
            </a:r>
            <a:r>
              <a:rPr sz="2400" dirty="0">
                <a:latin typeface="Calibri" panose="020F0502020204030204"/>
                <a:cs typeface="Calibri" panose="020F0502020204030204"/>
              </a:rPr>
              <a:t>or</a:t>
            </a:r>
            <a:r>
              <a:rPr sz="2400" spc="-60" dirty="0">
                <a:latin typeface="Calibri" panose="020F0502020204030204"/>
                <a:cs typeface="Calibri" panose="020F0502020204030204"/>
              </a:rPr>
              <a:t> </a:t>
            </a:r>
            <a:r>
              <a:rPr sz="2400" dirty="0">
                <a:latin typeface="Calibri" panose="020F0502020204030204"/>
                <a:cs typeface="Calibri" panose="020F0502020204030204"/>
              </a:rPr>
              <a:t>existing</a:t>
            </a:r>
            <a:r>
              <a:rPr sz="2400" spc="-60" dirty="0">
                <a:latin typeface="Calibri" panose="020F0502020204030204"/>
                <a:cs typeface="Calibri" panose="020F0502020204030204"/>
              </a:rPr>
              <a:t> </a:t>
            </a:r>
            <a:r>
              <a:rPr sz="2400" dirty="0">
                <a:latin typeface="Calibri" panose="020F0502020204030204"/>
                <a:cs typeface="Calibri" panose="020F0502020204030204"/>
              </a:rPr>
              <a:t>table</a:t>
            </a:r>
            <a:r>
              <a:rPr sz="2400" spc="-50" dirty="0">
                <a:latin typeface="Calibri" panose="020F0502020204030204"/>
                <a:cs typeface="Calibri" panose="020F0502020204030204"/>
              </a:rPr>
              <a:t> </a:t>
            </a:r>
            <a:r>
              <a:rPr sz="2400" dirty="0">
                <a:latin typeface="Calibri" panose="020F0502020204030204"/>
                <a:cs typeface="Calibri" panose="020F0502020204030204"/>
              </a:rPr>
              <a:t>in</a:t>
            </a:r>
            <a:r>
              <a:rPr sz="2400" spc="-60"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spc="-10" dirty="0">
                <a:latin typeface="Calibri" panose="020F0502020204030204"/>
                <a:cs typeface="Calibri" panose="020F0502020204030204"/>
              </a:rPr>
              <a:t>database</a:t>
            </a:r>
            <a:endParaRPr sz="2400">
              <a:latin typeface="Calibri" panose="020F0502020204030204"/>
              <a:cs typeface="Calibri" panose="020F0502020204030204"/>
            </a:endParaRPr>
          </a:p>
          <a:p>
            <a:pPr marL="12700">
              <a:lnSpc>
                <a:spcPct val="100000"/>
              </a:lnSpc>
              <a:spcBef>
                <a:spcPts val="5"/>
              </a:spcBef>
            </a:pPr>
            <a:r>
              <a:rPr sz="2400" spc="-20" dirty="0">
                <a:latin typeface="Calibri" panose="020F0502020204030204"/>
                <a:cs typeface="Calibri" panose="020F0502020204030204"/>
              </a:rPr>
              <a:t>–</a:t>
            </a:r>
            <a:r>
              <a:rPr sz="2400" b="1" dirty="0">
                <a:latin typeface="Calibri" panose="020F0502020204030204"/>
                <a:cs typeface="Calibri" panose="020F0502020204030204"/>
              </a:rPr>
              <a:t>json</a:t>
            </a:r>
            <a:r>
              <a:rPr sz="2400" b="1" spc="-30" dirty="0">
                <a:latin typeface="Calibri" panose="020F0502020204030204"/>
                <a:cs typeface="Calibri" panose="020F0502020204030204"/>
              </a:rPr>
              <a:t> </a:t>
            </a:r>
            <a:r>
              <a:rPr sz="2400" dirty="0">
                <a:latin typeface="Calibri" panose="020F0502020204030204"/>
                <a:cs typeface="Calibri" panose="020F0502020204030204"/>
              </a:rPr>
              <a:t>saves</a:t>
            </a:r>
            <a:r>
              <a:rPr sz="2400" spc="-20" dirty="0">
                <a:latin typeface="Calibri" panose="020F0502020204030204"/>
                <a:cs typeface="Calibri" panose="020F0502020204030204"/>
              </a:rPr>
              <a:t> </a:t>
            </a:r>
            <a:r>
              <a:rPr sz="2400" dirty="0">
                <a:latin typeface="Calibri" panose="020F0502020204030204"/>
                <a:cs typeface="Calibri" panose="020F0502020204030204"/>
              </a:rPr>
              <a:t>as</a:t>
            </a:r>
            <a:r>
              <a:rPr sz="2400" spc="-30" dirty="0">
                <a:latin typeface="Calibri" panose="020F0502020204030204"/>
                <a:cs typeface="Calibri" panose="020F0502020204030204"/>
              </a:rPr>
              <a:t> </a:t>
            </a:r>
            <a:r>
              <a:rPr sz="2400" dirty="0">
                <a:latin typeface="Calibri" panose="020F0502020204030204"/>
                <a:cs typeface="Calibri" panose="020F0502020204030204"/>
              </a:rPr>
              <a:t>a</a:t>
            </a:r>
            <a:r>
              <a:rPr sz="2400" spc="-35" dirty="0">
                <a:latin typeface="Calibri" panose="020F0502020204030204"/>
                <a:cs typeface="Calibri" panose="020F0502020204030204"/>
              </a:rPr>
              <a:t> </a:t>
            </a:r>
            <a:r>
              <a:rPr sz="2400" dirty="0">
                <a:latin typeface="Calibri" panose="020F0502020204030204"/>
                <a:cs typeface="Calibri" panose="020F0502020204030204"/>
              </a:rPr>
              <a:t>JSON</a:t>
            </a:r>
            <a:r>
              <a:rPr sz="2400" spc="-30" dirty="0">
                <a:latin typeface="Calibri" panose="020F0502020204030204"/>
                <a:cs typeface="Calibri" panose="020F0502020204030204"/>
              </a:rPr>
              <a:t> </a:t>
            </a:r>
            <a:r>
              <a:rPr sz="2400" spc="-20" dirty="0">
                <a:latin typeface="Calibri" panose="020F0502020204030204"/>
                <a:cs typeface="Calibri" panose="020F0502020204030204"/>
              </a:rPr>
              <a:t>file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parquet</a:t>
            </a:r>
            <a:r>
              <a:rPr sz="2400" b="1" spc="-65" dirty="0">
                <a:latin typeface="Calibri" panose="020F0502020204030204"/>
                <a:cs typeface="Calibri" panose="020F0502020204030204"/>
              </a:rPr>
              <a:t> </a:t>
            </a:r>
            <a:r>
              <a:rPr sz="2400" dirty="0">
                <a:latin typeface="Calibri" panose="020F0502020204030204"/>
                <a:cs typeface="Calibri" panose="020F0502020204030204"/>
              </a:rPr>
              <a:t>saves</a:t>
            </a:r>
            <a:r>
              <a:rPr sz="2400" spc="-50" dirty="0">
                <a:latin typeface="Calibri" panose="020F0502020204030204"/>
                <a:cs typeface="Calibri" panose="020F0502020204030204"/>
              </a:rPr>
              <a:t> </a:t>
            </a:r>
            <a:r>
              <a:rPr sz="2400" dirty="0">
                <a:latin typeface="Calibri" panose="020F0502020204030204"/>
                <a:cs typeface="Calibri" panose="020F0502020204030204"/>
              </a:rPr>
              <a:t>as</a:t>
            </a:r>
            <a:r>
              <a:rPr sz="2400" spc="-70" dirty="0">
                <a:latin typeface="Calibri" panose="020F0502020204030204"/>
                <a:cs typeface="Calibri" panose="020F0502020204030204"/>
              </a:rPr>
              <a:t> </a:t>
            </a:r>
            <a:r>
              <a:rPr sz="2400" dirty="0">
                <a:latin typeface="Calibri" panose="020F0502020204030204"/>
                <a:cs typeface="Calibri" panose="020F0502020204030204"/>
              </a:rPr>
              <a:t>a</a:t>
            </a:r>
            <a:r>
              <a:rPr sz="2400" spc="-65" dirty="0">
                <a:latin typeface="Calibri" panose="020F0502020204030204"/>
                <a:cs typeface="Calibri" panose="020F0502020204030204"/>
              </a:rPr>
              <a:t> </a:t>
            </a:r>
            <a:r>
              <a:rPr sz="2400" spc="-10" dirty="0">
                <a:latin typeface="Calibri" panose="020F0502020204030204"/>
                <a:cs typeface="Calibri" panose="020F0502020204030204"/>
              </a:rPr>
              <a:t>Parquet</a:t>
            </a:r>
            <a:r>
              <a:rPr sz="2400" spc="-65" dirty="0">
                <a:latin typeface="Calibri" panose="020F0502020204030204"/>
                <a:cs typeface="Calibri" panose="020F0502020204030204"/>
              </a:rPr>
              <a:t> </a:t>
            </a:r>
            <a:r>
              <a:rPr sz="2400" spc="-20" dirty="0">
                <a:latin typeface="Calibri" panose="020F0502020204030204"/>
                <a:cs typeface="Calibri" panose="020F0502020204030204"/>
              </a:rPr>
              <a:t>file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orc</a:t>
            </a:r>
            <a:r>
              <a:rPr sz="2400" b="1" spc="-60" dirty="0">
                <a:latin typeface="Calibri" panose="020F0502020204030204"/>
                <a:cs typeface="Calibri" panose="020F0502020204030204"/>
              </a:rPr>
              <a:t> </a:t>
            </a:r>
            <a:r>
              <a:rPr sz="2400" dirty="0">
                <a:latin typeface="Calibri" panose="020F0502020204030204"/>
                <a:cs typeface="Calibri" panose="020F0502020204030204"/>
              </a:rPr>
              <a:t>saves</a:t>
            </a:r>
            <a:r>
              <a:rPr sz="2400" spc="-35" dirty="0">
                <a:latin typeface="Calibri" panose="020F0502020204030204"/>
                <a:cs typeface="Calibri" panose="020F0502020204030204"/>
              </a:rPr>
              <a:t> </a:t>
            </a:r>
            <a:r>
              <a:rPr sz="2400" dirty="0">
                <a:latin typeface="Calibri" panose="020F0502020204030204"/>
                <a:cs typeface="Calibri" panose="020F0502020204030204"/>
              </a:rPr>
              <a:t>as</a:t>
            </a:r>
            <a:r>
              <a:rPr sz="2400" spc="-55" dirty="0">
                <a:latin typeface="Calibri" panose="020F0502020204030204"/>
                <a:cs typeface="Calibri" panose="020F0502020204030204"/>
              </a:rPr>
              <a:t> </a:t>
            </a:r>
            <a:r>
              <a:rPr sz="2400" dirty="0">
                <a:latin typeface="Calibri" panose="020F0502020204030204"/>
                <a:cs typeface="Calibri" panose="020F0502020204030204"/>
              </a:rPr>
              <a:t>an</a:t>
            </a:r>
            <a:r>
              <a:rPr sz="2400" spc="-45" dirty="0">
                <a:latin typeface="Calibri" panose="020F0502020204030204"/>
                <a:cs typeface="Calibri" panose="020F0502020204030204"/>
              </a:rPr>
              <a:t> </a:t>
            </a:r>
            <a:r>
              <a:rPr sz="2400" dirty="0">
                <a:latin typeface="Calibri" panose="020F0502020204030204"/>
                <a:cs typeface="Calibri" panose="020F0502020204030204"/>
              </a:rPr>
              <a:t>ORC</a:t>
            </a:r>
            <a:r>
              <a:rPr sz="2400" spc="-55" dirty="0">
                <a:latin typeface="Calibri" panose="020F0502020204030204"/>
                <a:cs typeface="Calibri" panose="020F0502020204030204"/>
              </a:rPr>
              <a:t> </a:t>
            </a:r>
            <a:r>
              <a:rPr sz="2400" spc="-20" dirty="0">
                <a:latin typeface="Calibri" panose="020F0502020204030204"/>
                <a:cs typeface="Calibri" panose="020F0502020204030204"/>
              </a:rPr>
              <a:t>file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text</a:t>
            </a:r>
            <a:r>
              <a:rPr sz="2400" b="1" spc="-50" dirty="0">
                <a:latin typeface="Calibri" panose="020F0502020204030204"/>
                <a:cs typeface="Calibri" panose="020F0502020204030204"/>
              </a:rPr>
              <a:t> </a:t>
            </a:r>
            <a:r>
              <a:rPr sz="2400" dirty="0">
                <a:latin typeface="Calibri" panose="020F0502020204030204"/>
                <a:cs typeface="Calibri" panose="020F0502020204030204"/>
              </a:rPr>
              <a:t>saves</a:t>
            </a:r>
            <a:r>
              <a:rPr sz="2400" spc="-40" dirty="0">
                <a:latin typeface="Calibri" panose="020F0502020204030204"/>
                <a:cs typeface="Calibri" panose="020F0502020204030204"/>
              </a:rPr>
              <a:t> </a:t>
            </a:r>
            <a:r>
              <a:rPr sz="2400" dirty="0">
                <a:latin typeface="Calibri" panose="020F0502020204030204"/>
                <a:cs typeface="Calibri" panose="020F0502020204030204"/>
              </a:rPr>
              <a:t>as</a:t>
            </a:r>
            <a:r>
              <a:rPr sz="2400" spc="-55"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text</a:t>
            </a:r>
            <a:r>
              <a:rPr sz="2400" spc="-70" dirty="0">
                <a:latin typeface="Calibri" panose="020F0502020204030204"/>
                <a:cs typeface="Calibri" panose="020F0502020204030204"/>
              </a:rPr>
              <a:t> </a:t>
            </a:r>
            <a:r>
              <a:rPr sz="2400" dirty="0">
                <a:latin typeface="Calibri" panose="020F0502020204030204"/>
                <a:cs typeface="Calibri" panose="020F0502020204030204"/>
              </a:rPr>
              <a:t>file</a:t>
            </a:r>
            <a:r>
              <a:rPr sz="2400" spc="-45" dirty="0">
                <a:latin typeface="Calibri" panose="020F0502020204030204"/>
                <a:cs typeface="Calibri" panose="020F0502020204030204"/>
              </a:rPr>
              <a:t> </a:t>
            </a:r>
            <a:r>
              <a:rPr sz="2400" dirty="0">
                <a:latin typeface="Calibri" panose="020F0502020204030204"/>
                <a:cs typeface="Calibri" panose="020F0502020204030204"/>
              </a:rPr>
              <a:t>(string</a:t>
            </a:r>
            <a:r>
              <a:rPr sz="2400" spc="-70" dirty="0">
                <a:latin typeface="Calibri" panose="020F0502020204030204"/>
                <a:cs typeface="Calibri" panose="020F0502020204030204"/>
              </a:rPr>
              <a:t> </a:t>
            </a:r>
            <a:r>
              <a:rPr sz="2400" dirty="0">
                <a:latin typeface="Calibri" panose="020F0502020204030204"/>
                <a:cs typeface="Calibri" panose="020F0502020204030204"/>
              </a:rPr>
              <a:t>data</a:t>
            </a:r>
            <a:r>
              <a:rPr sz="2400" spc="-55" dirty="0">
                <a:latin typeface="Calibri" panose="020F0502020204030204"/>
                <a:cs typeface="Calibri" panose="020F0502020204030204"/>
              </a:rPr>
              <a:t> </a:t>
            </a:r>
            <a:r>
              <a:rPr sz="2400" dirty="0">
                <a:latin typeface="Calibri" panose="020F0502020204030204"/>
                <a:cs typeface="Calibri" panose="020F0502020204030204"/>
              </a:rPr>
              <a:t>in</a:t>
            </a:r>
            <a:r>
              <a:rPr sz="2400" spc="-50"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dirty="0">
                <a:latin typeface="Calibri" panose="020F0502020204030204"/>
                <a:cs typeface="Calibri" panose="020F0502020204030204"/>
              </a:rPr>
              <a:t>single</a:t>
            </a:r>
            <a:r>
              <a:rPr sz="2400" spc="-65" dirty="0">
                <a:latin typeface="Calibri" panose="020F0502020204030204"/>
                <a:cs typeface="Calibri" panose="020F0502020204030204"/>
              </a:rPr>
              <a:t> </a:t>
            </a:r>
            <a:r>
              <a:rPr sz="2400" dirty="0">
                <a:latin typeface="Calibri" panose="020F0502020204030204"/>
                <a:cs typeface="Calibri" panose="020F0502020204030204"/>
              </a:rPr>
              <a:t>column</a:t>
            </a:r>
            <a:r>
              <a:rPr sz="2400" spc="-45" dirty="0">
                <a:latin typeface="Calibri" panose="020F0502020204030204"/>
                <a:cs typeface="Calibri" panose="020F0502020204030204"/>
              </a:rPr>
              <a:t> </a:t>
            </a:r>
            <a:r>
              <a:rPr sz="2400" spc="-10" dirty="0">
                <a:latin typeface="Calibri" panose="020F0502020204030204"/>
                <a:cs typeface="Calibri" panose="020F0502020204030204"/>
              </a:rPr>
              <a:t>only)</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spc="-30" dirty="0">
                <a:latin typeface="Calibri" panose="020F0502020204030204"/>
                <a:cs typeface="Calibri" panose="020F0502020204030204"/>
              </a:rPr>
              <a:t>saveAsTable</a:t>
            </a:r>
            <a:r>
              <a:rPr sz="2400" b="1" spc="-55" dirty="0">
                <a:latin typeface="Calibri" panose="020F0502020204030204"/>
                <a:cs typeface="Calibri" panose="020F0502020204030204"/>
              </a:rPr>
              <a:t> </a:t>
            </a:r>
            <a:r>
              <a:rPr sz="2400" dirty="0">
                <a:latin typeface="Calibri" panose="020F0502020204030204"/>
                <a:cs typeface="Calibri" panose="020F0502020204030204"/>
              </a:rPr>
              <a:t>saves</a:t>
            </a:r>
            <a:r>
              <a:rPr sz="2400" spc="-50" dirty="0">
                <a:latin typeface="Calibri" panose="020F0502020204030204"/>
                <a:cs typeface="Calibri" panose="020F0502020204030204"/>
              </a:rPr>
              <a:t> </a:t>
            </a:r>
            <a:r>
              <a:rPr sz="2400" dirty="0">
                <a:latin typeface="Calibri" panose="020F0502020204030204"/>
                <a:cs typeface="Calibri" panose="020F0502020204030204"/>
              </a:rPr>
              <a:t>as</a:t>
            </a:r>
            <a:r>
              <a:rPr sz="2400" spc="-60" dirty="0">
                <a:latin typeface="Calibri" panose="020F0502020204030204"/>
                <a:cs typeface="Calibri" panose="020F0502020204030204"/>
              </a:rPr>
              <a:t> </a:t>
            </a:r>
            <a:r>
              <a:rPr sz="2400" dirty="0">
                <a:latin typeface="Calibri" panose="020F0502020204030204"/>
                <a:cs typeface="Calibri" panose="020F0502020204030204"/>
              </a:rPr>
              <a:t>a</a:t>
            </a:r>
            <a:r>
              <a:rPr sz="2400" spc="-50" dirty="0">
                <a:latin typeface="Calibri" panose="020F0502020204030204"/>
                <a:cs typeface="Calibri" panose="020F0502020204030204"/>
              </a:rPr>
              <a:t> </a:t>
            </a:r>
            <a:r>
              <a:rPr sz="2400" dirty="0">
                <a:latin typeface="Calibri" panose="020F0502020204030204"/>
                <a:cs typeface="Calibri" panose="020F0502020204030204"/>
              </a:rPr>
              <a:t>Hive/Impala</a:t>
            </a:r>
            <a:r>
              <a:rPr sz="2400" spc="-70" dirty="0">
                <a:latin typeface="Calibri" panose="020F0502020204030204"/>
                <a:cs typeface="Calibri" panose="020F0502020204030204"/>
              </a:rPr>
              <a:t> </a:t>
            </a:r>
            <a:r>
              <a:rPr sz="2400" dirty="0">
                <a:latin typeface="Calibri" panose="020F0502020204030204"/>
                <a:cs typeface="Calibri" panose="020F0502020204030204"/>
              </a:rPr>
              <a:t>table</a:t>
            </a:r>
            <a:r>
              <a:rPr sz="2400" spc="-65" dirty="0">
                <a:latin typeface="Calibri" panose="020F0502020204030204"/>
                <a:cs typeface="Calibri" panose="020F0502020204030204"/>
              </a:rPr>
              <a:t> </a:t>
            </a:r>
            <a:r>
              <a:rPr sz="2400" spc="-10" dirty="0">
                <a:latin typeface="Calibri" panose="020F0502020204030204"/>
                <a:cs typeface="Calibri" panose="020F0502020204030204"/>
              </a:rPr>
              <a:t>(</a:t>
            </a:r>
            <a:r>
              <a:rPr sz="2400" b="1" spc="-10" dirty="0">
                <a:latin typeface="Calibri" panose="020F0502020204030204"/>
                <a:cs typeface="Calibri" panose="020F0502020204030204"/>
              </a:rPr>
              <a:t>HiveContext</a:t>
            </a:r>
            <a:r>
              <a:rPr sz="2400" b="1" spc="-55" dirty="0">
                <a:latin typeface="Calibri" panose="020F0502020204030204"/>
                <a:cs typeface="Calibri" panose="020F0502020204030204"/>
              </a:rPr>
              <a:t> </a:t>
            </a:r>
            <a:r>
              <a:rPr sz="2400" spc="-10" dirty="0">
                <a:latin typeface="Calibri" panose="020F0502020204030204"/>
                <a:cs typeface="Calibri" panose="020F0502020204030204"/>
              </a:rPr>
              <a:t>only)</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932137" y="5029995"/>
            <a:ext cx="6096916" cy="968798"/>
          </a:xfrm>
          <a:prstGeom prst="rect">
            <a:avLst/>
          </a:prstGeom>
        </p:spPr>
      </p:pic>
      <p:pic>
        <p:nvPicPr>
          <p:cNvPr id="5" name="Picture 4" descr="wingspan_logo.png"/>
          <p:cNvPicPr>
            <a:picLocks noChangeAspect="1"/>
          </p:cNvPicPr>
          <p:nvPr/>
        </p:nvPicPr>
        <p:blipFill>
          <a:blip r:embed="rId3"/>
          <a:stretch>
            <a:fillRect/>
          </a:stretch>
        </p:blipFill>
        <p:spPr>
          <a:xfrm>
            <a:off x="8356599" y="0"/>
            <a:ext cx="749808" cy="630936"/>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389382" rIns="0" bIns="0" rtlCol="0">
            <a:spAutoFit/>
          </a:bodyPr>
          <a:lstStyle/>
          <a:p>
            <a:pPr marL="533400">
              <a:lnSpc>
                <a:spcPct val="100000"/>
              </a:lnSpc>
              <a:spcBef>
                <a:spcPts val="105"/>
              </a:spcBef>
            </a:pPr>
            <a:r>
              <a:rPr dirty="0"/>
              <a:t>Options</a:t>
            </a:r>
            <a:r>
              <a:rPr spc="-135" dirty="0"/>
              <a:t> </a:t>
            </a:r>
            <a:r>
              <a:rPr dirty="0"/>
              <a:t>for</a:t>
            </a:r>
            <a:r>
              <a:rPr spc="-120" dirty="0"/>
              <a:t> </a:t>
            </a:r>
            <a:r>
              <a:rPr dirty="0"/>
              <a:t>Saving</a:t>
            </a:r>
            <a:r>
              <a:rPr spc="-145" dirty="0"/>
              <a:t> </a:t>
            </a:r>
            <a:r>
              <a:rPr spc="-10" dirty="0"/>
              <a:t>DataFrames</a:t>
            </a:r>
          </a:p>
        </p:txBody>
      </p:sp>
      <p:sp>
        <p:nvSpPr>
          <p:cNvPr id="3" name="object 3"/>
          <p:cNvSpPr txBox="1"/>
          <p:nvPr/>
        </p:nvSpPr>
        <p:spPr>
          <a:xfrm>
            <a:off x="459740" y="1457325"/>
            <a:ext cx="7624445" cy="295211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spc="-20" dirty="0">
                <a:latin typeface="Calibri" panose="020F0502020204030204"/>
                <a:cs typeface="Calibri" panose="020F0502020204030204"/>
              </a:rPr>
              <a:t>DataFrameWriter</a:t>
            </a:r>
            <a:r>
              <a:rPr sz="2400" b="1" spc="-40" dirty="0">
                <a:latin typeface="Calibri" panose="020F0502020204030204"/>
                <a:cs typeface="Calibri" panose="020F0502020204030204"/>
              </a:rPr>
              <a:t> </a:t>
            </a:r>
            <a:r>
              <a:rPr sz="2400" b="1" dirty="0">
                <a:latin typeface="Calibri" panose="020F0502020204030204"/>
                <a:cs typeface="Calibri" panose="020F0502020204030204"/>
              </a:rPr>
              <a:t>option</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methods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format</a:t>
            </a:r>
            <a:r>
              <a:rPr sz="2400" b="1" spc="-85" dirty="0">
                <a:latin typeface="Calibri" panose="020F0502020204030204"/>
                <a:cs typeface="Calibri" panose="020F0502020204030204"/>
              </a:rPr>
              <a:t> </a:t>
            </a:r>
            <a:r>
              <a:rPr sz="2400" dirty="0">
                <a:latin typeface="Calibri" panose="020F0502020204030204"/>
                <a:cs typeface="Calibri" panose="020F0502020204030204"/>
              </a:rPr>
              <a:t>specifies</a:t>
            </a:r>
            <a:r>
              <a:rPr sz="2400" spc="-70" dirty="0">
                <a:latin typeface="Calibri" panose="020F0502020204030204"/>
                <a:cs typeface="Calibri" panose="020F0502020204030204"/>
              </a:rPr>
              <a:t> </a:t>
            </a:r>
            <a:r>
              <a:rPr sz="2400" dirty="0">
                <a:latin typeface="Calibri" panose="020F0502020204030204"/>
                <a:cs typeface="Calibri" panose="020F0502020204030204"/>
              </a:rPr>
              <a:t>a</a:t>
            </a:r>
            <a:r>
              <a:rPr sz="2400" spc="-85" dirty="0">
                <a:latin typeface="Calibri" panose="020F0502020204030204"/>
                <a:cs typeface="Calibri" panose="020F0502020204030204"/>
              </a:rPr>
              <a:t> </a:t>
            </a:r>
            <a:r>
              <a:rPr sz="2400" dirty="0">
                <a:latin typeface="Calibri" panose="020F0502020204030204"/>
                <a:cs typeface="Calibri" panose="020F0502020204030204"/>
              </a:rPr>
              <a:t>data</a:t>
            </a:r>
            <a:r>
              <a:rPr sz="2400" spc="-80" dirty="0">
                <a:latin typeface="Calibri" panose="020F0502020204030204"/>
                <a:cs typeface="Calibri" panose="020F0502020204030204"/>
              </a:rPr>
              <a:t> </a:t>
            </a:r>
            <a:r>
              <a:rPr sz="2400" dirty="0">
                <a:latin typeface="Calibri" panose="020F0502020204030204"/>
                <a:cs typeface="Calibri" panose="020F0502020204030204"/>
              </a:rPr>
              <a:t>source</a:t>
            </a:r>
            <a:r>
              <a:rPr sz="2400" spc="-65" dirty="0">
                <a:latin typeface="Calibri" panose="020F0502020204030204"/>
                <a:cs typeface="Calibri" panose="020F0502020204030204"/>
              </a:rPr>
              <a:t> </a:t>
            </a:r>
            <a:r>
              <a:rPr sz="2400" spc="-20" dirty="0">
                <a:latin typeface="Calibri" panose="020F0502020204030204"/>
                <a:cs typeface="Calibri" panose="020F0502020204030204"/>
              </a:rPr>
              <a:t>type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mode</a:t>
            </a:r>
            <a:r>
              <a:rPr sz="2400" b="1" spc="-65" dirty="0">
                <a:latin typeface="Calibri" panose="020F0502020204030204"/>
                <a:cs typeface="Calibri" panose="020F0502020204030204"/>
              </a:rPr>
              <a:t> </a:t>
            </a:r>
            <a:r>
              <a:rPr sz="2400" spc="-10" dirty="0">
                <a:latin typeface="Calibri" panose="020F0502020204030204"/>
                <a:cs typeface="Calibri" panose="020F0502020204030204"/>
              </a:rPr>
              <a:t>determines</a:t>
            </a:r>
            <a:r>
              <a:rPr sz="2400" spc="-60" dirty="0">
                <a:latin typeface="Calibri" panose="020F0502020204030204"/>
                <a:cs typeface="Calibri" panose="020F0502020204030204"/>
              </a:rPr>
              <a:t> </a:t>
            </a:r>
            <a:r>
              <a:rPr sz="2400" dirty="0">
                <a:latin typeface="Calibri" panose="020F0502020204030204"/>
                <a:cs typeface="Calibri" panose="020F0502020204030204"/>
              </a:rPr>
              <a:t>the</a:t>
            </a:r>
            <a:r>
              <a:rPr sz="2400" spc="-60" dirty="0">
                <a:latin typeface="Calibri" panose="020F0502020204030204"/>
                <a:cs typeface="Calibri" panose="020F0502020204030204"/>
              </a:rPr>
              <a:t> </a:t>
            </a:r>
            <a:r>
              <a:rPr sz="2400" dirty="0">
                <a:latin typeface="Calibri" panose="020F0502020204030204"/>
                <a:cs typeface="Calibri" panose="020F0502020204030204"/>
              </a:rPr>
              <a:t>behavior</a:t>
            </a:r>
            <a:r>
              <a:rPr sz="2400" spc="-40" dirty="0">
                <a:latin typeface="Calibri" panose="020F0502020204030204"/>
                <a:cs typeface="Calibri" panose="020F0502020204030204"/>
              </a:rPr>
              <a:t> </a:t>
            </a:r>
            <a:r>
              <a:rPr sz="2400" dirty="0">
                <a:latin typeface="Calibri" panose="020F0502020204030204"/>
                <a:cs typeface="Calibri" panose="020F0502020204030204"/>
              </a:rPr>
              <a:t>if</a:t>
            </a:r>
            <a:r>
              <a:rPr sz="2400" spc="-55" dirty="0">
                <a:latin typeface="Calibri" panose="020F0502020204030204"/>
                <a:cs typeface="Calibri" panose="020F0502020204030204"/>
              </a:rPr>
              <a:t> </a:t>
            </a:r>
            <a:r>
              <a:rPr sz="2400" dirty="0">
                <a:latin typeface="Calibri" panose="020F0502020204030204"/>
                <a:cs typeface="Calibri" panose="020F0502020204030204"/>
              </a:rPr>
              <a:t>file</a:t>
            </a:r>
            <a:r>
              <a:rPr sz="2400" spc="-45" dirty="0">
                <a:latin typeface="Calibri" panose="020F0502020204030204"/>
                <a:cs typeface="Calibri" panose="020F0502020204030204"/>
              </a:rPr>
              <a:t> </a:t>
            </a:r>
            <a:r>
              <a:rPr sz="2400" dirty="0">
                <a:latin typeface="Calibri" panose="020F0502020204030204"/>
                <a:cs typeface="Calibri" panose="020F0502020204030204"/>
              </a:rPr>
              <a:t>or</a:t>
            </a:r>
            <a:r>
              <a:rPr sz="2400" spc="-70" dirty="0">
                <a:latin typeface="Calibri" panose="020F0502020204030204"/>
                <a:cs typeface="Calibri" panose="020F0502020204030204"/>
              </a:rPr>
              <a:t> </a:t>
            </a:r>
            <a:r>
              <a:rPr sz="2400" dirty="0">
                <a:latin typeface="Calibri" panose="020F0502020204030204"/>
                <a:cs typeface="Calibri" panose="020F0502020204030204"/>
              </a:rPr>
              <a:t>table</a:t>
            </a:r>
            <a:r>
              <a:rPr sz="2400" spc="-55" dirty="0">
                <a:latin typeface="Calibri" panose="020F0502020204030204"/>
                <a:cs typeface="Calibri" panose="020F0502020204030204"/>
              </a:rPr>
              <a:t> </a:t>
            </a:r>
            <a:r>
              <a:rPr sz="2400" dirty="0">
                <a:latin typeface="Calibri" panose="020F0502020204030204"/>
                <a:cs typeface="Calibri" panose="020F0502020204030204"/>
              </a:rPr>
              <a:t>already</a:t>
            </a:r>
            <a:r>
              <a:rPr sz="2400" spc="-60" dirty="0">
                <a:latin typeface="Calibri" panose="020F0502020204030204"/>
                <a:cs typeface="Calibri" panose="020F0502020204030204"/>
              </a:rPr>
              <a:t> </a:t>
            </a:r>
            <a:r>
              <a:rPr sz="2400" spc="-10" dirty="0">
                <a:latin typeface="Calibri" panose="020F0502020204030204"/>
                <a:cs typeface="Calibri" panose="020F0502020204030204"/>
              </a:rPr>
              <a:t>exists:</a:t>
            </a:r>
            <a:endParaRPr sz="2400">
              <a:latin typeface="Calibri" panose="020F0502020204030204"/>
              <a:cs typeface="Calibri" panose="020F0502020204030204"/>
            </a:endParaRPr>
          </a:p>
          <a:p>
            <a:pPr marL="12700">
              <a:lnSpc>
                <a:spcPct val="100000"/>
              </a:lnSpc>
            </a:pPr>
            <a:r>
              <a:rPr sz="2400" b="1" dirty="0">
                <a:latin typeface="Calibri" panose="020F0502020204030204"/>
                <a:cs typeface="Calibri" panose="020F0502020204030204"/>
              </a:rPr>
              <a:t>overwrite</a:t>
            </a:r>
            <a:r>
              <a:rPr sz="2400" dirty="0">
                <a:latin typeface="Calibri" panose="020F0502020204030204"/>
                <a:cs typeface="Calibri" panose="020F0502020204030204"/>
              </a:rPr>
              <a:t>,</a:t>
            </a:r>
            <a:r>
              <a:rPr sz="2400" spc="-65" dirty="0">
                <a:latin typeface="Calibri" panose="020F0502020204030204"/>
                <a:cs typeface="Calibri" panose="020F0502020204030204"/>
              </a:rPr>
              <a:t> </a:t>
            </a:r>
            <a:r>
              <a:rPr sz="2400" b="1" dirty="0">
                <a:latin typeface="Calibri" panose="020F0502020204030204"/>
                <a:cs typeface="Calibri" panose="020F0502020204030204"/>
              </a:rPr>
              <a:t>append</a:t>
            </a: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ignore</a:t>
            </a:r>
            <a:r>
              <a:rPr sz="2400" b="1" spc="-80" dirty="0">
                <a:latin typeface="Calibri" panose="020F0502020204030204"/>
                <a:cs typeface="Calibri" panose="020F0502020204030204"/>
              </a:rPr>
              <a:t> </a:t>
            </a:r>
            <a:r>
              <a:rPr sz="2400" dirty="0">
                <a:latin typeface="Calibri" panose="020F0502020204030204"/>
                <a:cs typeface="Calibri" panose="020F0502020204030204"/>
              </a:rPr>
              <a:t>or</a:t>
            </a:r>
            <a:r>
              <a:rPr sz="2400" spc="-65" dirty="0">
                <a:latin typeface="Calibri" panose="020F0502020204030204"/>
                <a:cs typeface="Calibri" panose="020F0502020204030204"/>
              </a:rPr>
              <a:t> </a:t>
            </a:r>
            <a:r>
              <a:rPr sz="2400" b="1" dirty="0">
                <a:latin typeface="Calibri" panose="020F0502020204030204"/>
                <a:cs typeface="Calibri" panose="020F0502020204030204"/>
              </a:rPr>
              <a:t>error</a:t>
            </a:r>
            <a:r>
              <a:rPr sz="2400" b="1" spc="-80" dirty="0">
                <a:latin typeface="Calibri" panose="020F0502020204030204"/>
                <a:cs typeface="Calibri" panose="020F0502020204030204"/>
              </a:rPr>
              <a:t> </a:t>
            </a:r>
            <a:r>
              <a:rPr sz="2400" dirty="0">
                <a:latin typeface="Calibri" panose="020F0502020204030204"/>
                <a:cs typeface="Calibri" panose="020F0502020204030204"/>
              </a:rPr>
              <a:t>(default</a:t>
            </a:r>
            <a:r>
              <a:rPr sz="2400" spc="-60" dirty="0">
                <a:latin typeface="Calibri" panose="020F0502020204030204"/>
                <a:cs typeface="Calibri" panose="020F0502020204030204"/>
              </a:rPr>
              <a:t> </a:t>
            </a:r>
            <a:r>
              <a:rPr sz="2400" dirty="0">
                <a:latin typeface="Calibri" panose="020F0502020204030204"/>
                <a:cs typeface="Calibri" panose="020F0502020204030204"/>
              </a:rPr>
              <a:t>is</a:t>
            </a:r>
            <a:r>
              <a:rPr sz="2400" spc="-70" dirty="0">
                <a:latin typeface="Calibri" panose="020F0502020204030204"/>
                <a:cs typeface="Calibri" panose="020F0502020204030204"/>
              </a:rPr>
              <a:t> </a:t>
            </a:r>
            <a:r>
              <a:rPr sz="2400" b="1" spc="-10" dirty="0">
                <a:latin typeface="Calibri" panose="020F0502020204030204"/>
                <a:cs typeface="Calibri" panose="020F0502020204030204"/>
              </a:rPr>
              <a:t>error</a:t>
            </a:r>
            <a:r>
              <a:rPr sz="2400" spc="-10" dirty="0">
                <a:latin typeface="Calibri" panose="020F0502020204030204"/>
                <a:cs typeface="Calibri" panose="020F0502020204030204"/>
              </a:rPr>
              <a:t>)</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partitionBy</a:t>
            </a:r>
            <a:r>
              <a:rPr sz="2400" b="1" spc="-60" dirty="0">
                <a:latin typeface="Calibri" panose="020F0502020204030204"/>
                <a:cs typeface="Calibri" panose="020F0502020204030204"/>
              </a:rPr>
              <a:t> </a:t>
            </a:r>
            <a:r>
              <a:rPr sz="2400" dirty="0">
                <a:latin typeface="Calibri" panose="020F0502020204030204"/>
                <a:cs typeface="Calibri" panose="020F0502020204030204"/>
              </a:rPr>
              <a:t>stores</a:t>
            </a:r>
            <a:r>
              <a:rPr sz="2400" spc="-65" dirty="0">
                <a:latin typeface="Calibri" panose="020F0502020204030204"/>
                <a:cs typeface="Calibri" panose="020F0502020204030204"/>
              </a:rPr>
              <a:t> </a:t>
            </a:r>
            <a:r>
              <a:rPr sz="2400" dirty="0">
                <a:latin typeface="Calibri" panose="020F0502020204030204"/>
                <a:cs typeface="Calibri" panose="020F0502020204030204"/>
              </a:rPr>
              <a:t>data</a:t>
            </a:r>
            <a:r>
              <a:rPr sz="2400" spc="-80" dirty="0">
                <a:latin typeface="Calibri" panose="020F0502020204030204"/>
                <a:cs typeface="Calibri" panose="020F0502020204030204"/>
              </a:rPr>
              <a:t> </a:t>
            </a:r>
            <a:r>
              <a:rPr sz="2400" dirty="0">
                <a:latin typeface="Calibri" panose="020F0502020204030204"/>
                <a:cs typeface="Calibri" panose="020F0502020204030204"/>
              </a:rPr>
              <a:t>in</a:t>
            </a:r>
            <a:r>
              <a:rPr sz="2400" spc="-65" dirty="0">
                <a:latin typeface="Calibri" panose="020F0502020204030204"/>
                <a:cs typeface="Calibri" panose="020F0502020204030204"/>
              </a:rPr>
              <a:t> </a:t>
            </a:r>
            <a:r>
              <a:rPr sz="2400" dirty="0">
                <a:latin typeface="Calibri" panose="020F0502020204030204"/>
                <a:cs typeface="Calibri" panose="020F0502020204030204"/>
              </a:rPr>
              <a:t>partitioned</a:t>
            </a:r>
            <a:r>
              <a:rPr sz="2400" spc="-80" dirty="0">
                <a:latin typeface="Calibri" panose="020F0502020204030204"/>
                <a:cs typeface="Calibri" panose="020F0502020204030204"/>
              </a:rPr>
              <a:t> </a:t>
            </a:r>
            <a:r>
              <a:rPr sz="2400" spc="-10" dirty="0">
                <a:latin typeface="Calibri" panose="020F0502020204030204"/>
                <a:cs typeface="Calibri" panose="020F0502020204030204"/>
              </a:rPr>
              <a:t>directories</a:t>
            </a:r>
            <a:r>
              <a:rPr sz="2400" spc="-75" dirty="0">
                <a:latin typeface="Calibri" panose="020F0502020204030204"/>
                <a:cs typeface="Calibri" panose="020F0502020204030204"/>
              </a:rPr>
              <a:t> </a:t>
            </a:r>
            <a:r>
              <a:rPr sz="2400" dirty="0">
                <a:latin typeface="Calibri" panose="020F0502020204030204"/>
                <a:cs typeface="Calibri" panose="020F0502020204030204"/>
              </a:rPr>
              <a:t>in</a:t>
            </a:r>
            <a:r>
              <a:rPr sz="2400" spc="-70" dirty="0">
                <a:latin typeface="Calibri" panose="020F0502020204030204"/>
                <a:cs typeface="Calibri" panose="020F0502020204030204"/>
              </a:rPr>
              <a:t> </a:t>
            </a:r>
            <a:r>
              <a:rPr sz="2400" dirty="0">
                <a:latin typeface="Calibri" panose="020F0502020204030204"/>
                <a:cs typeface="Calibri" panose="020F0502020204030204"/>
              </a:rPr>
              <a:t>the</a:t>
            </a:r>
            <a:r>
              <a:rPr sz="2400" spc="-65" dirty="0">
                <a:latin typeface="Calibri" panose="020F0502020204030204"/>
                <a:cs typeface="Calibri" panose="020F0502020204030204"/>
              </a:rPr>
              <a:t> </a:t>
            </a:r>
            <a:r>
              <a:rPr sz="2400" spc="-20" dirty="0">
                <a:latin typeface="Calibri" panose="020F0502020204030204"/>
                <a:cs typeface="Calibri" panose="020F0502020204030204"/>
              </a:rPr>
              <a:t>form</a:t>
            </a:r>
            <a:endParaRPr sz="2400">
              <a:latin typeface="Calibri" panose="020F0502020204030204"/>
              <a:cs typeface="Calibri" panose="020F0502020204030204"/>
            </a:endParaRPr>
          </a:p>
          <a:p>
            <a:pPr marL="12700">
              <a:lnSpc>
                <a:spcPct val="100000"/>
              </a:lnSpc>
              <a:spcBef>
                <a:spcPts val="5"/>
              </a:spcBef>
            </a:pPr>
            <a:r>
              <a:rPr sz="2400" b="1" i="1" dirty="0">
                <a:latin typeface="Calibri" panose="020F0502020204030204"/>
                <a:cs typeface="Calibri" panose="020F0502020204030204"/>
              </a:rPr>
              <a:t>column</a:t>
            </a:r>
            <a:r>
              <a:rPr sz="2400" b="1" dirty="0">
                <a:latin typeface="Calibri" panose="020F0502020204030204"/>
                <a:cs typeface="Calibri" panose="020F0502020204030204"/>
              </a:rPr>
              <a:t>=</a:t>
            </a:r>
            <a:r>
              <a:rPr sz="2400" b="1" i="1" dirty="0">
                <a:latin typeface="Calibri" panose="020F0502020204030204"/>
                <a:cs typeface="Calibri" panose="020F0502020204030204"/>
              </a:rPr>
              <a:t>value</a:t>
            </a:r>
            <a:r>
              <a:rPr sz="2400" b="1" i="1" spc="-75" dirty="0">
                <a:latin typeface="Calibri" panose="020F0502020204030204"/>
                <a:cs typeface="Calibri" panose="020F0502020204030204"/>
              </a:rPr>
              <a:t> </a:t>
            </a:r>
            <a:r>
              <a:rPr sz="2400" dirty="0">
                <a:latin typeface="Calibri" panose="020F0502020204030204"/>
                <a:cs typeface="Calibri" panose="020F0502020204030204"/>
              </a:rPr>
              <a:t>(as</a:t>
            </a:r>
            <a:r>
              <a:rPr sz="2400" spc="-60" dirty="0">
                <a:latin typeface="Calibri" panose="020F0502020204030204"/>
                <a:cs typeface="Calibri" panose="020F0502020204030204"/>
              </a:rPr>
              <a:t> </a:t>
            </a:r>
            <a:r>
              <a:rPr sz="2400" dirty="0">
                <a:latin typeface="Calibri" panose="020F0502020204030204"/>
                <a:cs typeface="Calibri" panose="020F0502020204030204"/>
              </a:rPr>
              <a:t>with</a:t>
            </a:r>
            <a:r>
              <a:rPr sz="2400" spc="-55" dirty="0">
                <a:latin typeface="Calibri" panose="020F0502020204030204"/>
                <a:cs typeface="Calibri" panose="020F0502020204030204"/>
              </a:rPr>
              <a:t> </a:t>
            </a:r>
            <a:r>
              <a:rPr sz="2400" dirty="0">
                <a:latin typeface="Calibri" panose="020F0502020204030204"/>
                <a:cs typeface="Calibri" panose="020F0502020204030204"/>
              </a:rPr>
              <a:t>Hive/Impala</a:t>
            </a:r>
            <a:r>
              <a:rPr sz="2400" spc="-65" dirty="0">
                <a:latin typeface="Calibri" panose="020F0502020204030204"/>
                <a:cs typeface="Calibri" panose="020F0502020204030204"/>
              </a:rPr>
              <a:t> </a:t>
            </a:r>
            <a:r>
              <a:rPr sz="2400" spc="-10" dirty="0">
                <a:latin typeface="Calibri" panose="020F0502020204030204"/>
                <a:cs typeface="Calibri" panose="020F0502020204030204"/>
              </a:rPr>
              <a:t>partitioning)</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options</a:t>
            </a:r>
            <a:r>
              <a:rPr sz="2400" b="1" spc="-65" dirty="0">
                <a:latin typeface="Calibri" panose="020F0502020204030204"/>
                <a:cs typeface="Calibri" panose="020F0502020204030204"/>
              </a:rPr>
              <a:t> </a:t>
            </a:r>
            <a:r>
              <a:rPr sz="2400" dirty="0">
                <a:latin typeface="Calibri" panose="020F0502020204030204"/>
                <a:cs typeface="Calibri" panose="020F0502020204030204"/>
              </a:rPr>
              <a:t>specifies</a:t>
            </a:r>
            <a:r>
              <a:rPr sz="2400" spc="-70" dirty="0">
                <a:latin typeface="Calibri" panose="020F0502020204030204"/>
                <a:cs typeface="Calibri" panose="020F0502020204030204"/>
              </a:rPr>
              <a:t> </a:t>
            </a:r>
            <a:r>
              <a:rPr sz="2400" spc="-10" dirty="0">
                <a:latin typeface="Calibri" panose="020F0502020204030204"/>
                <a:cs typeface="Calibri" panose="020F0502020204030204"/>
              </a:rPr>
              <a:t>properties</a:t>
            </a:r>
            <a:r>
              <a:rPr sz="2400" spc="-80" dirty="0">
                <a:latin typeface="Calibri" panose="020F0502020204030204"/>
                <a:cs typeface="Calibri" panose="020F0502020204030204"/>
              </a:rPr>
              <a:t> </a:t>
            </a:r>
            <a:r>
              <a:rPr sz="2400" dirty="0">
                <a:latin typeface="Calibri" panose="020F0502020204030204"/>
                <a:cs typeface="Calibri" panose="020F0502020204030204"/>
              </a:rPr>
              <a:t>for</a:t>
            </a:r>
            <a:r>
              <a:rPr sz="2400" spc="-60" dirty="0">
                <a:latin typeface="Calibri" panose="020F0502020204030204"/>
                <a:cs typeface="Calibri" panose="020F0502020204030204"/>
              </a:rPr>
              <a:t> </a:t>
            </a:r>
            <a:r>
              <a:rPr sz="2400" dirty="0">
                <a:latin typeface="Calibri" panose="020F0502020204030204"/>
                <a:cs typeface="Calibri" panose="020F0502020204030204"/>
              </a:rPr>
              <a:t>the</a:t>
            </a:r>
            <a:r>
              <a:rPr sz="2400" spc="-65" dirty="0">
                <a:latin typeface="Calibri" panose="020F0502020204030204"/>
                <a:cs typeface="Calibri" panose="020F0502020204030204"/>
              </a:rPr>
              <a:t> </a:t>
            </a:r>
            <a:r>
              <a:rPr sz="2400" spc="-10" dirty="0">
                <a:latin typeface="Calibri" panose="020F0502020204030204"/>
                <a:cs typeface="Calibri" panose="020F0502020204030204"/>
              </a:rPr>
              <a:t>target</a:t>
            </a:r>
            <a:r>
              <a:rPr sz="2400" spc="-85" dirty="0">
                <a:latin typeface="Calibri" panose="020F0502020204030204"/>
                <a:cs typeface="Calibri" panose="020F0502020204030204"/>
              </a:rPr>
              <a:t> </a:t>
            </a:r>
            <a:r>
              <a:rPr sz="2400" dirty="0">
                <a:latin typeface="Calibri" panose="020F0502020204030204"/>
                <a:cs typeface="Calibri" panose="020F0502020204030204"/>
              </a:rPr>
              <a:t>data</a:t>
            </a:r>
            <a:r>
              <a:rPr sz="2400" spc="-75" dirty="0">
                <a:latin typeface="Calibri" panose="020F0502020204030204"/>
                <a:cs typeface="Calibri" panose="020F0502020204030204"/>
              </a:rPr>
              <a:t> </a:t>
            </a:r>
            <a:r>
              <a:rPr sz="2400" spc="-10" dirty="0">
                <a:latin typeface="Calibri" panose="020F0502020204030204"/>
                <a:cs typeface="Calibri" panose="020F0502020204030204"/>
              </a:rPr>
              <a:t>source</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b="1" dirty="0">
                <a:latin typeface="Calibri" panose="020F0502020204030204"/>
                <a:cs typeface="Calibri" panose="020F0502020204030204"/>
              </a:rPr>
              <a:t>save</a:t>
            </a:r>
            <a:r>
              <a:rPr sz="2400" b="1" spc="-45" dirty="0">
                <a:latin typeface="Calibri" panose="020F0502020204030204"/>
                <a:cs typeface="Calibri" panose="020F0502020204030204"/>
              </a:rPr>
              <a:t> </a:t>
            </a:r>
            <a:r>
              <a:rPr sz="2400" dirty="0">
                <a:latin typeface="Calibri" panose="020F0502020204030204"/>
                <a:cs typeface="Calibri" panose="020F0502020204030204"/>
              </a:rPr>
              <a:t>is</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dirty="0">
                <a:latin typeface="Calibri" panose="020F0502020204030204"/>
                <a:cs typeface="Calibri" panose="020F0502020204030204"/>
              </a:rPr>
              <a:t>generic</a:t>
            </a:r>
            <a:r>
              <a:rPr sz="2400" spc="-40" dirty="0">
                <a:latin typeface="Calibri" panose="020F0502020204030204"/>
                <a:cs typeface="Calibri" panose="020F0502020204030204"/>
              </a:rPr>
              <a:t> </a:t>
            </a:r>
            <a:r>
              <a:rPr sz="2400" dirty="0">
                <a:latin typeface="Calibri" panose="020F0502020204030204"/>
                <a:cs typeface="Calibri" panose="020F0502020204030204"/>
              </a:rPr>
              <a:t>base</a:t>
            </a:r>
            <a:r>
              <a:rPr sz="2400" spc="-40" dirty="0">
                <a:latin typeface="Calibri" panose="020F0502020204030204"/>
                <a:cs typeface="Calibri" panose="020F0502020204030204"/>
              </a:rPr>
              <a:t> </a:t>
            </a:r>
            <a:r>
              <a:rPr sz="2400" dirty="0">
                <a:latin typeface="Calibri" panose="020F0502020204030204"/>
                <a:cs typeface="Calibri" panose="020F0502020204030204"/>
              </a:rPr>
              <a:t>function</a:t>
            </a:r>
            <a:r>
              <a:rPr sz="2400" spc="-45" dirty="0">
                <a:latin typeface="Calibri" panose="020F0502020204030204"/>
                <a:cs typeface="Calibri" panose="020F0502020204030204"/>
              </a:rPr>
              <a:t> </a:t>
            </a:r>
            <a:r>
              <a:rPr sz="2400" dirty="0">
                <a:latin typeface="Calibri" panose="020F0502020204030204"/>
                <a:cs typeface="Calibri" panose="020F0502020204030204"/>
              </a:rPr>
              <a:t>to</a:t>
            </a:r>
            <a:r>
              <a:rPr sz="2400" spc="-65" dirty="0">
                <a:latin typeface="Calibri" panose="020F0502020204030204"/>
                <a:cs typeface="Calibri" panose="020F0502020204030204"/>
              </a:rPr>
              <a:t> </a:t>
            </a:r>
            <a:r>
              <a:rPr sz="2400" dirty="0">
                <a:latin typeface="Calibri" panose="020F0502020204030204"/>
                <a:cs typeface="Calibri" panose="020F0502020204030204"/>
              </a:rPr>
              <a:t>write</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spc="-20" dirty="0">
                <a:latin typeface="Calibri" panose="020F0502020204030204"/>
                <a:cs typeface="Calibri" panose="020F0502020204030204"/>
              </a:rPr>
              <a:t>data</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2639648" y="4551986"/>
            <a:ext cx="3925982" cy="1969082"/>
          </a:xfrm>
          <a:prstGeom prst="rect">
            <a:avLst/>
          </a:prstGeom>
        </p:spPr>
      </p:pic>
      <p:pic>
        <p:nvPicPr>
          <p:cNvPr id="5" name="Picture 4" descr="wingspan_logo.png"/>
          <p:cNvPicPr>
            <a:picLocks noChangeAspect="1"/>
          </p:cNvPicPr>
          <p:nvPr/>
        </p:nvPicPr>
        <p:blipFill>
          <a:blip r:embed="rId3"/>
          <a:stretch>
            <a:fillRect/>
          </a:stretch>
        </p:blipFill>
        <p:spPr>
          <a:xfrm>
            <a:off x="8394192" y="-46653"/>
            <a:ext cx="749808" cy="630936"/>
          </a:xfrm>
          <a:prstGeom prst="rect">
            <a:avLst/>
          </a:prstGeom>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508760">
              <a:lnSpc>
                <a:spcPct val="100000"/>
              </a:lnSpc>
              <a:spcBef>
                <a:spcPts val="105"/>
              </a:spcBef>
            </a:pPr>
            <a:r>
              <a:rPr spc="-10" dirty="0"/>
              <a:t>DataFrames</a:t>
            </a:r>
            <a:r>
              <a:rPr spc="-125" dirty="0"/>
              <a:t> </a:t>
            </a:r>
            <a:r>
              <a:rPr dirty="0"/>
              <a:t>and</a:t>
            </a:r>
            <a:r>
              <a:rPr spc="-85" dirty="0"/>
              <a:t> </a:t>
            </a:r>
            <a:r>
              <a:rPr spc="-20" dirty="0"/>
              <a:t>RDDs</a:t>
            </a:r>
          </a:p>
        </p:txBody>
      </p:sp>
      <p:sp>
        <p:nvSpPr>
          <p:cNvPr id="3" name="object 3"/>
          <p:cNvSpPr txBox="1"/>
          <p:nvPr/>
        </p:nvSpPr>
        <p:spPr>
          <a:xfrm>
            <a:off x="1069644" y="1613661"/>
            <a:ext cx="4481830" cy="112331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spc="-10" dirty="0">
                <a:latin typeface="Calibri" panose="020F0502020204030204"/>
                <a:cs typeface="Calibri" panose="020F0502020204030204"/>
              </a:rPr>
              <a:t>DataFrames</a:t>
            </a:r>
            <a:r>
              <a:rPr sz="2400" b="1" spc="-35" dirty="0">
                <a:latin typeface="Calibri" panose="020F0502020204030204"/>
                <a:cs typeface="Calibri" panose="020F0502020204030204"/>
              </a:rPr>
              <a:t> </a:t>
            </a:r>
            <a:r>
              <a:rPr sz="2400" b="1" dirty="0">
                <a:latin typeface="Calibri" panose="020F0502020204030204"/>
                <a:cs typeface="Calibri" panose="020F0502020204030204"/>
              </a:rPr>
              <a:t>are</a:t>
            </a:r>
            <a:r>
              <a:rPr sz="2400" b="1" spc="-55" dirty="0">
                <a:latin typeface="Calibri" panose="020F0502020204030204"/>
                <a:cs typeface="Calibri" panose="020F0502020204030204"/>
              </a:rPr>
              <a:t> </a:t>
            </a:r>
            <a:r>
              <a:rPr sz="2400" b="1" dirty="0">
                <a:latin typeface="Calibri" panose="020F0502020204030204"/>
                <a:cs typeface="Calibri" panose="020F0502020204030204"/>
              </a:rPr>
              <a:t>built</a:t>
            </a:r>
            <a:r>
              <a:rPr sz="2400" b="1" spc="-45" dirty="0">
                <a:latin typeface="Calibri" panose="020F0502020204030204"/>
                <a:cs typeface="Calibri" panose="020F0502020204030204"/>
              </a:rPr>
              <a:t> </a:t>
            </a:r>
            <a:r>
              <a:rPr sz="2400" b="1" dirty="0">
                <a:latin typeface="Calibri" panose="020F0502020204030204"/>
                <a:cs typeface="Calibri" panose="020F0502020204030204"/>
              </a:rPr>
              <a:t>on</a:t>
            </a:r>
            <a:r>
              <a:rPr sz="2400" b="1" spc="-35" dirty="0">
                <a:latin typeface="Calibri" panose="020F0502020204030204"/>
                <a:cs typeface="Calibri" panose="020F0502020204030204"/>
              </a:rPr>
              <a:t> </a:t>
            </a:r>
            <a:r>
              <a:rPr sz="2400" b="1" spc="-20" dirty="0">
                <a:latin typeface="Calibri" panose="020F0502020204030204"/>
                <a:cs typeface="Calibri" panose="020F0502020204030204"/>
              </a:rPr>
              <a:t>RDDs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Base</a:t>
            </a:r>
            <a:r>
              <a:rPr sz="2400" spc="-55" dirty="0">
                <a:latin typeface="Calibri" panose="020F0502020204030204"/>
                <a:cs typeface="Calibri" panose="020F0502020204030204"/>
              </a:rPr>
              <a:t> </a:t>
            </a:r>
            <a:r>
              <a:rPr sz="2400" dirty="0">
                <a:latin typeface="Calibri" panose="020F0502020204030204"/>
                <a:cs typeface="Calibri" panose="020F0502020204030204"/>
              </a:rPr>
              <a:t>RDDs</a:t>
            </a:r>
            <a:r>
              <a:rPr sz="2400" spc="-55" dirty="0">
                <a:latin typeface="Calibri" panose="020F0502020204030204"/>
                <a:cs typeface="Calibri" panose="020F0502020204030204"/>
              </a:rPr>
              <a:t> </a:t>
            </a:r>
            <a:r>
              <a:rPr sz="2400" dirty="0">
                <a:latin typeface="Calibri" panose="020F0502020204030204"/>
                <a:cs typeface="Calibri" panose="020F0502020204030204"/>
              </a:rPr>
              <a:t>contain</a:t>
            </a:r>
            <a:r>
              <a:rPr sz="2400" spc="-55" dirty="0">
                <a:latin typeface="Calibri" panose="020F0502020204030204"/>
                <a:cs typeface="Calibri" panose="020F0502020204030204"/>
              </a:rPr>
              <a:t> </a:t>
            </a:r>
            <a:r>
              <a:rPr sz="2400" b="1" spc="-10" dirty="0">
                <a:latin typeface="Calibri" panose="020F0502020204030204"/>
                <a:cs typeface="Calibri" panose="020F0502020204030204"/>
              </a:rPr>
              <a:t>Row</a:t>
            </a:r>
            <a:r>
              <a:rPr sz="2400" spc="-10" dirty="0">
                <a:latin typeface="Calibri" panose="020F0502020204030204"/>
                <a:cs typeface="Calibri" panose="020F0502020204030204"/>
              </a:rPr>
              <a:t>objects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Use</a:t>
            </a:r>
            <a:r>
              <a:rPr sz="2400" spc="-40" dirty="0">
                <a:latin typeface="Calibri" panose="020F0502020204030204"/>
                <a:cs typeface="Calibri" panose="020F0502020204030204"/>
              </a:rPr>
              <a:t> </a:t>
            </a:r>
            <a:r>
              <a:rPr sz="2400" b="1" dirty="0">
                <a:latin typeface="Calibri" panose="020F0502020204030204"/>
                <a:cs typeface="Calibri" panose="020F0502020204030204"/>
              </a:rPr>
              <a:t>rdd</a:t>
            </a:r>
            <a:r>
              <a:rPr sz="2400" b="1" spc="-50" dirty="0">
                <a:latin typeface="Calibri" panose="020F0502020204030204"/>
                <a:cs typeface="Calibri" panose="020F0502020204030204"/>
              </a:rPr>
              <a:t> </a:t>
            </a:r>
            <a:r>
              <a:rPr sz="2400" dirty="0">
                <a:latin typeface="Calibri" panose="020F0502020204030204"/>
                <a:cs typeface="Calibri" panose="020F0502020204030204"/>
              </a:rPr>
              <a:t>to</a:t>
            </a:r>
            <a:r>
              <a:rPr sz="2400" spc="-60" dirty="0">
                <a:latin typeface="Calibri" panose="020F0502020204030204"/>
                <a:cs typeface="Calibri" panose="020F0502020204030204"/>
              </a:rPr>
              <a:t> </a:t>
            </a:r>
            <a:r>
              <a:rPr sz="2400" dirty="0">
                <a:latin typeface="Calibri" panose="020F0502020204030204"/>
                <a:cs typeface="Calibri" panose="020F0502020204030204"/>
              </a:rPr>
              <a:t>get</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dirty="0">
                <a:latin typeface="Calibri" panose="020F0502020204030204"/>
                <a:cs typeface="Calibri" panose="020F0502020204030204"/>
              </a:rPr>
              <a:t>underlying</a:t>
            </a:r>
            <a:r>
              <a:rPr sz="2400" spc="-35" dirty="0">
                <a:latin typeface="Calibri" panose="020F0502020204030204"/>
                <a:cs typeface="Calibri" panose="020F0502020204030204"/>
              </a:rPr>
              <a:t> </a:t>
            </a:r>
            <a:r>
              <a:rPr sz="2400" spc="-25" dirty="0">
                <a:latin typeface="Calibri" panose="020F0502020204030204"/>
                <a:cs typeface="Calibri" panose="020F0502020204030204"/>
              </a:rPr>
              <a:t>RDD</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2018147" y="3082444"/>
            <a:ext cx="6395276" cy="3053772"/>
          </a:xfrm>
          <a:prstGeom prst="rect">
            <a:avLst/>
          </a:prstGeom>
        </p:spPr>
      </p:pic>
      <p:pic>
        <p:nvPicPr>
          <p:cNvPr id="5" name="Picture 4" descr="wingspan_logo.png"/>
          <p:cNvPicPr>
            <a:picLocks noChangeAspect="1"/>
          </p:cNvPicPr>
          <p:nvPr/>
        </p:nvPicPr>
        <p:blipFill>
          <a:blip r:embed="rId3"/>
          <a:stretch>
            <a:fillRect/>
          </a:stretch>
        </p:blipFill>
        <p:spPr>
          <a:xfrm>
            <a:off x="8379211" y="14631"/>
            <a:ext cx="749808" cy="630936"/>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508760">
              <a:lnSpc>
                <a:spcPct val="100000"/>
              </a:lnSpc>
              <a:spcBef>
                <a:spcPts val="105"/>
              </a:spcBef>
            </a:pPr>
            <a:r>
              <a:rPr spc="-10" dirty="0"/>
              <a:t>DataFrames</a:t>
            </a:r>
            <a:r>
              <a:rPr spc="-125" dirty="0"/>
              <a:t> </a:t>
            </a:r>
            <a:r>
              <a:rPr dirty="0"/>
              <a:t>and</a:t>
            </a:r>
            <a:r>
              <a:rPr spc="-85" dirty="0"/>
              <a:t> </a:t>
            </a:r>
            <a:r>
              <a:rPr spc="-20" dirty="0"/>
              <a:t>RDDs</a:t>
            </a:r>
          </a:p>
        </p:txBody>
      </p:sp>
      <p:sp>
        <p:nvSpPr>
          <p:cNvPr id="3" name="object 3"/>
          <p:cNvSpPr txBox="1"/>
          <p:nvPr/>
        </p:nvSpPr>
        <p:spPr>
          <a:xfrm>
            <a:off x="535940" y="1537461"/>
            <a:ext cx="7531734" cy="3673475"/>
          </a:xfrm>
          <a:prstGeom prst="rect">
            <a:avLst/>
          </a:prstGeom>
        </p:spPr>
        <p:txBody>
          <a:bodyPr vert="horz" wrap="square" lIns="0" tIns="12700" rIns="0" bIns="0" rtlCol="0">
            <a:spAutoFit/>
          </a:bodyPr>
          <a:lstStyle/>
          <a:p>
            <a:pPr marL="12700" marR="1018540">
              <a:lnSpc>
                <a:spcPct val="100000"/>
              </a:lnSpc>
              <a:spcBef>
                <a:spcPts val="100"/>
              </a:spcBef>
            </a:pPr>
            <a:r>
              <a:rPr sz="1800" dirty="0">
                <a:latin typeface="Calibri" panose="020F0502020204030204"/>
                <a:cs typeface="Calibri" panose="020F0502020204030204"/>
              </a:rPr>
              <a:t>§</a:t>
            </a:r>
            <a:r>
              <a:rPr sz="1800" spc="-40" dirty="0">
                <a:latin typeface="Calibri" panose="020F0502020204030204"/>
                <a:cs typeface="Calibri" panose="020F0502020204030204"/>
              </a:rPr>
              <a:t> </a:t>
            </a:r>
            <a:r>
              <a:rPr sz="2400" b="1" dirty="0">
                <a:latin typeface="Calibri" panose="020F0502020204030204"/>
                <a:cs typeface="Calibri" panose="020F0502020204030204"/>
              </a:rPr>
              <a:t>Row</a:t>
            </a:r>
            <a:r>
              <a:rPr sz="2400" b="1" spc="-65" dirty="0">
                <a:latin typeface="Calibri" panose="020F0502020204030204"/>
                <a:cs typeface="Calibri" panose="020F0502020204030204"/>
              </a:rPr>
              <a:t> </a:t>
            </a:r>
            <a:r>
              <a:rPr sz="2400" b="1" dirty="0">
                <a:latin typeface="Calibri" panose="020F0502020204030204"/>
                <a:cs typeface="Calibri" panose="020F0502020204030204"/>
              </a:rPr>
              <a:t>RDDs</a:t>
            </a:r>
            <a:r>
              <a:rPr sz="2400" b="1" spc="-45" dirty="0">
                <a:latin typeface="Calibri" panose="020F0502020204030204"/>
                <a:cs typeface="Calibri" panose="020F0502020204030204"/>
              </a:rPr>
              <a:t> </a:t>
            </a:r>
            <a:r>
              <a:rPr sz="2400" b="1" dirty="0">
                <a:latin typeface="Calibri" panose="020F0502020204030204"/>
                <a:cs typeface="Calibri" panose="020F0502020204030204"/>
              </a:rPr>
              <a:t>have</a:t>
            </a:r>
            <a:r>
              <a:rPr sz="2400" b="1" spc="-55" dirty="0">
                <a:latin typeface="Calibri" panose="020F0502020204030204"/>
                <a:cs typeface="Calibri" panose="020F0502020204030204"/>
              </a:rPr>
              <a:t> </a:t>
            </a:r>
            <a:r>
              <a:rPr sz="2400" b="1" dirty="0">
                <a:latin typeface="Calibri" panose="020F0502020204030204"/>
                <a:cs typeface="Calibri" panose="020F0502020204030204"/>
              </a:rPr>
              <a:t>all</a:t>
            </a:r>
            <a:r>
              <a:rPr sz="2400" b="1" spc="-60" dirty="0">
                <a:latin typeface="Calibri" panose="020F0502020204030204"/>
                <a:cs typeface="Calibri" panose="020F0502020204030204"/>
              </a:rPr>
              <a:t> </a:t>
            </a:r>
            <a:r>
              <a:rPr sz="2400" b="1" dirty="0">
                <a:latin typeface="Calibri" panose="020F0502020204030204"/>
                <a:cs typeface="Calibri" panose="020F0502020204030204"/>
              </a:rPr>
              <a:t>the</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standard</a:t>
            </a:r>
            <a:r>
              <a:rPr sz="2400" b="1" spc="-4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50" dirty="0">
                <a:latin typeface="Calibri" panose="020F0502020204030204"/>
                <a:cs typeface="Calibri" panose="020F0502020204030204"/>
              </a:rPr>
              <a:t> </a:t>
            </a:r>
            <a:r>
              <a:rPr sz="2400" b="1" dirty="0">
                <a:latin typeface="Calibri" panose="020F0502020204030204"/>
                <a:cs typeface="Calibri" panose="020F0502020204030204"/>
              </a:rPr>
              <a:t>actions</a:t>
            </a:r>
            <a:r>
              <a:rPr sz="2400" b="1" spc="-65" dirty="0">
                <a:latin typeface="Calibri" panose="020F0502020204030204"/>
                <a:cs typeface="Calibri" panose="020F0502020204030204"/>
              </a:rPr>
              <a:t> </a:t>
            </a:r>
            <a:r>
              <a:rPr sz="2400" b="1" spc="-25" dirty="0">
                <a:latin typeface="Calibri" panose="020F0502020204030204"/>
                <a:cs typeface="Calibri" panose="020F0502020204030204"/>
              </a:rPr>
              <a:t>and </a:t>
            </a:r>
            <a:r>
              <a:rPr sz="2400" b="1" spc="-10" dirty="0">
                <a:latin typeface="Calibri" panose="020F0502020204030204"/>
                <a:cs typeface="Calibri" panose="020F0502020204030204"/>
              </a:rPr>
              <a:t>transformations</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Actions:</a:t>
            </a:r>
            <a:r>
              <a:rPr sz="2400" spc="-70" dirty="0">
                <a:latin typeface="Calibri" panose="020F0502020204030204"/>
                <a:cs typeface="Calibri" panose="020F0502020204030204"/>
              </a:rPr>
              <a:t> </a:t>
            </a:r>
            <a:r>
              <a:rPr sz="2400" b="1" dirty="0">
                <a:latin typeface="Calibri" panose="020F0502020204030204"/>
                <a:cs typeface="Calibri" panose="020F0502020204030204"/>
              </a:rPr>
              <a:t>collect</a:t>
            </a:r>
            <a:r>
              <a:rPr sz="2400" dirty="0">
                <a:latin typeface="Calibri" panose="020F0502020204030204"/>
                <a:cs typeface="Calibri" panose="020F0502020204030204"/>
              </a:rPr>
              <a:t>,</a:t>
            </a:r>
            <a:r>
              <a:rPr sz="2400" spc="-65" dirty="0">
                <a:latin typeface="Calibri" panose="020F0502020204030204"/>
                <a:cs typeface="Calibri" panose="020F0502020204030204"/>
              </a:rPr>
              <a:t> </a:t>
            </a:r>
            <a:r>
              <a:rPr sz="2400" b="1" spc="-10" dirty="0">
                <a:latin typeface="Calibri" panose="020F0502020204030204"/>
                <a:cs typeface="Calibri" panose="020F0502020204030204"/>
              </a:rPr>
              <a:t>take</a:t>
            </a:r>
            <a:r>
              <a:rPr sz="2400" spc="-1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count</a:t>
            </a: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dirty="0">
                <a:latin typeface="Calibri" panose="020F0502020204030204"/>
                <a:cs typeface="Calibri" panose="020F0502020204030204"/>
              </a:rPr>
              <a:t>and</a:t>
            </a:r>
            <a:r>
              <a:rPr sz="2400" spc="-45" dirty="0">
                <a:latin typeface="Calibri" panose="020F0502020204030204"/>
                <a:cs typeface="Calibri" panose="020F0502020204030204"/>
              </a:rPr>
              <a:t> </a:t>
            </a:r>
            <a:r>
              <a:rPr sz="2400" dirty="0">
                <a:latin typeface="Calibri" panose="020F0502020204030204"/>
                <a:cs typeface="Calibri" panose="020F0502020204030204"/>
              </a:rPr>
              <a:t>so</a:t>
            </a:r>
            <a:r>
              <a:rPr sz="2400" spc="-55" dirty="0">
                <a:latin typeface="Calibri" panose="020F0502020204030204"/>
                <a:cs typeface="Calibri" panose="020F0502020204030204"/>
              </a:rPr>
              <a:t> </a:t>
            </a:r>
            <a:r>
              <a:rPr sz="2400" spc="-25" dirty="0">
                <a:latin typeface="Calibri" panose="020F0502020204030204"/>
                <a:cs typeface="Calibri" panose="020F0502020204030204"/>
              </a:rPr>
              <a:t>on</a:t>
            </a:r>
            <a:endParaRPr sz="2400">
              <a:latin typeface="Calibri" panose="020F0502020204030204"/>
              <a:cs typeface="Calibri" panose="020F0502020204030204"/>
            </a:endParaRPr>
          </a:p>
          <a:p>
            <a:pPr marL="232410" indent="-219710">
              <a:lnSpc>
                <a:spcPts val="2840"/>
              </a:lnSpc>
              <a:buChar char="–"/>
              <a:tabLst>
                <a:tab pos="232410" algn="l"/>
              </a:tabLst>
            </a:pPr>
            <a:r>
              <a:rPr sz="2400" spc="-25" dirty="0">
                <a:latin typeface="Calibri" panose="020F0502020204030204"/>
                <a:cs typeface="Calibri" panose="020F0502020204030204"/>
              </a:rPr>
              <a:t>Transformations:</a:t>
            </a:r>
            <a:r>
              <a:rPr sz="2400" spc="-60" dirty="0">
                <a:latin typeface="Calibri" panose="020F0502020204030204"/>
                <a:cs typeface="Calibri" panose="020F0502020204030204"/>
              </a:rPr>
              <a:t> </a:t>
            </a:r>
            <a:r>
              <a:rPr sz="2400" b="1" dirty="0">
                <a:latin typeface="Calibri" panose="020F0502020204030204"/>
                <a:cs typeface="Calibri" panose="020F0502020204030204"/>
              </a:rPr>
              <a:t>map</a:t>
            </a: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flatMap</a:t>
            </a:r>
            <a:r>
              <a:rPr sz="2400" dirty="0">
                <a:latin typeface="Calibri" panose="020F0502020204030204"/>
                <a:cs typeface="Calibri" panose="020F0502020204030204"/>
              </a:rPr>
              <a:t>,</a:t>
            </a:r>
            <a:r>
              <a:rPr sz="2400" spc="-20" dirty="0">
                <a:latin typeface="Calibri" panose="020F0502020204030204"/>
                <a:cs typeface="Calibri" panose="020F0502020204030204"/>
              </a:rPr>
              <a:t> </a:t>
            </a:r>
            <a:r>
              <a:rPr sz="2400" b="1" dirty="0">
                <a:latin typeface="Calibri" panose="020F0502020204030204"/>
                <a:cs typeface="Calibri" panose="020F0502020204030204"/>
              </a:rPr>
              <a:t>filter</a:t>
            </a: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dirty="0">
                <a:latin typeface="Calibri" panose="020F0502020204030204"/>
                <a:cs typeface="Calibri" panose="020F0502020204030204"/>
              </a:rPr>
              <a:t>and</a:t>
            </a:r>
            <a:r>
              <a:rPr sz="2400" spc="-45" dirty="0">
                <a:latin typeface="Calibri" panose="020F0502020204030204"/>
                <a:cs typeface="Calibri" panose="020F0502020204030204"/>
              </a:rPr>
              <a:t> </a:t>
            </a:r>
            <a:r>
              <a:rPr sz="2400" dirty="0">
                <a:latin typeface="Calibri" panose="020F0502020204030204"/>
                <a:cs typeface="Calibri" panose="020F0502020204030204"/>
              </a:rPr>
              <a:t>so</a:t>
            </a:r>
            <a:r>
              <a:rPr sz="2400" spc="-45" dirty="0">
                <a:latin typeface="Calibri" panose="020F0502020204030204"/>
                <a:cs typeface="Calibri" panose="020F0502020204030204"/>
              </a:rPr>
              <a:t> </a:t>
            </a:r>
            <a:r>
              <a:rPr sz="2400" spc="-25" dirty="0">
                <a:latin typeface="Calibri" panose="020F0502020204030204"/>
                <a:cs typeface="Calibri" panose="020F0502020204030204"/>
              </a:rPr>
              <a:t>on</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ts val="2840"/>
              </a:lnSpc>
              <a:spcBef>
                <a:spcPts val="5"/>
              </a:spcBef>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Row</a:t>
            </a:r>
            <a:r>
              <a:rPr sz="2400" b="1" spc="-70" dirty="0">
                <a:latin typeface="Calibri" panose="020F0502020204030204"/>
                <a:cs typeface="Calibri" panose="020F0502020204030204"/>
              </a:rPr>
              <a:t> </a:t>
            </a:r>
            <a:r>
              <a:rPr sz="2400" b="1" dirty="0">
                <a:latin typeface="Calibri" panose="020F0502020204030204"/>
                <a:cs typeface="Calibri" panose="020F0502020204030204"/>
              </a:rPr>
              <a:t>RDDs</a:t>
            </a:r>
            <a:r>
              <a:rPr sz="2400" b="1" spc="-30" dirty="0">
                <a:latin typeface="Calibri" panose="020F0502020204030204"/>
                <a:cs typeface="Calibri" panose="020F0502020204030204"/>
              </a:rPr>
              <a:t> </a:t>
            </a:r>
            <a:r>
              <a:rPr sz="2400" b="1" dirty="0">
                <a:latin typeface="Calibri" panose="020F0502020204030204"/>
                <a:cs typeface="Calibri" panose="020F0502020204030204"/>
              </a:rPr>
              <a:t>can</a:t>
            </a:r>
            <a:r>
              <a:rPr sz="2400" b="1" spc="-55" dirty="0">
                <a:latin typeface="Calibri" panose="020F0502020204030204"/>
                <a:cs typeface="Calibri" panose="020F0502020204030204"/>
              </a:rPr>
              <a:t> </a:t>
            </a:r>
            <a:r>
              <a:rPr sz="2400" b="1" dirty="0">
                <a:latin typeface="Calibri" panose="020F0502020204030204"/>
                <a:cs typeface="Calibri" panose="020F0502020204030204"/>
              </a:rPr>
              <a:t>be</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transformed</a:t>
            </a:r>
            <a:r>
              <a:rPr sz="2400" b="1" spc="-30" dirty="0">
                <a:latin typeface="Calibri" panose="020F0502020204030204"/>
                <a:cs typeface="Calibri" panose="020F0502020204030204"/>
              </a:rPr>
              <a:t> </a:t>
            </a:r>
            <a:r>
              <a:rPr sz="2400" b="1" dirty="0">
                <a:latin typeface="Calibri" panose="020F0502020204030204"/>
                <a:cs typeface="Calibri" panose="020F0502020204030204"/>
              </a:rPr>
              <a:t>into</a:t>
            </a:r>
            <a:r>
              <a:rPr sz="2400" b="1" spc="-35" dirty="0">
                <a:latin typeface="Calibri" panose="020F0502020204030204"/>
                <a:cs typeface="Calibri" panose="020F0502020204030204"/>
              </a:rPr>
              <a:t> </a:t>
            </a:r>
            <a:r>
              <a:rPr sz="2400" b="1" dirty="0">
                <a:latin typeface="Calibri" panose="020F0502020204030204"/>
                <a:cs typeface="Calibri" panose="020F0502020204030204"/>
              </a:rPr>
              <a:t>pair</a:t>
            </a:r>
            <a:r>
              <a:rPr sz="2400" b="1" spc="-35" dirty="0">
                <a:latin typeface="Calibri" panose="020F0502020204030204"/>
                <a:cs typeface="Calibri" panose="020F0502020204030204"/>
              </a:rPr>
              <a:t> </a:t>
            </a:r>
            <a:r>
              <a:rPr sz="2400" b="1" dirty="0">
                <a:latin typeface="Calibri" panose="020F0502020204030204"/>
                <a:cs typeface="Calibri" panose="020F0502020204030204"/>
              </a:rPr>
              <a:t>RDDs</a:t>
            </a:r>
            <a:r>
              <a:rPr sz="2400" b="1" spc="-50" dirty="0">
                <a:latin typeface="Calibri" panose="020F0502020204030204"/>
                <a:cs typeface="Calibri" panose="020F0502020204030204"/>
              </a:rPr>
              <a:t> </a:t>
            </a:r>
            <a:r>
              <a:rPr sz="2400" b="1" dirty="0">
                <a:latin typeface="Calibri" panose="020F0502020204030204"/>
                <a:cs typeface="Calibri" panose="020F0502020204030204"/>
              </a:rPr>
              <a:t>to</a:t>
            </a:r>
            <a:r>
              <a:rPr sz="2400" b="1" spc="-35" dirty="0">
                <a:latin typeface="Calibri" panose="020F0502020204030204"/>
                <a:cs typeface="Calibri" panose="020F0502020204030204"/>
              </a:rPr>
              <a:t> </a:t>
            </a:r>
            <a:r>
              <a:rPr sz="2400" b="1" dirty="0">
                <a:latin typeface="Calibri" panose="020F0502020204030204"/>
                <a:cs typeface="Calibri" panose="020F0502020204030204"/>
              </a:rPr>
              <a:t>use</a:t>
            </a:r>
            <a:r>
              <a:rPr sz="2400" b="1" spc="-25" dirty="0">
                <a:latin typeface="Calibri" panose="020F0502020204030204"/>
                <a:cs typeface="Calibri" panose="020F0502020204030204"/>
              </a:rPr>
              <a:t> </a:t>
            </a:r>
            <a:r>
              <a:rPr sz="2400" b="1" spc="-20" dirty="0">
                <a:latin typeface="Calibri" panose="020F0502020204030204"/>
                <a:cs typeface="Calibri" panose="020F0502020204030204"/>
              </a:rPr>
              <a:t>map-</a:t>
            </a:r>
            <a:endParaRPr sz="2400">
              <a:latin typeface="Calibri" panose="020F0502020204030204"/>
              <a:cs typeface="Calibri" panose="020F0502020204030204"/>
            </a:endParaRPr>
          </a:p>
          <a:p>
            <a:pPr marL="12700">
              <a:lnSpc>
                <a:spcPts val="2840"/>
              </a:lnSpc>
            </a:pPr>
            <a:r>
              <a:rPr sz="2400" b="1" dirty="0">
                <a:latin typeface="Calibri" panose="020F0502020204030204"/>
                <a:cs typeface="Calibri" panose="020F0502020204030204"/>
              </a:rPr>
              <a:t>reduce</a:t>
            </a:r>
            <a:r>
              <a:rPr sz="2400" b="1" spc="-120" dirty="0">
                <a:latin typeface="Calibri" panose="020F0502020204030204"/>
                <a:cs typeface="Calibri" panose="020F0502020204030204"/>
              </a:rPr>
              <a:t> </a:t>
            </a:r>
            <a:r>
              <a:rPr sz="2400" b="1" spc="-10" dirty="0">
                <a:latin typeface="Calibri" panose="020F0502020204030204"/>
                <a:cs typeface="Calibri" panose="020F0502020204030204"/>
              </a:rPr>
              <a:t>methods</a:t>
            </a:r>
            <a:endParaRPr sz="2400">
              <a:latin typeface="Calibri" panose="020F0502020204030204"/>
              <a:cs typeface="Calibri" panose="020F0502020204030204"/>
            </a:endParaRPr>
          </a:p>
          <a:p>
            <a:pPr>
              <a:lnSpc>
                <a:spcPct val="100000"/>
              </a:lnSpc>
              <a:spcBef>
                <a:spcPts val="190"/>
              </a:spcBef>
            </a:pPr>
            <a:endParaRPr sz="2400">
              <a:latin typeface="Calibri" panose="020F0502020204030204"/>
              <a:cs typeface="Calibri" panose="020F0502020204030204"/>
            </a:endParaRPr>
          </a:p>
          <a:p>
            <a:pPr marL="12700" marR="250190">
              <a:lnSpc>
                <a:spcPts val="2800"/>
              </a:lnSpc>
              <a:tabLst>
                <a:tab pos="1960245" algn="l"/>
              </a:tabLst>
            </a:pPr>
            <a:r>
              <a:rPr sz="2400" dirty="0">
                <a:latin typeface="Calibri" panose="020F0502020204030204"/>
                <a:cs typeface="Calibri" panose="020F0502020204030204"/>
              </a:rPr>
              <a:t>§</a:t>
            </a:r>
            <a:r>
              <a:rPr sz="2400" spc="-70" dirty="0">
                <a:latin typeface="Calibri" panose="020F0502020204030204"/>
                <a:cs typeface="Calibri" panose="020F0502020204030204"/>
              </a:rPr>
              <a:t> </a:t>
            </a:r>
            <a:r>
              <a:rPr sz="2400" b="1" spc="-10" dirty="0">
                <a:latin typeface="Calibri" panose="020F0502020204030204"/>
                <a:cs typeface="Calibri" panose="020F0502020204030204"/>
              </a:rPr>
              <a:t>DataFrames</a:t>
            </a:r>
            <a:r>
              <a:rPr sz="2400" b="1" spc="-70" dirty="0">
                <a:latin typeface="Calibri" panose="020F0502020204030204"/>
                <a:cs typeface="Calibri" panose="020F0502020204030204"/>
              </a:rPr>
              <a:t> </a:t>
            </a:r>
            <a:r>
              <a:rPr sz="2400" b="1" dirty="0">
                <a:latin typeface="Calibri" panose="020F0502020204030204"/>
                <a:cs typeface="Calibri" panose="020F0502020204030204"/>
              </a:rPr>
              <a:t>also</a:t>
            </a:r>
            <a:r>
              <a:rPr sz="2400" b="1" spc="-60" dirty="0">
                <a:latin typeface="Calibri" panose="020F0502020204030204"/>
                <a:cs typeface="Calibri" panose="020F0502020204030204"/>
              </a:rPr>
              <a:t> </a:t>
            </a:r>
            <a:r>
              <a:rPr sz="2400" b="1" dirty="0">
                <a:latin typeface="Calibri" panose="020F0502020204030204"/>
                <a:cs typeface="Calibri" panose="020F0502020204030204"/>
              </a:rPr>
              <a:t>provide</a:t>
            </a:r>
            <a:r>
              <a:rPr sz="2400" b="1" spc="-80" dirty="0">
                <a:latin typeface="Calibri" panose="020F0502020204030204"/>
                <a:cs typeface="Calibri" panose="020F0502020204030204"/>
              </a:rPr>
              <a:t> </a:t>
            </a:r>
            <a:r>
              <a:rPr sz="2400" b="1" spc="-10" dirty="0">
                <a:latin typeface="Calibri" panose="020F0502020204030204"/>
                <a:cs typeface="Calibri" panose="020F0502020204030204"/>
              </a:rPr>
              <a:t>convenience</a:t>
            </a:r>
            <a:r>
              <a:rPr sz="2400" b="1" spc="-75" dirty="0">
                <a:latin typeface="Calibri" panose="020F0502020204030204"/>
                <a:cs typeface="Calibri" panose="020F0502020204030204"/>
              </a:rPr>
              <a:t> </a:t>
            </a:r>
            <a:r>
              <a:rPr sz="2400" b="1" dirty="0">
                <a:latin typeface="Calibri" panose="020F0502020204030204"/>
                <a:cs typeface="Calibri" panose="020F0502020204030204"/>
              </a:rPr>
              <a:t>methods</a:t>
            </a:r>
            <a:r>
              <a:rPr sz="2400" b="1" spc="-80" dirty="0">
                <a:latin typeface="Calibri" panose="020F0502020204030204"/>
                <a:cs typeface="Calibri" panose="020F0502020204030204"/>
              </a:rPr>
              <a:t> </a:t>
            </a:r>
            <a:r>
              <a:rPr sz="2400" b="1" dirty="0">
                <a:latin typeface="Calibri" panose="020F0502020204030204"/>
                <a:cs typeface="Calibri" panose="020F0502020204030204"/>
              </a:rPr>
              <a:t>(such</a:t>
            </a:r>
            <a:r>
              <a:rPr sz="2400" b="1" spc="-65" dirty="0">
                <a:latin typeface="Calibri" panose="020F0502020204030204"/>
                <a:cs typeface="Calibri" panose="020F0502020204030204"/>
              </a:rPr>
              <a:t> </a:t>
            </a:r>
            <a:r>
              <a:rPr sz="2400" b="1" spc="-25" dirty="0">
                <a:latin typeface="Calibri" panose="020F0502020204030204"/>
                <a:cs typeface="Calibri" panose="020F0502020204030204"/>
              </a:rPr>
              <a:t>as </a:t>
            </a:r>
            <a:r>
              <a:rPr sz="2400" b="1" dirty="0">
                <a:latin typeface="Calibri" panose="020F0502020204030204"/>
                <a:cs typeface="Calibri" panose="020F0502020204030204"/>
              </a:rPr>
              <a:t>map,</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flatMap,</a:t>
            </a:r>
            <a:r>
              <a:rPr sz="2400" b="1" dirty="0">
                <a:latin typeface="Calibri" panose="020F0502020204030204"/>
                <a:cs typeface="Calibri" panose="020F0502020204030204"/>
              </a:rPr>
              <a:t>	and</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foreach)for</a:t>
            </a:r>
            <a:r>
              <a:rPr sz="2400" b="1" spc="-60" dirty="0">
                <a:latin typeface="Calibri" panose="020F0502020204030204"/>
                <a:cs typeface="Calibri" panose="020F0502020204030204"/>
              </a:rPr>
              <a:t> </a:t>
            </a:r>
            <a:r>
              <a:rPr sz="2400" b="1" dirty="0">
                <a:latin typeface="Calibri" panose="020F0502020204030204"/>
                <a:cs typeface="Calibri" panose="020F0502020204030204"/>
              </a:rPr>
              <a:t>converting</a:t>
            </a:r>
            <a:r>
              <a:rPr sz="2400" b="1" spc="-60" dirty="0">
                <a:latin typeface="Calibri" panose="020F0502020204030204"/>
                <a:cs typeface="Calibri" panose="020F0502020204030204"/>
              </a:rPr>
              <a:t> </a:t>
            </a:r>
            <a:r>
              <a:rPr sz="2400" b="1" dirty="0">
                <a:latin typeface="Calibri" panose="020F0502020204030204"/>
                <a:cs typeface="Calibri" panose="020F0502020204030204"/>
              </a:rPr>
              <a:t>to</a:t>
            </a:r>
            <a:r>
              <a:rPr sz="2400" b="1" spc="-50" dirty="0">
                <a:latin typeface="Calibri" panose="020F0502020204030204"/>
                <a:cs typeface="Calibri" panose="020F0502020204030204"/>
              </a:rPr>
              <a:t> </a:t>
            </a:r>
            <a:r>
              <a:rPr sz="2400" b="1" spc="-20" dirty="0">
                <a:latin typeface="Calibri" panose="020F0502020204030204"/>
                <a:cs typeface="Calibri" panose="020F0502020204030204"/>
              </a:rPr>
              <a:t>RDDs</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05078" y="0"/>
            <a:ext cx="749808" cy="630936"/>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005840">
              <a:lnSpc>
                <a:spcPct val="100000"/>
              </a:lnSpc>
              <a:spcBef>
                <a:spcPts val="105"/>
              </a:spcBef>
            </a:pPr>
            <a:r>
              <a:rPr dirty="0"/>
              <a:t>Working</a:t>
            </a:r>
            <a:r>
              <a:rPr spc="-110" dirty="0"/>
              <a:t> </a:t>
            </a:r>
            <a:r>
              <a:rPr dirty="0"/>
              <a:t>with</a:t>
            </a:r>
            <a:r>
              <a:rPr spc="-110" dirty="0"/>
              <a:t> </a:t>
            </a:r>
            <a:r>
              <a:rPr b="1" dirty="0">
                <a:latin typeface="Calibri" panose="020F0502020204030204"/>
                <a:cs typeface="Calibri" panose="020F0502020204030204"/>
              </a:rPr>
              <a:t>Row</a:t>
            </a:r>
            <a:r>
              <a:rPr b="1" spc="-114" dirty="0">
                <a:latin typeface="Calibri" panose="020F0502020204030204"/>
                <a:cs typeface="Calibri" panose="020F0502020204030204"/>
              </a:rPr>
              <a:t> </a:t>
            </a:r>
            <a:r>
              <a:rPr spc="-10" dirty="0"/>
              <a:t>Objects</a:t>
            </a:r>
          </a:p>
        </p:txBody>
      </p:sp>
      <p:sp>
        <p:nvSpPr>
          <p:cNvPr id="3" name="object 3"/>
          <p:cNvSpPr txBox="1"/>
          <p:nvPr/>
        </p:nvSpPr>
        <p:spPr>
          <a:xfrm>
            <a:off x="764540" y="1684782"/>
            <a:ext cx="6842125" cy="3317875"/>
          </a:xfrm>
          <a:prstGeom prst="rect">
            <a:avLst/>
          </a:prstGeom>
        </p:spPr>
        <p:txBody>
          <a:bodyPr vert="horz" wrap="square" lIns="0" tIns="12700" rIns="0" bIns="0" rtlCol="0">
            <a:spAutoFit/>
          </a:bodyPr>
          <a:lstStyle/>
          <a:p>
            <a:pPr marL="232410" indent="-219710">
              <a:lnSpc>
                <a:spcPct val="100000"/>
              </a:lnSpc>
              <a:spcBef>
                <a:spcPts val="100"/>
              </a:spcBef>
              <a:buChar char="–"/>
              <a:tabLst>
                <a:tab pos="232410" algn="l"/>
              </a:tabLst>
            </a:pPr>
            <a:r>
              <a:rPr sz="2400" dirty="0">
                <a:latin typeface="Calibri" panose="020F0502020204030204"/>
                <a:cs typeface="Calibri" panose="020F0502020204030204"/>
              </a:rPr>
              <a:t>Use</a:t>
            </a:r>
            <a:r>
              <a:rPr sz="2400" spc="-75" dirty="0">
                <a:latin typeface="Calibri" panose="020F0502020204030204"/>
                <a:cs typeface="Calibri" panose="020F0502020204030204"/>
              </a:rPr>
              <a:t> </a:t>
            </a:r>
            <a:r>
              <a:rPr sz="2400" b="1" spc="-30" dirty="0">
                <a:latin typeface="Calibri" panose="020F0502020204030204"/>
                <a:cs typeface="Calibri" panose="020F0502020204030204"/>
              </a:rPr>
              <a:t>Array</a:t>
            </a:r>
            <a:r>
              <a:rPr sz="2400" spc="-30" dirty="0">
                <a:latin typeface="Calibri" panose="020F0502020204030204"/>
                <a:cs typeface="Calibri" panose="020F0502020204030204"/>
              </a:rPr>
              <a:t>-</a:t>
            </a:r>
            <a:r>
              <a:rPr sz="2400" dirty="0">
                <a:latin typeface="Calibri" panose="020F0502020204030204"/>
                <a:cs typeface="Calibri" panose="020F0502020204030204"/>
              </a:rPr>
              <a:t>like</a:t>
            </a:r>
            <a:r>
              <a:rPr sz="2400" spc="-75" dirty="0">
                <a:latin typeface="Calibri" panose="020F0502020204030204"/>
                <a:cs typeface="Calibri" panose="020F0502020204030204"/>
              </a:rPr>
              <a:t> </a:t>
            </a:r>
            <a:r>
              <a:rPr sz="2400" spc="-10" dirty="0">
                <a:latin typeface="Calibri" panose="020F0502020204030204"/>
                <a:cs typeface="Calibri" panose="020F0502020204030204"/>
              </a:rPr>
              <a:t>syntax</a:t>
            </a:r>
            <a:r>
              <a:rPr sz="2400" spc="-70" dirty="0">
                <a:latin typeface="Calibri" panose="020F0502020204030204"/>
                <a:cs typeface="Calibri" panose="020F0502020204030204"/>
              </a:rPr>
              <a:t> </a:t>
            </a:r>
            <a:r>
              <a:rPr sz="2400" dirty="0">
                <a:latin typeface="Calibri" panose="020F0502020204030204"/>
                <a:cs typeface="Calibri" panose="020F0502020204030204"/>
              </a:rPr>
              <a:t>to</a:t>
            </a:r>
            <a:r>
              <a:rPr sz="2400" spc="-65" dirty="0">
                <a:latin typeface="Calibri" panose="020F0502020204030204"/>
                <a:cs typeface="Calibri" panose="020F0502020204030204"/>
              </a:rPr>
              <a:t> </a:t>
            </a:r>
            <a:r>
              <a:rPr sz="2400" dirty="0">
                <a:latin typeface="Calibri" panose="020F0502020204030204"/>
                <a:cs typeface="Calibri" panose="020F0502020204030204"/>
              </a:rPr>
              <a:t>return</a:t>
            </a:r>
            <a:r>
              <a:rPr sz="2400" spc="-65" dirty="0">
                <a:latin typeface="Calibri" panose="020F0502020204030204"/>
                <a:cs typeface="Calibri" panose="020F0502020204030204"/>
              </a:rPr>
              <a:t> </a:t>
            </a:r>
            <a:r>
              <a:rPr sz="2400" dirty="0">
                <a:latin typeface="Calibri" panose="020F0502020204030204"/>
                <a:cs typeface="Calibri" panose="020F0502020204030204"/>
              </a:rPr>
              <a:t>values</a:t>
            </a:r>
            <a:r>
              <a:rPr sz="2400" spc="-65" dirty="0">
                <a:latin typeface="Calibri" panose="020F0502020204030204"/>
                <a:cs typeface="Calibri" panose="020F0502020204030204"/>
              </a:rPr>
              <a:t> </a:t>
            </a:r>
            <a:r>
              <a:rPr sz="2400" dirty="0">
                <a:latin typeface="Calibri" panose="020F0502020204030204"/>
                <a:cs typeface="Calibri" panose="020F0502020204030204"/>
              </a:rPr>
              <a:t>with</a:t>
            </a:r>
            <a:r>
              <a:rPr sz="2400" spc="-75" dirty="0">
                <a:latin typeface="Calibri" panose="020F0502020204030204"/>
                <a:cs typeface="Calibri" panose="020F0502020204030204"/>
              </a:rPr>
              <a:t> </a:t>
            </a:r>
            <a:r>
              <a:rPr sz="2400" dirty="0">
                <a:latin typeface="Calibri" panose="020F0502020204030204"/>
                <a:cs typeface="Calibri" panose="020F0502020204030204"/>
              </a:rPr>
              <a:t>type</a:t>
            </a:r>
            <a:r>
              <a:rPr sz="2400" spc="-75" dirty="0">
                <a:latin typeface="Calibri" panose="020F0502020204030204"/>
                <a:cs typeface="Calibri" panose="020F0502020204030204"/>
              </a:rPr>
              <a:t> </a:t>
            </a:r>
            <a:r>
              <a:rPr sz="2400" b="1" spc="-25" dirty="0">
                <a:latin typeface="Calibri" panose="020F0502020204030204"/>
                <a:cs typeface="Calibri" panose="020F0502020204030204"/>
              </a:rPr>
              <a:t>Any</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dirty="0">
                <a:latin typeface="Calibri" panose="020F0502020204030204"/>
                <a:cs typeface="Calibri" panose="020F0502020204030204"/>
              </a:rPr>
              <a:t>row(</a:t>
            </a:r>
            <a:r>
              <a:rPr sz="2400" b="1" i="1" dirty="0">
                <a:latin typeface="Calibri" panose="020F0502020204030204"/>
                <a:cs typeface="Calibri" panose="020F0502020204030204"/>
              </a:rPr>
              <a:t>n</a:t>
            </a:r>
            <a:r>
              <a:rPr sz="2400" b="1" dirty="0">
                <a:latin typeface="Calibri" panose="020F0502020204030204"/>
                <a:cs typeface="Calibri" panose="020F0502020204030204"/>
              </a:rPr>
              <a:t>)</a:t>
            </a:r>
            <a:r>
              <a:rPr sz="2400" b="1" spc="-70"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55" dirty="0">
                <a:latin typeface="Calibri" panose="020F0502020204030204"/>
                <a:cs typeface="Calibri" panose="020F0502020204030204"/>
              </a:rPr>
              <a:t> </a:t>
            </a:r>
            <a:r>
              <a:rPr sz="2400" dirty="0">
                <a:latin typeface="Calibri" panose="020F0502020204030204"/>
                <a:cs typeface="Calibri" panose="020F0502020204030204"/>
              </a:rPr>
              <a:t>element</a:t>
            </a:r>
            <a:r>
              <a:rPr sz="2400" spc="-60" dirty="0">
                <a:latin typeface="Calibri" panose="020F0502020204030204"/>
                <a:cs typeface="Calibri" panose="020F0502020204030204"/>
              </a:rPr>
              <a:t> </a:t>
            </a:r>
            <a:r>
              <a:rPr sz="2400" dirty="0">
                <a:latin typeface="Calibri" panose="020F0502020204030204"/>
                <a:cs typeface="Calibri" panose="020F0502020204030204"/>
              </a:rPr>
              <a:t>in</a:t>
            </a:r>
            <a:r>
              <a:rPr sz="2400" spc="-55"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i="1" dirty="0">
                <a:latin typeface="Calibri" panose="020F0502020204030204"/>
                <a:cs typeface="Calibri" panose="020F0502020204030204"/>
              </a:rPr>
              <a:t>n</a:t>
            </a:r>
            <a:r>
              <a:rPr sz="2400" dirty="0">
                <a:latin typeface="Calibri" panose="020F0502020204030204"/>
                <a:cs typeface="Calibri" panose="020F0502020204030204"/>
              </a:rPr>
              <a:t>th</a:t>
            </a:r>
            <a:r>
              <a:rPr sz="2400" spc="-65" dirty="0">
                <a:latin typeface="Calibri" panose="020F0502020204030204"/>
                <a:cs typeface="Calibri" panose="020F0502020204030204"/>
              </a:rPr>
              <a:t> </a:t>
            </a:r>
            <a:r>
              <a:rPr sz="2400" spc="-10" dirty="0">
                <a:latin typeface="Calibri" panose="020F0502020204030204"/>
                <a:cs typeface="Calibri" panose="020F0502020204030204"/>
              </a:rPr>
              <a:t>column</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20" dirty="0">
                <a:latin typeface="Calibri" panose="020F0502020204030204"/>
                <a:cs typeface="Calibri" panose="020F0502020204030204"/>
              </a:rPr>
              <a:t>row.fieldIndex("age")</a:t>
            </a:r>
            <a:r>
              <a:rPr sz="2400" spc="-20" dirty="0">
                <a:latin typeface="Calibri" panose="020F0502020204030204"/>
                <a:cs typeface="Calibri" panose="020F0502020204030204"/>
              </a:rPr>
              <a:t>returns </a:t>
            </a:r>
            <a:r>
              <a:rPr sz="2400" dirty="0">
                <a:latin typeface="Calibri" panose="020F0502020204030204"/>
                <a:cs typeface="Calibri" panose="020F0502020204030204"/>
              </a:rPr>
              <a:t>index of the</a:t>
            </a:r>
            <a:r>
              <a:rPr sz="2400" spc="-30" dirty="0">
                <a:latin typeface="Calibri" panose="020F0502020204030204"/>
                <a:cs typeface="Calibri" panose="020F0502020204030204"/>
              </a:rPr>
              <a:t> </a:t>
            </a:r>
            <a:r>
              <a:rPr sz="2400" b="1" dirty="0">
                <a:latin typeface="Calibri" panose="020F0502020204030204"/>
                <a:cs typeface="Calibri" panose="020F0502020204030204"/>
              </a:rPr>
              <a:t>age</a:t>
            </a:r>
            <a:r>
              <a:rPr sz="2400" b="1" spc="-15" dirty="0">
                <a:latin typeface="Calibri" panose="020F0502020204030204"/>
                <a:cs typeface="Calibri" panose="020F0502020204030204"/>
              </a:rPr>
              <a:t> </a:t>
            </a:r>
            <a:r>
              <a:rPr sz="2400" spc="-10" dirty="0">
                <a:latin typeface="Calibri" panose="020F0502020204030204"/>
                <a:cs typeface="Calibri" panose="020F0502020204030204"/>
              </a:rPr>
              <a:t>column</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Use</a:t>
            </a:r>
            <a:r>
              <a:rPr sz="2400" spc="-55" dirty="0">
                <a:latin typeface="Calibri" panose="020F0502020204030204"/>
                <a:cs typeface="Calibri" panose="020F0502020204030204"/>
              </a:rPr>
              <a:t> </a:t>
            </a:r>
            <a:r>
              <a:rPr sz="2400" dirty="0">
                <a:latin typeface="Calibri" panose="020F0502020204030204"/>
                <a:cs typeface="Calibri" panose="020F0502020204030204"/>
              </a:rPr>
              <a:t>methods</a:t>
            </a:r>
            <a:r>
              <a:rPr sz="2400" spc="-65" dirty="0">
                <a:latin typeface="Calibri" panose="020F0502020204030204"/>
                <a:cs typeface="Calibri" panose="020F0502020204030204"/>
              </a:rPr>
              <a:t> </a:t>
            </a:r>
            <a:r>
              <a:rPr sz="2400" dirty="0">
                <a:latin typeface="Calibri" panose="020F0502020204030204"/>
                <a:cs typeface="Calibri" panose="020F0502020204030204"/>
              </a:rPr>
              <a:t>to</a:t>
            </a:r>
            <a:r>
              <a:rPr sz="2400" spc="-55" dirty="0">
                <a:latin typeface="Calibri" panose="020F0502020204030204"/>
                <a:cs typeface="Calibri" panose="020F0502020204030204"/>
              </a:rPr>
              <a:t> </a:t>
            </a:r>
            <a:r>
              <a:rPr sz="2400" dirty="0">
                <a:latin typeface="Calibri" panose="020F0502020204030204"/>
                <a:cs typeface="Calibri" panose="020F0502020204030204"/>
              </a:rPr>
              <a:t>get</a:t>
            </a:r>
            <a:r>
              <a:rPr sz="2400" spc="-60" dirty="0">
                <a:latin typeface="Calibri" panose="020F0502020204030204"/>
                <a:cs typeface="Calibri" panose="020F0502020204030204"/>
              </a:rPr>
              <a:t> </a:t>
            </a:r>
            <a:r>
              <a:rPr sz="2400" dirty="0">
                <a:latin typeface="Calibri" panose="020F0502020204030204"/>
                <a:cs typeface="Calibri" panose="020F0502020204030204"/>
              </a:rPr>
              <a:t>correctly</a:t>
            </a:r>
            <a:r>
              <a:rPr sz="2400" spc="-70" dirty="0">
                <a:latin typeface="Calibri" panose="020F0502020204030204"/>
                <a:cs typeface="Calibri" panose="020F0502020204030204"/>
              </a:rPr>
              <a:t> </a:t>
            </a:r>
            <a:r>
              <a:rPr sz="2400" dirty="0">
                <a:latin typeface="Calibri" panose="020F0502020204030204"/>
                <a:cs typeface="Calibri" panose="020F0502020204030204"/>
              </a:rPr>
              <a:t>typed</a:t>
            </a:r>
            <a:r>
              <a:rPr sz="2400" spc="-65" dirty="0">
                <a:latin typeface="Calibri" panose="020F0502020204030204"/>
                <a:cs typeface="Calibri" panose="020F0502020204030204"/>
              </a:rPr>
              <a:t> </a:t>
            </a:r>
            <a:r>
              <a:rPr sz="2400" spc="-10" dirty="0">
                <a:latin typeface="Calibri" panose="020F0502020204030204"/>
                <a:cs typeface="Calibri" panose="020F0502020204030204"/>
              </a:rPr>
              <a:t>values</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10" dirty="0">
                <a:latin typeface="Calibri" panose="020F0502020204030204"/>
                <a:cs typeface="Calibri" panose="020F0502020204030204"/>
              </a:rPr>
              <a:t>row.getAs[Long]("age")</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Use</a:t>
            </a:r>
            <a:r>
              <a:rPr sz="2400" spc="-50" dirty="0">
                <a:latin typeface="Calibri" panose="020F0502020204030204"/>
                <a:cs typeface="Calibri" panose="020F0502020204030204"/>
              </a:rPr>
              <a:t> </a:t>
            </a:r>
            <a:r>
              <a:rPr sz="2400" spc="-10" dirty="0">
                <a:latin typeface="Calibri" panose="020F0502020204030204"/>
                <a:cs typeface="Calibri" panose="020F0502020204030204"/>
              </a:rPr>
              <a:t>type-</a:t>
            </a:r>
            <a:r>
              <a:rPr sz="2400" dirty="0">
                <a:latin typeface="Calibri" panose="020F0502020204030204"/>
                <a:cs typeface="Calibri" panose="020F0502020204030204"/>
              </a:rPr>
              <a:t>specific</a:t>
            </a:r>
            <a:r>
              <a:rPr sz="2400" spc="-65" dirty="0">
                <a:latin typeface="Calibri" panose="020F0502020204030204"/>
                <a:cs typeface="Calibri" panose="020F0502020204030204"/>
              </a:rPr>
              <a:t> </a:t>
            </a:r>
            <a:r>
              <a:rPr sz="2400" b="1" dirty="0">
                <a:latin typeface="Calibri" panose="020F0502020204030204"/>
                <a:cs typeface="Calibri" panose="020F0502020204030204"/>
              </a:rPr>
              <a:t>get</a:t>
            </a:r>
            <a:r>
              <a:rPr sz="2400" b="1" spc="-65" dirty="0">
                <a:latin typeface="Calibri" panose="020F0502020204030204"/>
                <a:cs typeface="Calibri" panose="020F0502020204030204"/>
              </a:rPr>
              <a:t> </a:t>
            </a:r>
            <a:r>
              <a:rPr sz="2400" dirty="0">
                <a:latin typeface="Calibri" panose="020F0502020204030204"/>
                <a:cs typeface="Calibri" panose="020F0502020204030204"/>
              </a:rPr>
              <a:t>methods</a:t>
            </a:r>
            <a:r>
              <a:rPr sz="2400" spc="-60" dirty="0">
                <a:latin typeface="Calibri" panose="020F0502020204030204"/>
                <a:cs typeface="Calibri" panose="020F0502020204030204"/>
              </a:rPr>
              <a:t> </a:t>
            </a:r>
            <a:r>
              <a:rPr sz="2400" dirty="0">
                <a:latin typeface="Calibri" panose="020F0502020204030204"/>
                <a:cs typeface="Calibri" panose="020F0502020204030204"/>
              </a:rPr>
              <a:t>to</a:t>
            </a:r>
            <a:r>
              <a:rPr sz="2400" spc="-50" dirty="0">
                <a:latin typeface="Calibri" panose="020F0502020204030204"/>
                <a:cs typeface="Calibri" panose="020F0502020204030204"/>
              </a:rPr>
              <a:t> </a:t>
            </a:r>
            <a:r>
              <a:rPr sz="2400" dirty="0">
                <a:latin typeface="Calibri" panose="020F0502020204030204"/>
                <a:cs typeface="Calibri" panose="020F0502020204030204"/>
              </a:rPr>
              <a:t>return</a:t>
            </a:r>
            <a:r>
              <a:rPr sz="2400" spc="-50" dirty="0">
                <a:latin typeface="Calibri" panose="020F0502020204030204"/>
                <a:cs typeface="Calibri" panose="020F0502020204030204"/>
              </a:rPr>
              <a:t> </a:t>
            </a:r>
            <a:r>
              <a:rPr sz="2400" dirty="0">
                <a:latin typeface="Calibri" panose="020F0502020204030204"/>
                <a:cs typeface="Calibri" panose="020F0502020204030204"/>
              </a:rPr>
              <a:t>typed</a:t>
            </a:r>
            <a:r>
              <a:rPr sz="2400" spc="-65" dirty="0">
                <a:latin typeface="Calibri" panose="020F0502020204030204"/>
                <a:cs typeface="Calibri" panose="020F0502020204030204"/>
              </a:rPr>
              <a:t> </a:t>
            </a:r>
            <a:r>
              <a:rPr sz="2400" spc="-10" dirty="0">
                <a:latin typeface="Calibri" panose="020F0502020204030204"/>
                <a:cs typeface="Calibri" panose="020F0502020204030204"/>
              </a:rPr>
              <a:t>values</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20" dirty="0">
                <a:latin typeface="Calibri" panose="020F0502020204030204"/>
                <a:cs typeface="Calibri" panose="020F0502020204030204"/>
              </a:rPr>
              <a:t>row.getString(</a:t>
            </a:r>
            <a:r>
              <a:rPr sz="2400" b="1" i="1" spc="-20" dirty="0">
                <a:latin typeface="Calibri" panose="020F0502020204030204"/>
                <a:cs typeface="Calibri" panose="020F0502020204030204"/>
              </a:rPr>
              <a:t>n</a:t>
            </a:r>
            <a:r>
              <a:rPr sz="2400" b="1" spc="-20" dirty="0">
                <a:latin typeface="Calibri" panose="020F0502020204030204"/>
                <a:cs typeface="Calibri" panose="020F0502020204030204"/>
              </a:rPr>
              <a:t>)</a:t>
            </a:r>
            <a:r>
              <a:rPr sz="2400" b="1" spc="-15" dirty="0">
                <a:latin typeface="Calibri" panose="020F0502020204030204"/>
                <a:cs typeface="Calibri" panose="020F0502020204030204"/>
              </a:rPr>
              <a:t> </a:t>
            </a:r>
            <a:r>
              <a:rPr sz="2400" dirty="0">
                <a:latin typeface="Calibri" panose="020F0502020204030204"/>
                <a:cs typeface="Calibri" panose="020F0502020204030204"/>
              </a:rPr>
              <a:t>returns</a:t>
            </a:r>
            <a:r>
              <a:rPr sz="2400" spc="-30" dirty="0">
                <a:latin typeface="Calibri" panose="020F0502020204030204"/>
                <a:cs typeface="Calibri" panose="020F0502020204030204"/>
              </a:rPr>
              <a:t> </a:t>
            </a:r>
            <a:r>
              <a:rPr sz="2400" i="1" dirty="0">
                <a:latin typeface="Calibri" panose="020F0502020204030204"/>
                <a:cs typeface="Calibri" panose="020F0502020204030204"/>
              </a:rPr>
              <a:t>n</a:t>
            </a:r>
            <a:r>
              <a:rPr sz="2400" dirty="0">
                <a:latin typeface="Calibri" panose="020F0502020204030204"/>
                <a:cs typeface="Calibri" panose="020F0502020204030204"/>
              </a:rPr>
              <a:t>th</a:t>
            </a:r>
            <a:r>
              <a:rPr sz="2400" spc="-30" dirty="0">
                <a:latin typeface="Calibri" panose="020F0502020204030204"/>
                <a:cs typeface="Calibri" panose="020F0502020204030204"/>
              </a:rPr>
              <a:t> </a:t>
            </a:r>
            <a:r>
              <a:rPr sz="2400" dirty="0">
                <a:latin typeface="Calibri" panose="020F0502020204030204"/>
                <a:cs typeface="Calibri" panose="020F0502020204030204"/>
              </a:rPr>
              <a:t>column</a:t>
            </a:r>
            <a:r>
              <a:rPr sz="2400" spc="-20" dirty="0">
                <a:latin typeface="Calibri" panose="020F0502020204030204"/>
                <a:cs typeface="Calibri" panose="020F0502020204030204"/>
              </a:rPr>
              <a:t> </a:t>
            </a:r>
            <a:r>
              <a:rPr sz="2400" dirty="0">
                <a:latin typeface="Calibri" panose="020F0502020204030204"/>
                <a:cs typeface="Calibri" panose="020F0502020204030204"/>
              </a:rPr>
              <a:t>as</a:t>
            </a:r>
            <a:r>
              <a:rPr sz="2400" spc="-20" dirty="0">
                <a:latin typeface="Calibri" panose="020F0502020204030204"/>
                <a:cs typeface="Calibri" panose="020F0502020204030204"/>
              </a:rPr>
              <a:t> </a:t>
            </a:r>
            <a:r>
              <a:rPr sz="2400" dirty="0">
                <a:latin typeface="Calibri" panose="020F0502020204030204"/>
                <a:cs typeface="Calibri" panose="020F0502020204030204"/>
              </a:rPr>
              <a:t>a</a:t>
            </a:r>
            <a:r>
              <a:rPr sz="2400" spc="-25" dirty="0">
                <a:latin typeface="Calibri" panose="020F0502020204030204"/>
                <a:cs typeface="Calibri" panose="020F0502020204030204"/>
              </a:rPr>
              <a:t> </a:t>
            </a:r>
            <a:r>
              <a:rPr sz="2400" spc="-10" dirty="0">
                <a:latin typeface="Calibri" panose="020F0502020204030204"/>
                <a:cs typeface="Calibri" panose="020F0502020204030204"/>
              </a:rPr>
              <a:t>string</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b="1" spc="-20" dirty="0">
                <a:latin typeface="Calibri" panose="020F0502020204030204"/>
                <a:cs typeface="Calibri" panose="020F0502020204030204"/>
              </a:rPr>
              <a:t>row.getInt(</a:t>
            </a:r>
            <a:r>
              <a:rPr sz="2400" b="1" i="1" spc="-20" dirty="0">
                <a:latin typeface="Calibri" panose="020F0502020204030204"/>
                <a:cs typeface="Calibri" panose="020F0502020204030204"/>
              </a:rPr>
              <a:t>n</a:t>
            </a:r>
            <a:r>
              <a:rPr sz="2400" b="1" spc="-20" dirty="0">
                <a:latin typeface="Calibri" panose="020F0502020204030204"/>
                <a:cs typeface="Calibri" panose="020F0502020204030204"/>
              </a:rPr>
              <a:t>) </a:t>
            </a:r>
            <a:r>
              <a:rPr sz="2400" spc="-10" dirty="0">
                <a:latin typeface="Calibri" panose="020F0502020204030204"/>
                <a:cs typeface="Calibri" panose="020F0502020204030204"/>
              </a:rPr>
              <a:t>returns</a:t>
            </a:r>
            <a:r>
              <a:rPr sz="2400" spc="-40" dirty="0">
                <a:latin typeface="Calibri" panose="020F0502020204030204"/>
                <a:cs typeface="Calibri" panose="020F0502020204030204"/>
              </a:rPr>
              <a:t> </a:t>
            </a:r>
            <a:r>
              <a:rPr sz="2400" i="1" dirty="0">
                <a:latin typeface="Calibri" panose="020F0502020204030204"/>
                <a:cs typeface="Calibri" panose="020F0502020204030204"/>
              </a:rPr>
              <a:t>n</a:t>
            </a:r>
            <a:r>
              <a:rPr sz="2400" dirty="0">
                <a:latin typeface="Calibri" panose="020F0502020204030204"/>
                <a:cs typeface="Calibri" panose="020F0502020204030204"/>
              </a:rPr>
              <a:t>th</a:t>
            </a:r>
            <a:r>
              <a:rPr sz="2400" spc="-45" dirty="0">
                <a:latin typeface="Calibri" panose="020F0502020204030204"/>
                <a:cs typeface="Calibri" panose="020F0502020204030204"/>
              </a:rPr>
              <a:t> </a:t>
            </a:r>
            <a:r>
              <a:rPr sz="2400" dirty="0">
                <a:latin typeface="Calibri" panose="020F0502020204030204"/>
                <a:cs typeface="Calibri" panose="020F0502020204030204"/>
              </a:rPr>
              <a:t>column</a:t>
            </a:r>
            <a:r>
              <a:rPr sz="2400" spc="-30" dirty="0">
                <a:latin typeface="Calibri" panose="020F0502020204030204"/>
                <a:cs typeface="Calibri" panose="020F0502020204030204"/>
              </a:rPr>
              <a:t> </a:t>
            </a:r>
            <a:r>
              <a:rPr sz="2400" dirty="0">
                <a:latin typeface="Calibri" panose="020F0502020204030204"/>
                <a:cs typeface="Calibri" panose="020F0502020204030204"/>
              </a:rPr>
              <a:t>as</a:t>
            </a:r>
            <a:r>
              <a:rPr sz="2400" spc="-45" dirty="0">
                <a:latin typeface="Calibri" panose="020F0502020204030204"/>
                <a:cs typeface="Calibri" panose="020F0502020204030204"/>
              </a:rPr>
              <a:t> </a:t>
            </a:r>
            <a:r>
              <a:rPr sz="2400" dirty="0">
                <a:latin typeface="Calibri" panose="020F0502020204030204"/>
                <a:cs typeface="Calibri" panose="020F0502020204030204"/>
              </a:rPr>
              <a:t>an</a:t>
            </a:r>
            <a:r>
              <a:rPr sz="2400" spc="-30" dirty="0">
                <a:latin typeface="Calibri" panose="020F0502020204030204"/>
                <a:cs typeface="Calibri" panose="020F0502020204030204"/>
              </a:rPr>
              <a:t> </a:t>
            </a:r>
            <a:r>
              <a:rPr sz="2400" spc="-10" dirty="0">
                <a:latin typeface="Calibri" panose="020F0502020204030204"/>
                <a:cs typeface="Calibri" panose="020F0502020204030204"/>
              </a:rPr>
              <a:t>integer</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dirty="0">
                <a:latin typeface="Calibri" panose="020F0502020204030204"/>
                <a:cs typeface="Calibri" panose="020F0502020204030204"/>
              </a:rPr>
              <a:t>And</a:t>
            </a:r>
            <a:r>
              <a:rPr sz="2400" spc="-30" dirty="0">
                <a:latin typeface="Calibri" panose="020F0502020204030204"/>
                <a:cs typeface="Calibri" panose="020F0502020204030204"/>
              </a:rPr>
              <a:t> </a:t>
            </a:r>
            <a:r>
              <a:rPr sz="2400" dirty="0">
                <a:latin typeface="Calibri" panose="020F0502020204030204"/>
                <a:cs typeface="Calibri" panose="020F0502020204030204"/>
              </a:rPr>
              <a:t>so</a:t>
            </a:r>
            <a:r>
              <a:rPr sz="2400" spc="-30" dirty="0">
                <a:latin typeface="Calibri" panose="020F0502020204030204"/>
                <a:cs typeface="Calibri" panose="020F0502020204030204"/>
              </a:rPr>
              <a:t> </a:t>
            </a:r>
            <a:r>
              <a:rPr sz="2400" spc="-25" dirty="0">
                <a:latin typeface="Calibri" panose="020F0502020204030204"/>
                <a:cs typeface="Calibri" panose="020F0502020204030204"/>
              </a:rPr>
              <a:t>on</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3110"/>
            <a:ext cx="749808" cy="630936"/>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algn="ctr">
              <a:lnSpc>
                <a:spcPct val="100000"/>
              </a:lnSpc>
              <a:spcBef>
                <a:spcPts val="95"/>
              </a:spcBef>
            </a:pPr>
            <a:r>
              <a:rPr sz="4000" spc="-10" dirty="0"/>
              <a:t>Example:</a:t>
            </a:r>
            <a:r>
              <a:rPr sz="4000" spc="-130" dirty="0"/>
              <a:t> </a:t>
            </a:r>
            <a:r>
              <a:rPr sz="4000" dirty="0"/>
              <a:t>Extracting</a:t>
            </a:r>
            <a:r>
              <a:rPr sz="4000" spc="-135" dirty="0"/>
              <a:t> </a:t>
            </a:r>
            <a:r>
              <a:rPr sz="4000" dirty="0"/>
              <a:t>Data</a:t>
            </a:r>
            <a:r>
              <a:rPr sz="4000" spc="-140" dirty="0"/>
              <a:t> </a:t>
            </a:r>
            <a:r>
              <a:rPr sz="4000" dirty="0"/>
              <a:t>from</a:t>
            </a:r>
            <a:r>
              <a:rPr sz="4000" spc="-135" dirty="0"/>
              <a:t> </a:t>
            </a:r>
            <a:r>
              <a:rPr sz="4000" b="1" spc="-25" dirty="0">
                <a:latin typeface="Calibri" panose="020F0502020204030204"/>
                <a:cs typeface="Calibri" panose="020F0502020204030204"/>
              </a:rPr>
              <a:t>Row</a:t>
            </a:r>
            <a:endParaRPr sz="4000">
              <a:latin typeface="Calibri" panose="020F0502020204030204"/>
              <a:cs typeface="Calibri" panose="020F0502020204030204"/>
            </a:endParaRPr>
          </a:p>
          <a:p>
            <a:pPr algn="ctr">
              <a:lnSpc>
                <a:spcPct val="100000"/>
              </a:lnSpc>
            </a:pPr>
            <a:r>
              <a:rPr sz="4000" spc="-10" dirty="0"/>
              <a:t>Objects</a:t>
            </a:r>
            <a:endParaRPr sz="4000"/>
          </a:p>
        </p:txBody>
      </p:sp>
      <p:pic>
        <p:nvPicPr>
          <p:cNvPr id="3" name="object 3"/>
          <p:cNvPicPr/>
          <p:nvPr/>
        </p:nvPicPr>
        <p:blipFill>
          <a:blip r:embed="rId2" cstate="print"/>
          <a:stretch>
            <a:fillRect/>
          </a:stretch>
        </p:blipFill>
        <p:spPr>
          <a:xfrm>
            <a:off x="947763" y="1828761"/>
            <a:ext cx="7793406" cy="4628054"/>
          </a:xfrm>
          <a:prstGeom prst="rect">
            <a:avLst/>
          </a:prstGeom>
        </p:spPr>
      </p:pic>
      <p:pic>
        <p:nvPicPr>
          <p:cNvPr id="4" name="Picture 3" descr="wingspan_logo.png"/>
          <p:cNvPicPr>
            <a:picLocks noChangeAspect="1"/>
          </p:cNvPicPr>
          <p:nvPr/>
        </p:nvPicPr>
        <p:blipFill>
          <a:blip r:embed="rId3"/>
          <a:stretch>
            <a:fillRect/>
          </a:stretch>
        </p:blipFill>
        <p:spPr>
          <a:xfrm>
            <a:off x="8423739" y="0"/>
            <a:ext cx="749808" cy="630936"/>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174625">
              <a:lnSpc>
                <a:spcPct val="100000"/>
              </a:lnSpc>
              <a:spcBef>
                <a:spcPts val="105"/>
              </a:spcBef>
            </a:pPr>
            <a:r>
              <a:rPr dirty="0"/>
              <a:t>Converting</a:t>
            </a:r>
            <a:r>
              <a:rPr spc="-85" dirty="0"/>
              <a:t> </a:t>
            </a:r>
            <a:r>
              <a:rPr dirty="0"/>
              <a:t>RDDs</a:t>
            </a:r>
            <a:r>
              <a:rPr spc="-70" dirty="0"/>
              <a:t> </a:t>
            </a:r>
            <a:r>
              <a:rPr dirty="0"/>
              <a:t>to</a:t>
            </a:r>
            <a:r>
              <a:rPr spc="-60" dirty="0"/>
              <a:t> </a:t>
            </a:r>
            <a:r>
              <a:rPr spc="-10" dirty="0"/>
              <a:t>DataFrames</a:t>
            </a:r>
          </a:p>
        </p:txBody>
      </p:sp>
      <p:pic>
        <p:nvPicPr>
          <p:cNvPr id="3" name="object 3"/>
          <p:cNvPicPr/>
          <p:nvPr/>
        </p:nvPicPr>
        <p:blipFill>
          <a:blip r:embed="rId2" cstate="print"/>
          <a:stretch>
            <a:fillRect/>
          </a:stretch>
        </p:blipFill>
        <p:spPr>
          <a:xfrm>
            <a:off x="350279" y="2855809"/>
            <a:ext cx="8568525" cy="2597189"/>
          </a:xfrm>
          <a:prstGeom prst="rect">
            <a:avLst/>
          </a:prstGeom>
        </p:spPr>
      </p:pic>
      <p:sp>
        <p:nvSpPr>
          <p:cNvPr id="4" name="object 4"/>
          <p:cNvSpPr txBox="1"/>
          <p:nvPr/>
        </p:nvSpPr>
        <p:spPr>
          <a:xfrm>
            <a:off x="917244" y="1613661"/>
            <a:ext cx="5641340" cy="75755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spc="-40" dirty="0">
                <a:latin typeface="Calibri" panose="020F0502020204030204"/>
                <a:cs typeface="Calibri" panose="020F0502020204030204"/>
              </a:rPr>
              <a:t>You</a:t>
            </a:r>
            <a:r>
              <a:rPr sz="2400" b="1" spc="-35" dirty="0">
                <a:latin typeface="Calibri" panose="020F0502020204030204"/>
                <a:cs typeface="Calibri" panose="020F0502020204030204"/>
              </a:rPr>
              <a:t> </a:t>
            </a:r>
            <a:r>
              <a:rPr sz="2400" b="1" dirty="0">
                <a:latin typeface="Calibri" panose="020F0502020204030204"/>
                <a:cs typeface="Calibri" panose="020F0502020204030204"/>
              </a:rPr>
              <a:t>can</a:t>
            </a:r>
            <a:r>
              <a:rPr sz="2400" b="1" spc="-50" dirty="0">
                <a:latin typeface="Calibri" panose="020F0502020204030204"/>
                <a:cs typeface="Calibri" panose="020F0502020204030204"/>
              </a:rPr>
              <a:t> </a:t>
            </a:r>
            <a:r>
              <a:rPr sz="2400" b="1" dirty="0">
                <a:latin typeface="Calibri" panose="020F0502020204030204"/>
                <a:cs typeface="Calibri" panose="020F0502020204030204"/>
              </a:rPr>
              <a:t>also</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create</a:t>
            </a:r>
            <a:r>
              <a:rPr sz="2400" b="1" spc="-45" dirty="0">
                <a:latin typeface="Calibri" panose="020F0502020204030204"/>
                <a:cs typeface="Calibri" panose="020F0502020204030204"/>
              </a:rPr>
              <a:t> </a:t>
            </a:r>
            <a:r>
              <a:rPr sz="2400" b="1" dirty="0">
                <a:latin typeface="Calibri" panose="020F0502020204030204"/>
                <a:cs typeface="Calibri" panose="020F0502020204030204"/>
              </a:rPr>
              <a:t>a</a:t>
            </a:r>
            <a:r>
              <a:rPr sz="2400" b="1" spc="-35" dirty="0">
                <a:latin typeface="Calibri" panose="020F0502020204030204"/>
                <a:cs typeface="Calibri" panose="020F0502020204030204"/>
              </a:rPr>
              <a:t> </a:t>
            </a:r>
            <a:r>
              <a:rPr sz="2400" b="1" dirty="0">
                <a:latin typeface="Calibri" panose="020F0502020204030204"/>
                <a:cs typeface="Calibri" panose="020F0502020204030204"/>
              </a:rPr>
              <a:t>DF</a:t>
            </a:r>
            <a:r>
              <a:rPr sz="2400" b="1" spc="-40" dirty="0">
                <a:latin typeface="Calibri" panose="020F0502020204030204"/>
                <a:cs typeface="Calibri" panose="020F0502020204030204"/>
              </a:rPr>
              <a:t> </a:t>
            </a:r>
            <a:r>
              <a:rPr sz="2400" b="1" dirty="0">
                <a:latin typeface="Calibri" panose="020F0502020204030204"/>
                <a:cs typeface="Calibri" panose="020F0502020204030204"/>
              </a:rPr>
              <a:t>from</a:t>
            </a:r>
            <a:r>
              <a:rPr sz="2400" b="1" spc="-55" dirty="0">
                <a:latin typeface="Calibri" panose="020F0502020204030204"/>
                <a:cs typeface="Calibri" panose="020F0502020204030204"/>
              </a:rPr>
              <a:t> </a:t>
            </a:r>
            <a:r>
              <a:rPr sz="2400" b="1" dirty="0">
                <a:latin typeface="Calibri" panose="020F0502020204030204"/>
                <a:cs typeface="Calibri" panose="020F0502020204030204"/>
              </a:rPr>
              <a:t>an</a:t>
            </a:r>
            <a:r>
              <a:rPr sz="2400" b="1" spc="-35" dirty="0">
                <a:latin typeface="Calibri" panose="020F0502020204030204"/>
                <a:cs typeface="Calibri" panose="020F0502020204030204"/>
              </a:rPr>
              <a:t> </a:t>
            </a:r>
            <a:r>
              <a:rPr sz="2400" b="1" dirty="0">
                <a:latin typeface="Calibri" panose="020F0502020204030204"/>
                <a:cs typeface="Calibri" panose="020F0502020204030204"/>
              </a:rPr>
              <a:t>RDD</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using createDataFrame</a:t>
            </a:r>
            <a:endParaRPr sz="2400">
              <a:latin typeface="Calibri" panose="020F0502020204030204"/>
              <a:cs typeface="Calibri" panose="020F0502020204030204"/>
            </a:endParaRPr>
          </a:p>
        </p:txBody>
      </p:sp>
      <p:pic>
        <p:nvPicPr>
          <p:cNvPr id="5" name="Picture 4" descr="wingspan_logo.png"/>
          <p:cNvPicPr>
            <a:picLocks noChangeAspect="1"/>
          </p:cNvPicPr>
          <p:nvPr/>
        </p:nvPicPr>
        <p:blipFill>
          <a:blip r:embed="rId3"/>
          <a:stretch>
            <a:fillRect/>
          </a:stretch>
        </p:blipFill>
        <p:spPr>
          <a:xfrm>
            <a:off x="8402681" y="-31102"/>
            <a:ext cx="749808" cy="630936"/>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457200" y="2293873"/>
            <a:ext cx="8229600" cy="1127760"/>
          </a:xfrm>
          <a:custGeom>
            <a:avLst/>
            <a:gdLst/>
            <a:ahLst/>
            <a:cxnLst/>
            <a:rect l="l" t="t" r="r" b="b"/>
            <a:pathLst>
              <a:path w="8229600" h="1127760">
                <a:moveTo>
                  <a:pt x="8041767" y="0"/>
                </a:moveTo>
                <a:lnTo>
                  <a:pt x="187883" y="0"/>
                </a:lnTo>
                <a:lnTo>
                  <a:pt x="137939" y="6708"/>
                </a:lnTo>
                <a:lnTo>
                  <a:pt x="93058" y="25639"/>
                </a:lnTo>
                <a:lnTo>
                  <a:pt x="55032" y="55006"/>
                </a:lnTo>
                <a:lnTo>
                  <a:pt x="25653" y="93020"/>
                </a:lnTo>
                <a:lnTo>
                  <a:pt x="6711" y="137892"/>
                </a:lnTo>
                <a:lnTo>
                  <a:pt x="0" y="187833"/>
                </a:lnTo>
                <a:lnTo>
                  <a:pt x="0" y="939418"/>
                </a:lnTo>
                <a:lnTo>
                  <a:pt x="6711" y="989359"/>
                </a:lnTo>
                <a:lnTo>
                  <a:pt x="25653" y="1034231"/>
                </a:lnTo>
                <a:lnTo>
                  <a:pt x="55032" y="1072245"/>
                </a:lnTo>
                <a:lnTo>
                  <a:pt x="93058" y="1101612"/>
                </a:lnTo>
                <a:lnTo>
                  <a:pt x="137939" y="1120543"/>
                </a:lnTo>
                <a:lnTo>
                  <a:pt x="187883" y="1127252"/>
                </a:lnTo>
                <a:lnTo>
                  <a:pt x="8041767" y="1127252"/>
                </a:lnTo>
                <a:lnTo>
                  <a:pt x="8091707" y="1120543"/>
                </a:lnTo>
                <a:lnTo>
                  <a:pt x="8136579" y="1101612"/>
                </a:lnTo>
                <a:lnTo>
                  <a:pt x="8174593" y="1072245"/>
                </a:lnTo>
                <a:lnTo>
                  <a:pt x="8203960" y="1034231"/>
                </a:lnTo>
                <a:lnTo>
                  <a:pt x="8222891" y="989359"/>
                </a:lnTo>
                <a:lnTo>
                  <a:pt x="8229600" y="939418"/>
                </a:lnTo>
                <a:lnTo>
                  <a:pt x="8229600" y="187833"/>
                </a:lnTo>
                <a:lnTo>
                  <a:pt x="8222891" y="137892"/>
                </a:lnTo>
                <a:lnTo>
                  <a:pt x="8203960" y="93020"/>
                </a:lnTo>
                <a:lnTo>
                  <a:pt x="8174593" y="55006"/>
                </a:lnTo>
                <a:lnTo>
                  <a:pt x="8136579" y="25639"/>
                </a:lnTo>
                <a:lnTo>
                  <a:pt x="8091707" y="6708"/>
                </a:lnTo>
                <a:lnTo>
                  <a:pt x="8041767" y="0"/>
                </a:lnTo>
                <a:close/>
              </a:path>
            </a:pathLst>
          </a:custGeom>
          <a:solidFill>
            <a:srgbClr val="4F81BC"/>
          </a:solidFill>
        </p:spPr>
        <p:txBody>
          <a:bodyPr wrap="square" lIns="0" tIns="0" rIns="0" bIns="0" rtlCol="0"/>
          <a:lstStyle/>
          <a:p>
            <a:endParaRPr/>
          </a:p>
        </p:txBody>
      </p:sp>
      <p:sp>
        <p:nvSpPr>
          <p:cNvPr id="3" name="object 3" descr="$PPTXTitle"/>
          <p:cNvSpPr txBox="1">
            <a:spLocks noGrp="1"/>
          </p:cNvSpPr>
          <p:nvPr>
            <p:ph type="title"/>
          </p:nvPr>
        </p:nvSpPr>
        <p:spPr>
          <a:xfrm>
            <a:off x="1610105" y="2415286"/>
            <a:ext cx="5928360" cy="742315"/>
          </a:xfrm>
          <a:prstGeom prst="rect">
            <a:avLst/>
          </a:prstGeom>
        </p:spPr>
        <p:txBody>
          <a:bodyPr vert="horz" wrap="square" lIns="0" tIns="13335" rIns="0" bIns="0" rtlCol="0">
            <a:spAutoFit/>
          </a:bodyPr>
          <a:lstStyle/>
          <a:p>
            <a:pPr marL="12700">
              <a:lnSpc>
                <a:spcPct val="100000"/>
              </a:lnSpc>
              <a:spcBef>
                <a:spcPts val="105"/>
              </a:spcBef>
            </a:pPr>
            <a:r>
              <a:rPr sz="4700" dirty="0">
                <a:solidFill>
                  <a:srgbClr val="FFFFFF"/>
                </a:solidFill>
              </a:rPr>
              <a:t>Apache</a:t>
            </a:r>
            <a:r>
              <a:rPr sz="4700" spc="-75" dirty="0">
                <a:solidFill>
                  <a:srgbClr val="FFFFFF"/>
                </a:solidFill>
              </a:rPr>
              <a:t> </a:t>
            </a:r>
            <a:r>
              <a:rPr sz="4700" dirty="0">
                <a:solidFill>
                  <a:srgbClr val="FFFFFF"/>
                </a:solidFill>
              </a:rPr>
              <a:t>Spark</a:t>
            </a:r>
            <a:r>
              <a:rPr sz="4700" spc="-100" dirty="0">
                <a:solidFill>
                  <a:srgbClr val="FFFFFF"/>
                </a:solidFill>
              </a:rPr>
              <a:t> </a:t>
            </a:r>
            <a:r>
              <a:rPr sz="4700" spc="-10" dirty="0">
                <a:solidFill>
                  <a:srgbClr val="FFFFFF"/>
                </a:solidFill>
              </a:rPr>
              <a:t>Streaming</a:t>
            </a:r>
            <a:endParaRPr sz="4700"/>
          </a:p>
        </p:txBody>
      </p:sp>
      <p:pic>
        <p:nvPicPr>
          <p:cNvPr id="4" name="object 4"/>
          <p:cNvPicPr/>
          <p:nvPr/>
        </p:nvPicPr>
        <p:blipFill>
          <a:blip r:embed="rId2" cstate="print"/>
          <a:stretch>
            <a:fillRect/>
          </a:stretch>
        </p:blipFill>
        <p:spPr>
          <a:xfrm>
            <a:off x="7543800" y="1447800"/>
            <a:ext cx="771525" cy="771525"/>
          </a:xfrm>
          <a:prstGeom prst="rect">
            <a:avLst/>
          </a:prstGeom>
        </p:spPr>
      </p:pic>
      <p:pic>
        <p:nvPicPr>
          <p:cNvPr id="5" name="Picture 4" descr="wingspan_logo.png"/>
          <p:cNvPicPr>
            <a:picLocks noChangeAspect="1"/>
          </p:cNvPicPr>
          <p:nvPr/>
        </p:nvPicPr>
        <p:blipFill>
          <a:blip r:embed="rId3"/>
          <a:stretch>
            <a:fillRect/>
          </a:stretch>
        </p:blipFill>
        <p:spPr>
          <a:xfrm>
            <a:off x="8367755" y="0"/>
            <a:ext cx="749808" cy="630936"/>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112520">
              <a:lnSpc>
                <a:spcPct val="100000"/>
              </a:lnSpc>
              <a:spcBef>
                <a:spcPts val="105"/>
              </a:spcBef>
            </a:pPr>
            <a:r>
              <a:rPr dirty="0"/>
              <a:t>What</a:t>
            </a:r>
            <a:r>
              <a:rPr spc="-25" dirty="0"/>
              <a:t> </a:t>
            </a:r>
            <a:r>
              <a:rPr dirty="0"/>
              <a:t>Is</a:t>
            </a:r>
            <a:r>
              <a:rPr spc="-25" dirty="0"/>
              <a:t> </a:t>
            </a:r>
            <a:r>
              <a:rPr dirty="0"/>
              <a:t>Spark</a:t>
            </a:r>
            <a:r>
              <a:rPr spc="-20" dirty="0"/>
              <a:t> </a:t>
            </a:r>
            <a:r>
              <a:rPr spc="-10" dirty="0"/>
              <a:t>Streaming?</a:t>
            </a:r>
          </a:p>
        </p:txBody>
      </p:sp>
      <p:sp>
        <p:nvSpPr>
          <p:cNvPr id="3" name="object 3"/>
          <p:cNvSpPr txBox="1"/>
          <p:nvPr/>
        </p:nvSpPr>
        <p:spPr>
          <a:xfrm>
            <a:off x="840739" y="1602994"/>
            <a:ext cx="6061075" cy="2962910"/>
          </a:xfrm>
          <a:prstGeom prst="rect">
            <a:avLst/>
          </a:prstGeom>
        </p:spPr>
        <p:txBody>
          <a:bodyPr vert="horz" wrap="square" lIns="0" tIns="12700" rIns="0" bIns="0" rtlCol="0">
            <a:spAutoFit/>
          </a:bodyPr>
          <a:lstStyle/>
          <a:p>
            <a:pPr marL="12700">
              <a:lnSpc>
                <a:spcPct val="100000"/>
              </a:lnSpc>
              <a:spcBef>
                <a:spcPts val="100"/>
              </a:spcBef>
            </a:pPr>
            <a:r>
              <a:rPr sz="2400" b="1" dirty="0">
                <a:latin typeface="Calibri" panose="020F0502020204030204"/>
                <a:cs typeface="Calibri" panose="020F0502020204030204"/>
              </a:rPr>
              <a:t>An</a:t>
            </a:r>
            <a:r>
              <a:rPr sz="2400" b="1" spc="-45" dirty="0">
                <a:latin typeface="Calibri" panose="020F0502020204030204"/>
                <a:cs typeface="Calibri" panose="020F0502020204030204"/>
              </a:rPr>
              <a:t> </a:t>
            </a:r>
            <a:r>
              <a:rPr sz="2400" b="1" dirty="0">
                <a:latin typeface="Calibri" panose="020F0502020204030204"/>
                <a:cs typeface="Calibri" panose="020F0502020204030204"/>
              </a:rPr>
              <a:t>extension</a:t>
            </a:r>
            <a:r>
              <a:rPr sz="2400" b="1" spc="-45" dirty="0">
                <a:latin typeface="Calibri" panose="020F0502020204030204"/>
                <a:cs typeface="Calibri" panose="020F0502020204030204"/>
              </a:rPr>
              <a:t> </a:t>
            </a:r>
            <a:r>
              <a:rPr sz="2400" b="1" dirty="0">
                <a:latin typeface="Calibri" panose="020F0502020204030204"/>
                <a:cs typeface="Calibri" panose="020F0502020204030204"/>
              </a:rPr>
              <a:t>of</a:t>
            </a:r>
            <a:r>
              <a:rPr sz="2400" b="1" spc="-65" dirty="0">
                <a:latin typeface="Calibri" panose="020F0502020204030204"/>
                <a:cs typeface="Calibri" panose="020F0502020204030204"/>
              </a:rPr>
              <a:t> </a:t>
            </a:r>
            <a:r>
              <a:rPr sz="2400" b="1" dirty="0">
                <a:latin typeface="Calibri" panose="020F0502020204030204"/>
                <a:cs typeface="Calibri" panose="020F0502020204030204"/>
              </a:rPr>
              <a:t>core</a:t>
            </a:r>
            <a:r>
              <a:rPr sz="2400" b="1" spc="-85" dirty="0">
                <a:latin typeface="Calibri" panose="020F0502020204030204"/>
                <a:cs typeface="Calibri" panose="020F0502020204030204"/>
              </a:rPr>
              <a:t> </a:t>
            </a:r>
            <a:r>
              <a:rPr sz="2400" b="1" spc="-20" dirty="0">
                <a:latin typeface="Calibri" panose="020F0502020204030204"/>
                <a:cs typeface="Calibri" panose="020F0502020204030204"/>
              </a:rPr>
              <a:t>Spark</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400" b="1" dirty="0">
                <a:latin typeface="Calibri" panose="020F0502020204030204"/>
                <a:cs typeface="Calibri" panose="020F0502020204030204"/>
              </a:rPr>
              <a:t>Provides</a:t>
            </a:r>
            <a:r>
              <a:rPr sz="2400" b="1" spc="-55" dirty="0">
                <a:latin typeface="Calibri" panose="020F0502020204030204"/>
                <a:cs typeface="Calibri" panose="020F0502020204030204"/>
              </a:rPr>
              <a:t> </a:t>
            </a:r>
            <a:r>
              <a:rPr sz="2400" b="1" spc="-20" dirty="0">
                <a:latin typeface="Calibri" panose="020F0502020204030204"/>
                <a:cs typeface="Calibri" panose="020F0502020204030204"/>
              </a:rPr>
              <a:t>real-</a:t>
            </a:r>
            <a:r>
              <a:rPr sz="2400" b="1" dirty="0">
                <a:latin typeface="Calibri" panose="020F0502020204030204"/>
                <a:cs typeface="Calibri" panose="020F0502020204030204"/>
              </a:rPr>
              <a:t>time</a:t>
            </a:r>
            <a:r>
              <a:rPr sz="2400" b="1" spc="-50" dirty="0">
                <a:latin typeface="Calibri" panose="020F0502020204030204"/>
                <a:cs typeface="Calibri" panose="020F0502020204030204"/>
              </a:rPr>
              <a:t> </a:t>
            </a:r>
            <a:r>
              <a:rPr sz="2400" b="1" dirty="0">
                <a:latin typeface="Calibri" panose="020F0502020204030204"/>
                <a:cs typeface="Calibri" panose="020F0502020204030204"/>
              </a:rPr>
              <a:t>processing</a:t>
            </a:r>
            <a:r>
              <a:rPr sz="2400" b="1" spc="-65" dirty="0">
                <a:latin typeface="Calibri" panose="020F0502020204030204"/>
                <a:cs typeface="Calibri" panose="020F0502020204030204"/>
              </a:rPr>
              <a:t> </a:t>
            </a:r>
            <a:r>
              <a:rPr sz="2400" b="1" dirty="0">
                <a:latin typeface="Calibri" panose="020F0502020204030204"/>
                <a:cs typeface="Calibri" panose="020F0502020204030204"/>
              </a:rPr>
              <a:t>of</a:t>
            </a:r>
            <a:r>
              <a:rPr sz="2400" b="1" spc="-55" dirty="0">
                <a:latin typeface="Calibri" panose="020F0502020204030204"/>
                <a:cs typeface="Calibri" panose="020F0502020204030204"/>
              </a:rPr>
              <a:t> </a:t>
            </a:r>
            <a:r>
              <a:rPr sz="2400" b="1" dirty="0">
                <a:latin typeface="Calibri" panose="020F0502020204030204"/>
                <a:cs typeface="Calibri" panose="020F0502020204030204"/>
              </a:rPr>
              <a:t>stream</a:t>
            </a:r>
            <a:r>
              <a:rPr sz="2400" b="1" spc="-75" dirty="0">
                <a:latin typeface="Calibri" panose="020F0502020204030204"/>
                <a:cs typeface="Calibri" panose="020F0502020204030204"/>
              </a:rPr>
              <a:t> </a:t>
            </a:r>
            <a:r>
              <a:rPr sz="2400" b="1" spc="-20" dirty="0">
                <a:latin typeface="Calibri" panose="020F0502020204030204"/>
                <a:cs typeface="Calibri" panose="020F0502020204030204"/>
              </a:rPr>
              <a:t>data</a:t>
            </a:r>
            <a:endParaRPr sz="2400">
              <a:latin typeface="Calibri" panose="020F0502020204030204"/>
              <a:cs typeface="Calibri" panose="020F0502020204030204"/>
            </a:endParaRPr>
          </a:p>
          <a:p>
            <a:pPr>
              <a:lnSpc>
                <a:spcPct val="100000"/>
              </a:lnSpc>
              <a:spcBef>
                <a:spcPts val="195"/>
              </a:spcBef>
            </a:pPr>
            <a:endParaRPr sz="2400">
              <a:latin typeface="Calibri" panose="020F0502020204030204"/>
              <a:cs typeface="Calibri" panose="020F0502020204030204"/>
            </a:endParaRPr>
          </a:p>
          <a:p>
            <a:pPr marL="12700" marR="5080">
              <a:lnSpc>
                <a:spcPts val="2800"/>
              </a:lnSpc>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spc="-20" dirty="0">
                <a:latin typeface="Calibri" panose="020F0502020204030204"/>
                <a:cs typeface="Calibri" panose="020F0502020204030204"/>
              </a:rPr>
              <a:t>Versions</a:t>
            </a:r>
            <a:r>
              <a:rPr sz="2400" b="1" spc="-60" dirty="0">
                <a:latin typeface="Calibri" panose="020F0502020204030204"/>
                <a:cs typeface="Calibri" panose="020F0502020204030204"/>
              </a:rPr>
              <a:t> </a:t>
            </a:r>
            <a:r>
              <a:rPr sz="2400" b="1" dirty="0">
                <a:latin typeface="Calibri" panose="020F0502020204030204"/>
                <a:cs typeface="Calibri" panose="020F0502020204030204"/>
              </a:rPr>
              <a:t>1.3</a:t>
            </a:r>
            <a:r>
              <a:rPr sz="2400" b="1" spc="-50" dirty="0">
                <a:latin typeface="Calibri" panose="020F0502020204030204"/>
                <a:cs typeface="Calibri" panose="020F0502020204030204"/>
              </a:rPr>
              <a:t> </a:t>
            </a:r>
            <a:r>
              <a:rPr sz="2400" b="1" dirty="0">
                <a:latin typeface="Calibri" panose="020F0502020204030204"/>
                <a:cs typeface="Calibri" panose="020F0502020204030204"/>
              </a:rPr>
              <a:t>and</a:t>
            </a:r>
            <a:r>
              <a:rPr sz="2400" b="1" spc="-45" dirty="0">
                <a:latin typeface="Calibri" panose="020F0502020204030204"/>
                <a:cs typeface="Calibri" panose="020F0502020204030204"/>
              </a:rPr>
              <a:t> </a:t>
            </a:r>
            <a:r>
              <a:rPr sz="2400" b="1" dirty="0">
                <a:latin typeface="Calibri" panose="020F0502020204030204"/>
                <a:cs typeface="Calibri" panose="020F0502020204030204"/>
              </a:rPr>
              <a:t>later</a:t>
            </a:r>
            <a:r>
              <a:rPr sz="2400" b="1" spc="-55" dirty="0">
                <a:latin typeface="Calibri" panose="020F0502020204030204"/>
                <a:cs typeface="Calibri" panose="020F0502020204030204"/>
              </a:rPr>
              <a:t> </a:t>
            </a:r>
            <a:r>
              <a:rPr sz="2400" b="1" dirty="0">
                <a:latin typeface="Calibri" panose="020F0502020204030204"/>
                <a:cs typeface="Calibri" panose="020F0502020204030204"/>
              </a:rPr>
              <a:t>support</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Java,</a:t>
            </a:r>
            <a:r>
              <a:rPr sz="2400" b="1" spc="-75" dirty="0">
                <a:latin typeface="Calibri" panose="020F0502020204030204"/>
                <a:cs typeface="Calibri" panose="020F0502020204030204"/>
              </a:rPr>
              <a:t> </a:t>
            </a:r>
            <a:r>
              <a:rPr sz="2400" b="1" dirty="0">
                <a:latin typeface="Calibri" panose="020F0502020204030204"/>
                <a:cs typeface="Calibri" panose="020F0502020204030204"/>
              </a:rPr>
              <a:t>Scala,</a:t>
            </a:r>
            <a:r>
              <a:rPr sz="2400" b="1" spc="-60" dirty="0">
                <a:latin typeface="Calibri" panose="020F0502020204030204"/>
                <a:cs typeface="Calibri" panose="020F0502020204030204"/>
              </a:rPr>
              <a:t> </a:t>
            </a:r>
            <a:r>
              <a:rPr sz="2400" b="1" spc="-25" dirty="0">
                <a:latin typeface="Calibri" panose="020F0502020204030204"/>
                <a:cs typeface="Calibri" panose="020F0502020204030204"/>
              </a:rPr>
              <a:t>and </a:t>
            </a:r>
            <a:r>
              <a:rPr sz="2400" b="1" spc="-10" dirty="0">
                <a:latin typeface="Calibri" panose="020F0502020204030204"/>
                <a:cs typeface="Calibri" panose="020F0502020204030204"/>
              </a:rPr>
              <a:t>Python</a:t>
            </a:r>
            <a:endParaRPr sz="2400">
              <a:latin typeface="Calibri" panose="020F0502020204030204"/>
              <a:cs typeface="Calibri" panose="020F0502020204030204"/>
            </a:endParaRPr>
          </a:p>
          <a:p>
            <a:pPr marL="12700">
              <a:lnSpc>
                <a:spcPct val="100000"/>
              </a:lnSpc>
              <a:spcBef>
                <a:spcPts val="2885"/>
              </a:spcBef>
            </a:pP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dirty="0">
                <a:latin typeface="Calibri" panose="020F0502020204030204"/>
                <a:cs typeface="Calibri" panose="020F0502020204030204"/>
              </a:rPr>
              <a:t>Prior</a:t>
            </a:r>
            <a:r>
              <a:rPr sz="2400" spc="-40" dirty="0">
                <a:latin typeface="Calibri" panose="020F0502020204030204"/>
                <a:cs typeface="Calibri" panose="020F0502020204030204"/>
              </a:rPr>
              <a:t> </a:t>
            </a:r>
            <a:r>
              <a:rPr sz="2400" dirty="0">
                <a:latin typeface="Calibri" panose="020F0502020204030204"/>
                <a:cs typeface="Calibri" panose="020F0502020204030204"/>
              </a:rPr>
              <a:t>versions</a:t>
            </a:r>
            <a:r>
              <a:rPr sz="2400" spc="-25" dirty="0">
                <a:latin typeface="Calibri" panose="020F0502020204030204"/>
                <a:cs typeface="Calibri" panose="020F0502020204030204"/>
              </a:rPr>
              <a:t> </a:t>
            </a:r>
            <a:r>
              <a:rPr sz="2400" dirty="0">
                <a:latin typeface="Calibri" panose="020F0502020204030204"/>
                <a:cs typeface="Calibri" panose="020F0502020204030204"/>
              </a:rPr>
              <a:t>did</a:t>
            </a:r>
            <a:r>
              <a:rPr sz="2400" spc="-30" dirty="0">
                <a:latin typeface="Calibri" panose="020F0502020204030204"/>
                <a:cs typeface="Calibri" panose="020F0502020204030204"/>
              </a:rPr>
              <a:t> </a:t>
            </a:r>
            <a:r>
              <a:rPr sz="2400" dirty="0">
                <a:latin typeface="Calibri" panose="020F0502020204030204"/>
                <a:cs typeface="Calibri" panose="020F0502020204030204"/>
              </a:rPr>
              <a:t>not</a:t>
            </a:r>
            <a:r>
              <a:rPr sz="2400" spc="-35" dirty="0">
                <a:latin typeface="Calibri" panose="020F0502020204030204"/>
                <a:cs typeface="Calibri" panose="020F0502020204030204"/>
              </a:rPr>
              <a:t> </a:t>
            </a:r>
            <a:r>
              <a:rPr sz="2400" dirty="0">
                <a:latin typeface="Calibri" panose="020F0502020204030204"/>
                <a:cs typeface="Calibri" panose="020F0502020204030204"/>
              </a:rPr>
              <a:t>support</a:t>
            </a:r>
            <a:r>
              <a:rPr sz="2400" spc="-30" dirty="0">
                <a:latin typeface="Calibri" panose="020F0502020204030204"/>
                <a:cs typeface="Calibri" panose="020F0502020204030204"/>
              </a:rPr>
              <a:t> </a:t>
            </a:r>
            <a:r>
              <a:rPr sz="2400" spc="-10" dirty="0">
                <a:latin typeface="Calibri" panose="020F0502020204030204"/>
                <a:cs typeface="Calibri" panose="020F0502020204030204"/>
              </a:rPr>
              <a:t>Python</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127760">
              <a:lnSpc>
                <a:spcPct val="100000"/>
              </a:lnSpc>
              <a:spcBef>
                <a:spcPts val="105"/>
              </a:spcBef>
            </a:pPr>
            <a:r>
              <a:rPr dirty="0"/>
              <a:t>Spark</a:t>
            </a:r>
            <a:r>
              <a:rPr spc="-55" dirty="0"/>
              <a:t> </a:t>
            </a:r>
            <a:r>
              <a:rPr dirty="0"/>
              <a:t>Streaming</a:t>
            </a:r>
            <a:r>
              <a:rPr spc="-70" dirty="0"/>
              <a:t> </a:t>
            </a:r>
            <a:r>
              <a:rPr spc="-10" dirty="0"/>
              <a:t>Features</a:t>
            </a:r>
          </a:p>
        </p:txBody>
      </p:sp>
      <p:sp>
        <p:nvSpPr>
          <p:cNvPr id="3" name="object 3"/>
          <p:cNvSpPr txBox="1"/>
          <p:nvPr/>
        </p:nvSpPr>
        <p:spPr>
          <a:xfrm>
            <a:off x="612140" y="1679194"/>
            <a:ext cx="5473065" cy="369506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25" dirty="0">
                <a:latin typeface="Calibri" panose="020F0502020204030204"/>
                <a:cs typeface="Calibri" panose="020F0502020204030204"/>
              </a:rPr>
              <a:t> </a:t>
            </a:r>
            <a:r>
              <a:rPr sz="2400" b="1" spc="-10" dirty="0">
                <a:latin typeface="Calibri" panose="020F0502020204030204"/>
                <a:cs typeface="Calibri" panose="020F0502020204030204"/>
              </a:rPr>
              <a:t>Second-</a:t>
            </a:r>
            <a:r>
              <a:rPr sz="2400" b="1" dirty="0">
                <a:latin typeface="Calibri" panose="020F0502020204030204"/>
                <a:cs typeface="Calibri" panose="020F0502020204030204"/>
              </a:rPr>
              <a:t>scale</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latencies</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400" b="1" dirty="0">
                <a:latin typeface="Calibri" panose="020F0502020204030204"/>
                <a:cs typeface="Calibri" panose="020F0502020204030204"/>
              </a:rPr>
              <a:t>Scalability</a:t>
            </a:r>
            <a:r>
              <a:rPr sz="2400" b="1" spc="-70" dirty="0">
                <a:latin typeface="Calibri" panose="020F0502020204030204"/>
                <a:cs typeface="Calibri" panose="020F0502020204030204"/>
              </a:rPr>
              <a:t> </a:t>
            </a:r>
            <a:r>
              <a:rPr sz="2400" b="1" dirty="0">
                <a:latin typeface="Calibri" panose="020F0502020204030204"/>
                <a:cs typeface="Calibri" panose="020F0502020204030204"/>
              </a:rPr>
              <a:t>and</a:t>
            </a:r>
            <a:r>
              <a:rPr sz="2400" b="1" spc="-55" dirty="0">
                <a:latin typeface="Calibri" panose="020F0502020204030204"/>
                <a:cs typeface="Calibri" panose="020F0502020204030204"/>
              </a:rPr>
              <a:t> </a:t>
            </a:r>
            <a:r>
              <a:rPr sz="2400" b="1" dirty="0">
                <a:latin typeface="Calibri" panose="020F0502020204030204"/>
                <a:cs typeface="Calibri" panose="020F0502020204030204"/>
              </a:rPr>
              <a:t>efficient</a:t>
            </a:r>
            <a:r>
              <a:rPr sz="2400" b="1" spc="-60" dirty="0">
                <a:latin typeface="Calibri" panose="020F0502020204030204"/>
                <a:cs typeface="Calibri" panose="020F0502020204030204"/>
              </a:rPr>
              <a:t> </a:t>
            </a:r>
            <a:r>
              <a:rPr sz="2400" b="1" dirty="0">
                <a:latin typeface="Calibri" panose="020F0502020204030204"/>
                <a:cs typeface="Calibri" panose="020F0502020204030204"/>
              </a:rPr>
              <a:t>fault</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tolerance</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“Once</a:t>
            </a:r>
            <a:r>
              <a:rPr sz="2400" b="1" spc="-25" dirty="0">
                <a:latin typeface="Calibri" panose="020F0502020204030204"/>
                <a:cs typeface="Calibri" panose="020F0502020204030204"/>
              </a:rPr>
              <a:t> </a:t>
            </a:r>
            <a:r>
              <a:rPr sz="2400" b="1" dirty="0">
                <a:latin typeface="Calibri" panose="020F0502020204030204"/>
                <a:cs typeface="Calibri" panose="020F0502020204030204"/>
              </a:rPr>
              <a:t>and</a:t>
            </a:r>
            <a:r>
              <a:rPr sz="2400" b="1" spc="-40" dirty="0">
                <a:latin typeface="Calibri" panose="020F0502020204030204"/>
                <a:cs typeface="Calibri" panose="020F0502020204030204"/>
              </a:rPr>
              <a:t> </a:t>
            </a:r>
            <a:r>
              <a:rPr sz="2400" b="1" dirty="0">
                <a:latin typeface="Calibri" panose="020F0502020204030204"/>
                <a:cs typeface="Calibri" panose="020F0502020204030204"/>
              </a:rPr>
              <a:t>only</a:t>
            </a:r>
            <a:r>
              <a:rPr sz="2400" b="1" spc="-50" dirty="0">
                <a:latin typeface="Calibri" panose="020F0502020204030204"/>
                <a:cs typeface="Calibri" panose="020F0502020204030204"/>
              </a:rPr>
              <a:t> </a:t>
            </a:r>
            <a:r>
              <a:rPr sz="2400" b="1" dirty="0">
                <a:latin typeface="Calibri" panose="020F0502020204030204"/>
                <a:cs typeface="Calibri" panose="020F0502020204030204"/>
              </a:rPr>
              <a:t>once”</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processing</a:t>
            </a:r>
            <a:endParaRPr sz="2400">
              <a:latin typeface="Calibri" panose="020F0502020204030204"/>
              <a:cs typeface="Calibri" panose="020F0502020204030204"/>
            </a:endParaRPr>
          </a:p>
          <a:p>
            <a:pPr marL="12700">
              <a:lnSpc>
                <a:spcPct val="100000"/>
              </a:lnSpc>
              <a:spcBef>
                <a:spcPts val="2885"/>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spc="-20" dirty="0">
                <a:latin typeface="Calibri" panose="020F0502020204030204"/>
                <a:cs typeface="Calibri" panose="020F0502020204030204"/>
              </a:rPr>
              <a:t>Integrates</a:t>
            </a:r>
            <a:r>
              <a:rPr sz="2400" b="1" spc="-45" dirty="0">
                <a:latin typeface="Calibri" panose="020F0502020204030204"/>
                <a:cs typeface="Calibri" panose="020F0502020204030204"/>
              </a:rPr>
              <a:t> </a:t>
            </a:r>
            <a:r>
              <a:rPr sz="2400" b="1" dirty="0">
                <a:latin typeface="Calibri" panose="020F0502020204030204"/>
                <a:cs typeface="Calibri" panose="020F0502020204030204"/>
              </a:rPr>
              <a:t>batch</a:t>
            </a:r>
            <a:r>
              <a:rPr sz="2400" b="1" spc="-40" dirty="0">
                <a:latin typeface="Calibri" panose="020F0502020204030204"/>
                <a:cs typeface="Calibri" panose="020F0502020204030204"/>
              </a:rPr>
              <a:t> </a:t>
            </a:r>
            <a:r>
              <a:rPr sz="2400" b="1" dirty="0">
                <a:latin typeface="Calibri" panose="020F0502020204030204"/>
                <a:cs typeface="Calibri" panose="020F0502020204030204"/>
              </a:rPr>
              <a:t>and</a:t>
            </a:r>
            <a:r>
              <a:rPr sz="2400" b="1" spc="-45" dirty="0">
                <a:latin typeface="Calibri" panose="020F0502020204030204"/>
                <a:cs typeface="Calibri" panose="020F0502020204030204"/>
              </a:rPr>
              <a:t> </a:t>
            </a:r>
            <a:r>
              <a:rPr sz="2400" b="1" spc="-20" dirty="0">
                <a:latin typeface="Calibri" panose="020F0502020204030204"/>
                <a:cs typeface="Calibri" panose="020F0502020204030204"/>
              </a:rPr>
              <a:t>real-</a:t>
            </a:r>
            <a:r>
              <a:rPr sz="2400" b="1" dirty="0">
                <a:latin typeface="Calibri" panose="020F0502020204030204"/>
                <a:cs typeface="Calibri" panose="020F0502020204030204"/>
              </a:rPr>
              <a:t>time</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processing</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400" b="1" dirty="0">
                <a:latin typeface="Calibri" panose="020F0502020204030204"/>
                <a:cs typeface="Calibri" panose="020F0502020204030204"/>
              </a:rPr>
              <a:t>Easy</a:t>
            </a:r>
            <a:r>
              <a:rPr sz="2400" b="1" spc="-55" dirty="0">
                <a:latin typeface="Calibri" panose="020F0502020204030204"/>
                <a:cs typeface="Calibri" panose="020F0502020204030204"/>
              </a:rPr>
              <a:t> </a:t>
            </a:r>
            <a:r>
              <a:rPr sz="2400" b="1" dirty="0">
                <a:latin typeface="Calibri" panose="020F0502020204030204"/>
                <a:cs typeface="Calibri" panose="020F0502020204030204"/>
              </a:rPr>
              <a:t>to</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develop</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dirty="0">
                <a:latin typeface="Calibri" panose="020F0502020204030204"/>
                <a:cs typeface="Calibri" panose="020F0502020204030204"/>
              </a:rPr>
              <a:t>Uses</a:t>
            </a:r>
            <a:r>
              <a:rPr sz="2400" spc="-65" dirty="0">
                <a:latin typeface="Calibri" panose="020F0502020204030204"/>
                <a:cs typeface="Calibri" panose="020F0502020204030204"/>
              </a:rPr>
              <a:t> </a:t>
            </a:r>
            <a:r>
              <a:rPr sz="2400" spc="-10" dirty="0">
                <a:latin typeface="Calibri" panose="020F0502020204030204"/>
                <a:cs typeface="Calibri" panose="020F0502020204030204"/>
              </a:rPr>
              <a:t>Spark’s</a:t>
            </a:r>
            <a:r>
              <a:rPr sz="2400" spc="-80" dirty="0">
                <a:latin typeface="Calibri" panose="020F0502020204030204"/>
                <a:cs typeface="Calibri" panose="020F0502020204030204"/>
              </a:rPr>
              <a:t> </a:t>
            </a:r>
            <a:r>
              <a:rPr sz="2400" spc="-10" dirty="0">
                <a:latin typeface="Calibri" panose="020F0502020204030204"/>
                <a:cs typeface="Calibri" panose="020F0502020204030204"/>
              </a:rPr>
              <a:t>high-</a:t>
            </a:r>
            <a:r>
              <a:rPr sz="2400" dirty="0">
                <a:latin typeface="Calibri" panose="020F0502020204030204"/>
                <a:cs typeface="Calibri" panose="020F0502020204030204"/>
              </a:rPr>
              <a:t>level</a:t>
            </a:r>
            <a:r>
              <a:rPr sz="2400" spc="-55" dirty="0">
                <a:latin typeface="Calibri" panose="020F0502020204030204"/>
                <a:cs typeface="Calibri" panose="020F0502020204030204"/>
              </a:rPr>
              <a:t> </a:t>
            </a:r>
            <a:r>
              <a:rPr sz="2400" spc="-25" dirty="0">
                <a:latin typeface="Calibri" panose="020F0502020204030204"/>
                <a:cs typeface="Calibri" panose="020F0502020204030204"/>
              </a:rPr>
              <a:t>API</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031875">
              <a:lnSpc>
                <a:spcPct val="100000"/>
              </a:lnSpc>
              <a:spcBef>
                <a:spcPts val="105"/>
              </a:spcBef>
            </a:pPr>
            <a:r>
              <a:rPr dirty="0"/>
              <a:t>Spark</a:t>
            </a:r>
            <a:r>
              <a:rPr spc="-55" dirty="0"/>
              <a:t> </a:t>
            </a:r>
            <a:r>
              <a:rPr dirty="0"/>
              <a:t>Streaming</a:t>
            </a:r>
            <a:r>
              <a:rPr spc="-70" dirty="0"/>
              <a:t> </a:t>
            </a:r>
            <a:r>
              <a:rPr spc="-10" dirty="0"/>
              <a:t>Overview</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317500">
              <a:lnSpc>
                <a:spcPts val="2840"/>
              </a:lnSpc>
              <a:spcBef>
                <a:spcPts val="100"/>
              </a:spcBef>
            </a:pPr>
            <a:r>
              <a:rPr sz="1800" b="0" dirty="0">
                <a:latin typeface="Calibri" panose="020F0502020204030204"/>
                <a:cs typeface="Calibri" panose="020F0502020204030204"/>
              </a:rPr>
              <a:t>§</a:t>
            </a:r>
            <a:r>
              <a:rPr sz="1800" b="0" spc="-45" dirty="0">
                <a:latin typeface="Calibri" panose="020F0502020204030204"/>
                <a:cs typeface="Calibri" panose="020F0502020204030204"/>
              </a:rPr>
              <a:t> </a:t>
            </a:r>
            <a:r>
              <a:rPr dirty="0"/>
              <a:t>Divide</a:t>
            </a:r>
            <a:r>
              <a:rPr spc="-60" dirty="0"/>
              <a:t> </a:t>
            </a:r>
            <a:r>
              <a:rPr dirty="0"/>
              <a:t>up</a:t>
            </a:r>
            <a:r>
              <a:rPr spc="-60" dirty="0"/>
              <a:t> </a:t>
            </a:r>
            <a:r>
              <a:rPr dirty="0"/>
              <a:t>data</a:t>
            </a:r>
            <a:r>
              <a:rPr spc="-45" dirty="0"/>
              <a:t> </a:t>
            </a:r>
            <a:r>
              <a:rPr dirty="0"/>
              <a:t>stream</a:t>
            </a:r>
            <a:r>
              <a:rPr spc="-70" dirty="0"/>
              <a:t> </a:t>
            </a:r>
            <a:r>
              <a:rPr dirty="0"/>
              <a:t>into</a:t>
            </a:r>
            <a:r>
              <a:rPr spc="-45" dirty="0"/>
              <a:t> </a:t>
            </a:r>
            <a:r>
              <a:rPr spc="-10" dirty="0"/>
              <a:t>batches</a:t>
            </a:r>
            <a:r>
              <a:rPr spc="-45" dirty="0"/>
              <a:t> </a:t>
            </a:r>
            <a:r>
              <a:rPr dirty="0"/>
              <a:t>of</a:t>
            </a:r>
            <a:r>
              <a:rPr spc="-50" dirty="0"/>
              <a:t> </a:t>
            </a:r>
            <a:r>
              <a:rPr i="1" dirty="0">
                <a:latin typeface="Calibri" panose="020F0502020204030204"/>
                <a:cs typeface="Calibri" panose="020F0502020204030204"/>
              </a:rPr>
              <a:t>n</a:t>
            </a:r>
            <a:r>
              <a:rPr i="1" spc="-60" dirty="0">
                <a:latin typeface="Calibri" panose="020F0502020204030204"/>
                <a:cs typeface="Calibri" panose="020F0502020204030204"/>
              </a:rPr>
              <a:t> </a:t>
            </a:r>
            <a:r>
              <a:rPr spc="-10" dirty="0"/>
              <a:t>seconds</a:t>
            </a:r>
            <a:endParaRPr sz="1800">
              <a:latin typeface="Calibri" panose="020F0502020204030204"/>
              <a:cs typeface="Calibri" panose="020F0502020204030204"/>
            </a:endParaRPr>
          </a:p>
          <a:p>
            <a:pPr marL="317500">
              <a:lnSpc>
                <a:spcPts val="2840"/>
              </a:lnSpc>
            </a:pPr>
            <a:r>
              <a:rPr b="0" dirty="0">
                <a:latin typeface="Calibri" panose="020F0502020204030204"/>
                <a:cs typeface="Calibri" panose="020F0502020204030204"/>
              </a:rPr>
              <a:t>–</a:t>
            </a:r>
            <a:r>
              <a:rPr b="0" spc="-25" dirty="0">
                <a:latin typeface="Calibri" panose="020F0502020204030204"/>
                <a:cs typeface="Calibri" panose="020F0502020204030204"/>
              </a:rPr>
              <a:t> </a:t>
            </a:r>
            <a:r>
              <a:rPr b="0" dirty="0">
                <a:latin typeface="Calibri" panose="020F0502020204030204"/>
                <a:cs typeface="Calibri" panose="020F0502020204030204"/>
              </a:rPr>
              <a:t>Called</a:t>
            </a:r>
            <a:r>
              <a:rPr b="0" spc="-40" dirty="0">
                <a:latin typeface="Calibri" panose="020F0502020204030204"/>
                <a:cs typeface="Calibri" panose="020F0502020204030204"/>
              </a:rPr>
              <a:t> </a:t>
            </a:r>
            <a:r>
              <a:rPr b="0" dirty="0">
                <a:latin typeface="Calibri" panose="020F0502020204030204"/>
                <a:cs typeface="Calibri" panose="020F0502020204030204"/>
              </a:rPr>
              <a:t>a</a:t>
            </a:r>
            <a:r>
              <a:rPr b="0" spc="-40" dirty="0">
                <a:latin typeface="Calibri" panose="020F0502020204030204"/>
                <a:cs typeface="Calibri" panose="020F0502020204030204"/>
              </a:rPr>
              <a:t> </a:t>
            </a:r>
            <a:r>
              <a:rPr b="0" i="1" dirty="0">
                <a:latin typeface="Calibri" panose="020F0502020204030204"/>
                <a:cs typeface="Calibri" panose="020F0502020204030204"/>
              </a:rPr>
              <a:t>DStream</a:t>
            </a:r>
            <a:r>
              <a:rPr b="0" i="1" spc="-20" dirty="0">
                <a:latin typeface="Calibri" panose="020F0502020204030204"/>
                <a:cs typeface="Calibri" panose="020F0502020204030204"/>
              </a:rPr>
              <a:t> </a:t>
            </a:r>
            <a:r>
              <a:rPr b="0" spc="-10" dirty="0">
                <a:latin typeface="Calibri" panose="020F0502020204030204"/>
                <a:cs typeface="Calibri" panose="020F0502020204030204"/>
              </a:rPr>
              <a:t>(Discretized</a:t>
            </a:r>
            <a:r>
              <a:rPr b="0" spc="-50" dirty="0">
                <a:latin typeface="Calibri" panose="020F0502020204030204"/>
                <a:cs typeface="Calibri" panose="020F0502020204030204"/>
              </a:rPr>
              <a:t> </a:t>
            </a:r>
            <a:r>
              <a:rPr b="0" spc="-10" dirty="0">
                <a:latin typeface="Calibri" panose="020F0502020204030204"/>
                <a:cs typeface="Calibri" panose="020F0502020204030204"/>
              </a:rPr>
              <a:t>Stream)</a:t>
            </a:r>
          </a:p>
          <a:p>
            <a:pPr marL="317500">
              <a:lnSpc>
                <a:spcPct val="100000"/>
              </a:lnSpc>
              <a:spcBef>
                <a:spcPts val="85"/>
              </a:spcBef>
            </a:pPr>
            <a:r>
              <a:rPr b="0" dirty="0">
                <a:latin typeface="Calibri" panose="020F0502020204030204"/>
                <a:cs typeface="Calibri" panose="020F0502020204030204"/>
              </a:rPr>
              <a:t>§</a:t>
            </a:r>
            <a:r>
              <a:rPr b="0" spc="-30" dirty="0">
                <a:latin typeface="Calibri" panose="020F0502020204030204"/>
                <a:cs typeface="Calibri" panose="020F0502020204030204"/>
              </a:rPr>
              <a:t> </a:t>
            </a:r>
            <a:r>
              <a:rPr dirty="0"/>
              <a:t>Process</a:t>
            </a:r>
            <a:r>
              <a:rPr spc="-55" dirty="0"/>
              <a:t> </a:t>
            </a:r>
            <a:r>
              <a:rPr dirty="0"/>
              <a:t>each</a:t>
            </a:r>
            <a:r>
              <a:rPr spc="-30" dirty="0"/>
              <a:t> </a:t>
            </a:r>
            <a:r>
              <a:rPr dirty="0"/>
              <a:t>batch</a:t>
            </a:r>
            <a:r>
              <a:rPr spc="-25" dirty="0"/>
              <a:t> </a:t>
            </a:r>
            <a:r>
              <a:rPr dirty="0"/>
              <a:t>in</a:t>
            </a:r>
            <a:r>
              <a:rPr spc="-40" dirty="0"/>
              <a:t> </a:t>
            </a:r>
            <a:r>
              <a:rPr dirty="0"/>
              <a:t>Spark</a:t>
            </a:r>
            <a:r>
              <a:rPr spc="-40" dirty="0"/>
              <a:t> </a:t>
            </a:r>
            <a:r>
              <a:rPr dirty="0"/>
              <a:t>as</a:t>
            </a:r>
            <a:r>
              <a:rPr spc="-30" dirty="0"/>
              <a:t> </a:t>
            </a:r>
            <a:r>
              <a:rPr dirty="0"/>
              <a:t>an</a:t>
            </a:r>
            <a:r>
              <a:rPr spc="-30" dirty="0"/>
              <a:t> </a:t>
            </a:r>
            <a:r>
              <a:rPr spc="-25" dirty="0"/>
              <a:t>RDD</a:t>
            </a:r>
          </a:p>
          <a:p>
            <a:pPr marL="317500">
              <a:lnSpc>
                <a:spcPct val="100000"/>
              </a:lnSpc>
            </a:pPr>
            <a:r>
              <a:rPr b="0" dirty="0">
                <a:latin typeface="Calibri" panose="020F0502020204030204"/>
                <a:cs typeface="Calibri" panose="020F0502020204030204"/>
              </a:rPr>
              <a:t>§</a:t>
            </a:r>
            <a:r>
              <a:rPr b="0" spc="-45" dirty="0">
                <a:latin typeface="Calibri" panose="020F0502020204030204"/>
                <a:cs typeface="Calibri" panose="020F0502020204030204"/>
              </a:rPr>
              <a:t> </a:t>
            </a:r>
            <a:r>
              <a:rPr dirty="0"/>
              <a:t>Return</a:t>
            </a:r>
            <a:r>
              <a:rPr spc="-45" dirty="0"/>
              <a:t> </a:t>
            </a:r>
            <a:r>
              <a:rPr dirty="0"/>
              <a:t>results</a:t>
            </a:r>
            <a:r>
              <a:rPr spc="-35" dirty="0"/>
              <a:t> </a:t>
            </a:r>
            <a:r>
              <a:rPr dirty="0"/>
              <a:t>of</a:t>
            </a:r>
            <a:r>
              <a:rPr spc="-50" dirty="0"/>
              <a:t> </a:t>
            </a:r>
            <a:r>
              <a:rPr dirty="0"/>
              <a:t>RDD</a:t>
            </a:r>
            <a:r>
              <a:rPr spc="-55" dirty="0"/>
              <a:t> </a:t>
            </a:r>
            <a:r>
              <a:rPr spc="-10" dirty="0"/>
              <a:t>operations</a:t>
            </a:r>
            <a:r>
              <a:rPr spc="-55" dirty="0"/>
              <a:t> </a:t>
            </a:r>
            <a:r>
              <a:rPr dirty="0"/>
              <a:t>in</a:t>
            </a:r>
            <a:r>
              <a:rPr spc="-55" dirty="0"/>
              <a:t> </a:t>
            </a:r>
            <a:r>
              <a:rPr spc="-10" dirty="0"/>
              <a:t>batches</a:t>
            </a:r>
          </a:p>
        </p:txBody>
      </p:sp>
      <p:pic>
        <p:nvPicPr>
          <p:cNvPr id="4" name="object 4"/>
          <p:cNvPicPr/>
          <p:nvPr/>
        </p:nvPicPr>
        <p:blipFill>
          <a:blip r:embed="rId2" cstate="print"/>
          <a:stretch>
            <a:fillRect/>
          </a:stretch>
        </p:blipFill>
        <p:spPr>
          <a:xfrm>
            <a:off x="1485901" y="3361150"/>
            <a:ext cx="6341298" cy="2959273"/>
          </a:xfrm>
          <a:prstGeom prst="rect">
            <a:avLst/>
          </a:prstGeom>
        </p:spPr>
      </p:pic>
      <p:pic>
        <p:nvPicPr>
          <p:cNvPr id="5" name="Picture 4" descr="wingspan_logo.png"/>
          <p:cNvPicPr>
            <a:picLocks noChangeAspect="1"/>
          </p:cNvPicPr>
          <p:nvPr/>
        </p:nvPicPr>
        <p:blipFill>
          <a:blip r:embed="rId3"/>
          <a:stretch>
            <a:fillRect/>
          </a:stretch>
        </p:blipFill>
        <p:spPr>
          <a:xfrm>
            <a:off x="8394192" y="-1555"/>
            <a:ext cx="749808" cy="630936"/>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43180">
              <a:lnSpc>
                <a:spcPct val="100000"/>
              </a:lnSpc>
              <a:spcBef>
                <a:spcPts val="105"/>
              </a:spcBef>
            </a:pPr>
            <a:r>
              <a:rPr dirty="0"/>
              <a:t>Example:</a:t>
            </a:r>
            <a:r>
              <a:rPr spc="-135" dirty="0"/>
              <a:t> </a:t>
            </a:r>
            <a:r>
              <a:rPr dirty="0"/>
              <a:t>Streaming</a:t>
            </a:r>
            <a:r>
              <a:rPr spc="-120" dirty="0"/>
              <a:t> </a:t>
            </a:r>
            <a:r>
              <a:rPr dirty="0"/>
              <a:t>Request</a:t>
            </a:r>
            <a:r>
              <a:rPr spc="-150" dirty="0"/>
              <a:t> </a:t>
            </a:r>
            <a:r>
              <a:rPr spc="-10" dirty="0"/>
              <a:t>Count</a:t>
            </a:r>
          </a:p>
        </p:txBody>
      </p:sp>
      <p:pic>
        <p:nvPicPr>
          <p:cNvPr id="3" name="object 3"/>
          <p:cNvPicPr/>
          <p:nvPr/>
        </p:nvPicPr>
        <p:blipFill>
          <a:blip r:embed="rId2" cstate="print"/>
          <a:stretch>
            <a:fillRect/>
          </a:stretch>
        </p:blipFill>
        <p:spPr>
          <a:xfrm>
            <a:off x="643447" y="1366900"/>
            <a:ext cx="8346218" cy="5075178"/>
          </a:xfrm>
          <a:prstGeom prst="rect">
            <a:avLst/>
          </a:prstGeom>
        </p:spPr>
      </p:pic>
      <p:pic>
        <p:nvPicPr>
          <p:cNvPr id="4" name="Picture 3" descr="wingspan_logo.png"/>
          <p:cNvPicPr>
            <a:picLocks noChangeAspect="1"/>
          </p:cNvPicPr>
          <p:nvPr/>
        </p:nvPicPr>
        <p:blipFill>
          <a:blip r:embed="rId3"/>
          <a:stretch>
            <a:fillRect/>
          </a:stretch>
        </p:blipFill>
        <p:spPr>
          <a:xfrm>
            <a:off x="8358425" y="0"/>
            <a:ext cx="749808" cy="630936"/>
          </a:xfrm>
          <a:prstGeom prst="rect">
            <a:avLst/>
          </a:prstGeom>
        </p:spPr>
      </p:pic>
    </p:spTree>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2706370">
              <a:lnSpc>
                <a:spcPct val="100000"/>
              </a:lnSpc>
              <a:spcBef>
                <a:spcPts val="105"/>
              </a:spcBef>
            </a:pPr>
            <a:r>
              <a:rPr spc="-10" dirty="0"/>
              <a:t>DStreams</a:t>
            </a:r>
          </a:p>
        </p:txBody>
      </p:sp>
      <p:sp>
        <p:nvSpPr>
          <p:cNvPr id="3" name="object 3"/>
          <p:cNvSpPr txBox="1"/>
          <p:nvPr/>
        </p:nvSpPr>
        <p:spPr>
          <a:xfrm>
            <a:off x="764540" y="1613661"/>
            <a:ext cx="6903720" cy="75755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dirty="0">
                <a:latin typeface="Calibri" panose="020F0502020204030204"/>
                <a:cs typeface="Calibri" panose="020F0502020204030204"/>
              </a:rPr>
              <a:t>A</a:t>
            </a:r>
            <a:r>
              <a:rPr sz="2400" b="1" spc="-40" dirty="0">
                <a:latin typeface="Calibri" panose="020F0502020204030204"/>
                <a:cs typeface="Calibri" panose="020F0502020204030204"/>
              </a:rPr>
              <a:t> </a:t>
            </a:r>
            <a:r>
              <a:rPr sz="2400" b="1" dirty="0">
                <a:latin typeface="Calibri" panose="020F0502020204030204"/>
                <a:cs typeface="Calibri" panose="020F0502020204030204"/>
              </a:rPr>
              <a:t>DStream</a:t>
            </a:r>
            <a:r>
              <a:rPr sz="2400" b="1" spc="-40" dirty="0">
                <a:latin typeface="Calibri" panose="020F0502020204030204"/>
                <a:cs typeface="Calibri" panose="020F0502020204030204"/>
              </a:rPr>
              <a:t> </a:t>
            </a:r>
            <a:r>
              <a:rPr sz="2400" b="1" dirty="0">
                <a:latin typeface="Calibri" panose="020F0502020204030204"/>
                <a:cs typeface="Calibri" panose="020F0502020204030204"/>
              </a:rPr>
              <a:t>is</a:t>
            </a:r>
            <a:r>
              <a:rPr sz="2400" b="1" spc="-45" dirty="0">
                <a:latin typeface="Calibri" panose="020F0502020204030204"/>
                <a:cs typeface="Calibri" panose="020F0502020204030204"/>
              </a:rPr>
              <a:t> </a:t>
            </a:r>
            <a:r>
              <a:rPr sz="2400" b="1" dirty="0">
                <a:latin typeface="Calibri" panose="020F0502020204030204"/>
                <a:cs typeface="Calibri" panose="020F0502020204030204"/>
              </a:rPr>
              <a:t>a</a:t>
            </a:r>
            <a:r>
              <a:rPr sz="2400" b="1" spc="-35" dirty="0">
                <a:latin typeface="Calibri" panose="020F0502020204030204"/>
                <a:cs typeface="Calibri" panose="020F0502020204030204"/>
              </a:rPr>
              <a:t> </a:t>
            </a:r>
            <a:r>
              <a:rPr sz="2400" b="1" dirty="0">
                <a:latin typeface="Calibri" panose="020F0502020204030204"/>
                <a:cs typeface="Calibri" panose="020F0502020204030204"/>
              </a:rPr>
              <a:t>sequence</a:t>
            </a:r>
            <a:r>
              <a:rPr sz="2400" b="1" spc="-15" dirty="0">
                <a:latin typeface="Calibri" panose="020F0502020204030204"/>
                <a:cs typeface="Calibri" panose="020F0502020204030204"/>
              </a:rPr>
              <a:t> </a:t>
            </a:r>
            <a:r>
              <a:rPr sz="2400" b="1" dirty="0">
                <a:latin typeface="Calibri" panose="020F0502020204030204"/>
                <a:cs typeface="Calibri" panose="020F0502020204030204"/>
              </a:rPr>
              <a:t>of</a:t>
            </a:r>
            <a:r>
              <a:rPr sz="2400" b="1" spc="-50" dirty="0">
                <a:latin typeface="Calibri" panose="020F0502020204030204"/>
                <a:cs typeface="Calibri" panose="020F0502020204030204"/>
              </a:rPr>
              <a:t> </a:t>
            </a:r>
            <a:r>
              <a:rPr sz="2400" b="1" dirty="0">
                <a:latin typeface="Calibri" panose="020F0502020204030204"/>
                <a:cs typeface="Calibri" panose="020F0502020204030204"/>
              </a:rPr>
              <a:t>RDDs</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representing</a:t>
            </a:r>
            <a:r>
              <a:rPr sz="2400" b="1" spc="-20" dirty="0">
                <a:latin typeface="Calibri" panose="020F0502020204030204"/>
                <a:cs typeface="Calibri" panose="020F0502020204030204"/>
              </a:rPr>
              <a:t> </a:t>
            </a:r>
            <a:r>
              <a:rPr sz="2400" b="1" dirty="0">
                <a:latin typeface="Calibri" panose="020F0502020204030204"/>
                <a:cs typeface="Calibri" panose="020F0502020204030204"/>
              </a:rPr>
              <a:t>a</a:t>
            </a:r>
            <a:r>
              <a:rPr sz="2400" b="1" spc="-40" dirty="0">
                <a:latin typeface="Calibri" panose="020F0502020204030204"/>
                <a:cs typeface="Calibri" panose="020F0502020204030204"/>
              </a:rPr>
              <a:t> </a:t>
            </a:r>
            <a:r>
              <a:rPr sz="2400" b="1" spc="-20" dirty="0">
                <a:latin typeface="Calibri" panose="020F0502020204030204"/>
                <a:cs typeface="Calibri" panose="020F0502020204030204"/>
              </a:rPr>
              <a:t>data </a:t>
            </a:r>
            <a:r>
              <a:rPr sz="2400" b="1" spc="-10" dirty="0">
                <a:latin typeface="Calibri" panose="020F0502020204030204"/>
                <a:cs typeface="Calibri" panose="020F0502020204030204"/>
              </a:rPr>
              <a:t>stream</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832240" y="2547867"/>
            <a:ext cx="6021953" cy="3361141"/>
          </a:xfrm>
          <a:prstGeom prst="rect">
            <a:avLst/>
          </a:prstGeom>
        </p:spPr>
      </p:pic>
      <p:pic>
        <p:nvPicPr>
          <p:cNvPr id="5" name="Picture 4" descr="wingspan_logo.png"/>
          <p:cNvPicPr>
            <a:picLocks noChangeAspect="1"/>
          </p:cNvPicPr>
          <p:nvPr/>
        </p:nvPicPr>
        <p:blipFill>
          <a:blip r:embed="rId3"/>
          <a:stretch>
            <a:fillRect/>
          </a:stretch>
        </p:blipFill>
        <p:spPr>
          <a:xfrm>
            <a:off x="8373134" y="0"/>
            <a:ext cx="749808" cy="630936"/>
          </a:xfrm>
          <a:prstGeom prst="rect">
            <a:avLst/>
          </a:prstGeom>
        </p:spPr>
      </p:pic>
    </p:spTree>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594360">
              <a:lnSpc>
                <a:spcPct val="100000"/>
              </a:lnSpc>
              <a:spcBef>
                <a:spcPts val="105"/>
              </a:spcBef>
            </a:pPr>
            <a:r>
              <a:rPr dirty="0"/>
              <a:t>Streaming</a:t>
            </a:r>
            <a:r>
              <a:rPr spc="-70" dirty="0"/>
              <a:t> </a:t>
            </a:r>
            <a:r>
              <a:rPr dirty="0"/>
              <a:t>Example</a:t>
            </a:r>
            <a:r>
              <a:rPr spc="-65" dirty="0"/>
              <a:t> </a:t>
            </a:r>
            <a:r>
              <a:rPr dirty="0"/>
              <a:t>Output</a:t>
            </a:r>
            <a:r>
              <a:rPr spc="-70" dirty="0"/>
              <a:t> </a:t>
            </a:r>
            <a:r>
              <a:rPr spc="-25" dirty="0"/>
              <a:t>(1)</a:t>
            </a:r>
          </a:p>
        </p:txBody>
      </p:sp>
      <p:pic>
        <p:nvPicPr>
          <p:cNvPr id="3" name="object 3"/>
          <p:cNvPicPr/>
          <p:nvPr/>
        </p:nvPicPr>
        <p:blipFill>
          <a:blip r:embed="rId2" cstate="print"/>
          <a:stretch>
            <a:fillRect/>
          </a:stretch>
        </p:blipFill>
        <p:spPr>
          <a:xfrm>
            <a:off x="1272407" y="1371600"/>
            <a:ext cx="7545076" cy="4905375"/>
          </a:xfrm>
          <a:prstGeom prst="rect">
            <a:avLst/>
          </a:prstGeom>
        </p:spPr>
      </p:pic>
      <p:pic>
        <p:nvPicPr>
          <p:cNvPr id="4" name="Picture 3" descr="wingspan_logo.png"/>
          <p:cNvPicPr>
            <a:picLocks noChangeAspect="1"/>
          </p:cNvPicPr>
          <p:nvPr/>
        </p:nvPicPr>
        <p:blipFill>
          <a:blip r:embed="rId3"/>
          <a:stretch>
            <a:fillRect/>
          </a:stretch>
        </p:blipFill>
        <p:spPr>
          <a:xfrm>
            <a:off x="8442579" y="0"/>
            <a:ext cx="749808" cy="630936"/>
          </a:xfrm>
          <a:prstGeom prst="rect">
            <a:avLst/>
          </a:prstGeom>
        </p:spPr>
      </p:pic>
    </p:spTree>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594360">
              <a:lnSpc>
                <a:spcPct val="100000"/>
              </a:lnSpc>
              <a:spcBef>
                <a:spcPts val="105"/>
              </a:spcBef>
            </a:pPr>
            <a:r>
              <a:rPr dirty="0"/>
              <a:t>Streaming</a:t>
            </a:r>
            <a:r>
              <a:rPr spc="-70" dirty="0"/>
              <a:t> </a:t>
            </a:r>
            <a:r>
              <a:rPr dirty="0"/>
              <a:t>Example</a:t>
            </a:r>
            <a:r>
              <a:rPr spc="-65" dirty="0"/>
              <a:t> </a:t>
            </a:r>
            <a:r>
              <a:rPr dirty="0"/>
              <a:t>Output</a:t>
            </a:r>
            <a:r>
              <a:rPr spc="-70" dirty="0"/>
              <a:t> </a:t>
            </a:r>
            <a:r>
              <a:rPr spc="-25" dirty="0"/>
              <a:t>(1)</a:t>
            </a:r>
          </a:p>
        </p:txBody>
      </p:sp>
      <p:pic>
        <p:nvPicPr>
          <p:cNvPr id="3" name="object 3"/>
          <p:cNvPicPr/>
          <p:nvPr/>
        </p:nvPicPr>
        <p:blipFill>
          <a:blip r:embed="rId2" cstate="print"/>
          <a:stretch>
            <a:fillRect/>
          </a:stretch>
        </p:blipFill>
        <p:spPr>
          <a:xfrm>
            <a:off x="836694" y="1257300"/>
            <a:ext cx="7674083" cy="4914900"/>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499870">
              <a:lnSpc>
                <a:spcPct val="100000"/>
              </a:lnSpc>
              <a:spcBef>
                <a:spcPts val="105"/>
              </a:spcBef>
            </a:pPr>
            <a:r>
              <a:rPr dirty="0"/>
              <a:t>DStream</a:t>
            </a:r>
            <a:r>
              <a:rPr spc="-165" dirty="0"/>
              <a:t> </a:t>
            </a:r>
            <a:r>
              <a:rPr dirty="0"/>
              <a:t>Data</a:t>
            </a:r>
            <a:r>
              <a:rPr spc="-140" dirty="0"/>
              <a:t> </a:t>
            </a:r>
            <a:r>
              <a:rPr spc="-10" dirty="0"/>
              <a:t>Sources</a:t>
            </a:r>
          </a:p>
        </p:txBody>
      </p:sp>
      <p:sp>
        <p:nvSpPr>
          <p:cNvPr id="3" name="object 3"/>
          <p:cNvSpPr txBox="1"/>
          <p:nvPr/>
        </p:nvSpPr>
        <p:spPr>
          <a:xfrm>
            <a:off x="688340" y="1596009"/>
            <a:ext cx="7315834" cy="4415790"/>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panose="020F0502020204030204"/>
                <a:cs typeface="Calibri" panose="020F0502020204030204"/>
              </a:rPr>
              <a:t>§</a:t>
            </a:r>
            <a:r>
              <a:rPr sz="1800" spc="-45" dirty="0">
                <a:latin typeface="Calibri" panose="020F0502020204030204"/>
                <a:cs typeface="Calibri" panose="020F0502020204030204"/>
              </a:rPr>
              <a:t> </a:t>
            </a:r>
            <a:r>
              <a:rPr sz="2400" b="1" dirty="0">
                <a:latin typeface="Calibri" panose="020F0502020204030204"/>
                <a:cs typeface="Calibri" panose="020F0502020204030204"/>
              </a:rPr>
              <a:t>DStreams</a:t>
            </a:r>
            <a:r>
              <a:rPr sz="2400" b="1" spc="-50" dirty="0">
                <a:latin typeface="Calibri" panose="020F0502020204030204"/>
                <a:cs typeface="Calibri" panose="020F0502020204030204"/>
              </a:rPr>
              <a:t> </a:t>
            </a:r>
            <a:r>
              <a:rPr sz="2400" b="1" dirty="0">
                <a:latin typeface="Calibri" panose="020F0502020204030204"/>
                <a:cs typeface="Calibri" panose="020F0502020204030204"/>
              </a:rPr>
              <a:t>are</a:t>
            </a:r>
            <a:r>
              <a:rPr sz="2400" b="1" spc="-70" dirty="0">
                <a:latin typeface="Calibri" panose="020F0502020204030204"/>
                <a:cs typeface="Calibri" panose="020F0502020204030204"/>
              </a:rPr>
              <a:t> </a:t>
            </a:r>
            <a:r>
              <a:rPr sz="2400" b="1" dirty="0">
                <a:latin typeface="Calibri" panose="020F0502020204030204"/>
                <a:cs typeface="Calibri" panose="020F0502020204030204"/>
              </a:rPr>
              <a:t>defined</a:t>
            </a:r>
            <a:r>
              <a:rPr sz="2400" b="1" spc="-55" dirty="0">
                <a:latin typeface="Calibri" panose="020F0502020204030204"/>
                <a:cs typeface="Calibri" panose="020F0502020204030204"/>
              </a:rPr>
              <a:t> </a:t>
            </a:r>
            <a:r>
              <a:rPr sz="2400" b="1" dirty="0">
                <a:latin typeface="Calibri" panose="020F0502020204030204"/>
                <a:cs typeface="Calibri" panose="020F0502020204030204"/>
              </a:rPr>
              <a:t>for</a:t>
            </a:r>
            <a:r>
              <a:rPr sz="2400" b="1" spc="-65" dirty="0">
                <a:latin typeface="Calibri" panose="020F0502020204030204"/>
                <a:cs typeface="Calibri" panose="020F0502020204030204"/>
              </a:rPr>
              <a:t> </a:t>
            </a:r>
            <a:r>
              <a:rPr sz="2400" b="1" dirty="0">
                <a:latin typeface="Calibri" panose="020F0502020204030204"/>
                <a:cs typeface="Calibri" panose="020F0502020204030204"/>
              </a:rPr>
              <a:t>a</a:t>
            </a:r>
            <a:r>
              <a:rPr sz="2400" b="1" spc="-65" dirty="0">
                <a:latin typeface="Calibri" panose="020F0502020204030204"/>
                <a:cs typeface="Calibri" panose="020F0502020204030204"/>
              </a:rPr>
              <a:t> </a:t>
            </a:r>
            <a:r>
              <a:rPr sz="2400" b="1" dirty="0">
                <a:latin typeface="Calibri" panose="020F0502020204030204"/>
                <a:cs typeface="Calibri" panose="020F0502020204030204"/>
              </a:rPr>
              <a:t>given</a:t>
            </a:r>
            <a:r>
              <a:rPr sz="2400" b="1" spc="-55" dirty="0">
                <a:latin typeface="Calibri" panose="020F0502020204030204"/>
                <a:cs typeface="Calibri" panose="020F0502020204030204"/>
              </a:rPr>
              <a:t> </a:t>
            </a:r>
            <a:r>
              <a:rPr sz="2400" b="1" dirty="0">
                <a:latin typeface="Calibri" panose="020F0502020204030204"/>
                <a:cs typeface="Calibri" panose="020F0502020204030204"/>
              </a:rPr>
              <a:t>input</a:t>
            </a:r>
            <a:r>
              <a:rPr sz="2400" b="1" spc="-45" dirty="0">
                <a:latin typeface="Calibri" panose="020F0502020204030204"/>
                <a:cs typeface="Calibri" panose="020F0502020204030204"/>
              </a:rPr>
              <a:t> </a:t>
            </a:r>
            <a:r>
              <a:rPr sz="2400" b="1" dirty="0">
                <a:latin typeface="Calibri" panose="020F0502020204030204"/>
                <a:cs typeface="Calibri" panose="020F0502020204030204"/>
              </a:rPr>
              <a:t>stream</a:t>
            </a:r>
            <a:r>
              <a:rPr sz="2400" b="1" spc="-70" dirty="0">
                <a:latin typeface="Calibri" panose="020F0502020204030204"/>
                <a:cs typeface="Calibri" panose="020F0502020204030204"/>
              </a:rPr>
              <a:t> </a:t>
            </a:r>
            <a:r>
              <a:rPr sz="2400" b="1" dirty="0">
                <a:latin typeface="Calibri" panose="020F0502020204030204"/>
                <a:cs typeface="Calibri" panose="020F0502020204030204"/>
              </a:rPr>
              <a:t>(such</a:t>
            </a:r>
            <a:r>
              <a:rPr sz="2400" b="1" spc="-55" dirty="0">
                <a:latin typeface="Calibri" panose="020F0502020204030204"/>
                <a:cs typeface="Calibri" panose="020F0502020204030204"/>
              </a:rPr>
              <a:t> </a:t>
            </a:r>
            <a:r>
              <a:rPr sz="2400" b="1" dirty="0">
                <a:latin typeface="Calibri" panose="020F0502020204030204"/>
                <a:cs typeface="Calibri" panose="020F0502020204030204"/>
              </a:rPr>
              <a:t>as</a:t>
            </a:r>
            <a:r>
              <a:rPr sz="2400" b="1" spc="-60" dirty="0">
                <a:latin typeface="Calibri" panose="020F0502020204030204"/>
                <a:cs typeface="Calibri" panose="020F0502020204030204"/>
              </a:rPr>
              <a:t> </a:t>
            </a:r>
            <a:r>
              <a:rPr sz="2400" b="1" spc="-50" dirty="0">
                <a:latin typeface="Calibri" panose="020F0502020204030204"/>
                <a:cs typeface="Calibri" panose="020F0502020204030204"/>
              </a:rPr>
              <a:t>a </a:t>
            </a:r>
            <a:r>
              <a:rPr sz="2400" b="1" dirty="0">
                <a:latin typeface="Calibri" panose="020F0502020204030204"/>
                <a:cs typeface="Calibri" panose="020F0502020204030204"/>
              </a:rPr>
              <a:t>Unix</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socket)</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Created</a:t>
            </a:r>
            <a:r>
              <a:rPr sz="2400" spc="-65" dirty="0">
                <a:latin typeface="Calibri" panose="020F0502020204030204"/>
                <a:cs typeface="Calibri" panose="020F0502020204030204"/>
              </a:rPr>
              <a:t> </a:t>
            </a:r>
            <a:r>
              <a:rPr sz="2400" dirty="0">
                <a:latin typeface="Calibri" panose="020F0502020204030204"/>
                <a:cs typeface="Calibri" panose="020F0502020204030204"/>
              </a:rPr>
              <a:t>by</a:t>
            </a:r>
            <a:r>
              <a:rPr sz="2400" spc="-55" dirty="0">
                <a:latin typeface="Calibri" panose="020F0502020204030204"/>
                <a:cs typeface="Calibri" panose="020F0502020204030204"/>
              </a:rPr>
              <a:t> </a:t>
            </a: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dirty="0">
                <a:latin typeface="Calibri" panose="020F0502020204030204"/>
                <a:cs typeface="Calibri" panose="020F0502020204030204"/>
              </a:rPr>
              <a:t>Streaming</a:t>
            </a:r>
            <a:r>
              <a:rPr sz="2400" spc="-70" dirty="0">
                <a:latin typeface="Calibri" panose="020F0502020204030204"/>
                <a:cs typeface="Calibri" panose="020F0502020204030204"/>
              </a:rPr>
              <a:t> </a:t>
            </a:r>
            <a:r>
              <a:rPr sz="2400" spc="-10" dirty="0">
                <a:latin typeface="Calibri" panose="020F0502020204030204"/>
                <a:cs typeface="Calibri" panose="020F0502020204030204"/>
              </a:rPr>
              <a:t>context</a:t>
            </a:r>
            <a:endParaRPr sz="2400">
              <a:latin typeface="Calibri" panose="020F0502020204030204"/>
              <a:cs typeface="Calibri" panose="020F0502020204030204"/>
            </a:endParaRPr>
          </a:p>
          <a:p>
            <a:pPr marL="12700">
              <a:lnSpc>
                <a:spcPct val="100000"/>
              </a:lnSpc>
            </a:pPr>
            <a:r>
              <a:rPr sz="2400" b="1" spc="-25" dirty="0">
                <a:latin typeface="Calibri" panose="020F0502020204030204"/>
                <a:cs typeface="Calibri" panose="020F0502020204030204"/>
              </a:rPr>
              <a:t>ssc.socketTextStream(</a:t>
            </a:r>
            <a:r>
              <a:rPr sz="2400" b="1" i="1" spc="-25" dirty="0">
                <a:latin typeface="Calibri" panose="020F0502020204030204"/>
                <a:cs typeface="Calibri" panose="020F0502020204030204"/>
              </a:rPr>
              <a:t>hostname</a:t>
            </a:r>
            <a:r>
              <a:rPr sz="2400" b="1" spc="-25" dirty="0">
                <a:latin typeface="Calibri" panose="020F0502020204030204"/>
                <a:cs typeface="Calibri" panose="020F0502020204030204"/>
              </a:rPr>
              <a:t>,</a:t>
            </a:r>
            <a:r>
              <a:rPr sz="2400" b="1" spc="85" dirty="0">
                <a:latin typeface="Calibri" panose="020F0502020204030204"/>
                <a:cs typeface="Calibri" panose="020F0502020204030204"/>
              </a:rPr>
              <a:t> </a:t>
            </a:r>
            <a:r>
              <a:rPr sz="2400" b="1" i="1" spc="-10" dirty="0">
                <a:latin typeface="Calibri" panose="020F0502020204030204"/>
                <a:cs typeface="Calibri" panose="020F0502020204030204"/>
              </a:rPr>
              <a:t>port</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Similar</a:t>
            </a:r>
            <a:r>
              <a:rPr sz="2400" spc="-55" dirty="0">
                <a:latin typeface="Calibri" panose="020F0502020204030204"/>
                <a:cs typeface="Calibri" panose="020F0502020204030204"/>
              </a:rPr>
              <a:t> </a:t>
            </a:r>
            <a:r>
              <a:rPr sz="2400" dirty="0">
                <a:latin typeface="Calibri" panose="020F0502020204030204"/>
                <a:cs typeface="Calibri" panose="020F0502020204030204"/>
              </a:rPr>
              <a:t>to</a:t>
            </a:r>
            <a:r>
              <a:rPr sz="2400" spc="-55" dirty="0">
                <a:latin typeface="Calibri" panose="020F0502020204030204"/>
                <a:cs typeface="Calibri" panose="020F0502020204030204"/>
              </a:rPr>
              <a:t> </a:t>
            </a:r>
            <a:r>
              <a:rPr sz="2400" dirty="0">
                <a:latin typeface="Calibri" panose="020F0502020204030204"/>
                <a:cs typeface="Calibri" panose="020F0502020204030204"/>
              </a:rPr>
              <a:t>how</a:t>
            </a:r>
            <a:r>
              <a:rPr sz="2400" spc="-20" dirty="0">
                <a:latin typeface="Calibri" panose="020F0502020204030204"/>
                <a:cs typeface="Calibri" panose="020F0502020204030204"/>
              </a:rPr>
              <a:t> </a:t>
            </a:r>
            <a:r>
              <a:rPr sz="2400" dirty="0">
                <a:latin typeface="Calibri" panose="020F0502020204030204"/>
                <a:cs typeface="Calibri" panose="020F0502020204030204"/>
              </a:rPr>
              <a:t>RDDs</a:t>
            </a:r>
            <a:r>
              <a:rPr sz="2400" spc="-45" dirty="0">
                <a:latin typeface="Calibri" panose="020F0502020204030204"/>
                <a:cs typeface="Calibri" panose="020F0502020204030204"/>
              </a:rPr>
              <a:t> </a:t>
            </a:r>
            <a:r>
              <a:rPr sz="2400" dirty="0">
                <a:latin typeface="Calibri" panose="020F0502020204030204"/>
                <a:cs typeface="Calibri" panose="020F0502020204030204"/>
              </a:rPr>
              <a:t>are</a:t>
            </a:r>
            <a:r>
              <a:rPr sz="2400" spc="-40" dirty="0">
                <a:latin typeface="Calibri" panose="020F0502020204030204"/>
                <a:cs typeface="Calibri" panose="020F0502020204030204"/>
              </a:rPr>
              <a:t> </a:t>
            </a:r>
            <a:r>
              <a:rPr sz="2400" spc="-10" dirty="0">
                <a:latin typeface="Calibri" panose="020F0502020204030204"/>
                <a:cs typeface="Calibri" panose="020F0502020204030204"/>
              </a:rPr>
              <a:t>created</a:t>
            </a:r>
            <a:r>
              <a:rPr sz="2400" spc="-40" dirty="0">
                <a:latin typeface="Calibri" panose="020F0502020204030204"/>
                <a:cs typeface="Calibri" panose="020F0502020204030204"/>
              </a:rPr>
              <a:t> </a:t>
            </a:r>
            <a:r>
              <a:rPr sz="2400" dirty="0">
                <a:latin typeface="Calibri" panose="020F0502020204030204"/>
                <a:cs typeface="Calibri" panose="020F0502020204030204"/>
              </a:rPr>
              <a:t>by</a:t>
            </a:r>
            <a:r>
              <a:rPr sz="2400" spc="-30" dirty="0">
                <a:latin typeface="Calibri" panose="020F0502020204030204"/>
                <a:cs typeface="Calibri" panose="020F0502020204030204"/>
              </a:rPr>
              <a:t> </a:t>
            </a:r>
            <a:r>
              <a:rPr sz="2400" dirty="0">
                <a:latin typeface="Calibri" panose="020F0502020204030204"/>
                <a:cs typeface="Calibri" panose="020F0502020204030204"/>
              </a:rPr>
              <a:t>the</a:t>
            </a:r>
            <a:r>
              <a:rPr sz="2400" spc="-25" dirty="0">
                <a:latin typeface="Calibri" panose="020F0502020204030204"/>
                <a:cs typeface="Calibri" panose="020F0502020204030204"/>
              </a:rPr>
              <a:t> </a:t>
            </a:r>
            <a:r>
              <a:rPr sz="2400" dirty="0">
                <a:latin typeface="Calibri" panose="020F0502020204030204"/>
                <a:cs typeface="Calibri" panose="020F0502020204030204"/>
              </a:rPr>
              <a:t>Spark</a:t>
            </a:r>
            <a:r>
              <a:rPr sz="2400" spc="-40" dirty="0">
                <a:latin typeface="Calibri" panose="020F0502020204030204"/>
                <a:cs typeface="Calibri" panose="020F0502020204030204"/>
              </a:rPr>
              <a:t> </a:t>
            </a:r>
            <a:r>
              <a:rPr sz="2400" spc="-10" dirty="0">
                <a:latin typeface="Calibri" panose="020F0502020204030204"/>
                <a:cs typeface="Calibri" panose="020F0502020204030204"/>
              </a:rPr>
              <a:t>context</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b="1" spc="-25" dirty="0">
                <a:latin typeface="Calibri" panose="020F0502020204030204"/>
                <a:cs typeface="Calibri" panose="020F0502020204030204"/>
              </a:rPr>
              <a:t>Out-</a:t>
            </a:r>
            <a:r>
              <a:rPr sz="2400" b="1" spc="-20" dirty="0">
                <a:latin typeface="Calibri" panose="020F0502020204030204"/>
                <a:cs typeface="Calibri" panose="020F0502020204030204"/>
              </a:rPr>
              <a:t>of-</a:t>
            </a:r>
            <a:r>
              <a:rPr sz="2400" b="1" spc="-25" dirty="0">
                <a:latin typeface="Calibri" panose="020F0502020204030204"/>
                <a:cs typeface="Calibri" panose="020F0502020204030204"/>
              </a:rPr>
              <a:t>the-</a:t>
            </a:r>
            <a:r>
              <a:rPr sz="2400" b="1" dirty="0">
                <a:latin typeface="Calibri" panose="020F0502020204030204"/>
                <a:cs typeface="Calibri" panose="020F0502020204030204"/>
              </a:rPr>
              <a:t>box</a:t>
            </a:r>
            <a:r>
              <a:rPr sz="2400" b="1" spc="5" dirty="0">
                <a:latin typeface="Calibri" panose="020F0502020204030204"/>
                <a:cs typeface="Calibri" panose="020F0502020204030204"/>
              </a:rPr>
              <a:t> </a:t>
            </a:r>
            <a:r>
              <a:rPr sz="2400" b="1" dirty="0">
                <a:latin typeface="Calibri" panose="020F0502020204030204"/>
                <a:cs typeface="Calibri" panose="020F0502020204030204"/>
              </a:rPr>
              <a:t>data</a:t>
            </a:r>
            <a:r>
              <a:rPr sz="2400" b="1" spc="-15" dirty="0">
                <a:latin typeface="Calibri" panose="020F0502020204030204"/>
                <a:cs typeface="Calibri" panose="020F0502020204030204"/>
              </a:rPr>
              <a:t> </a:t>
            </a:r>
            <a:r>
              <a:rPr sz="2400" b="1" spc="-10" dirty="0">
                <a:latin typeface="Calibri" panose="020F0502020204030204"/>
                <a:cs typeface="Calibri" panose="020F0502020204030204"/>
              </a:rPr>
              <a:t>sources</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Network</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spc="-10" dirty="0">
                <a:latin typeface="Calibri" panose="020F0502020204030204"/>
                <a:cs typeface="Calibri" panose="020F0502020204030204"/>
              </a:rPr>
              <a:t>Sockets</a:t>
            </a:r>
            <a:endParaRPr sz="2400">
              <a:latin typeface="Calibri" panose="020F0502020204030204"/>
              <a:cs typeface="Calibri" panose="020F0502020204030204"/>
            </a:endParaRPr>
          </a:p>
          <a:p>
            <a:pPr marL="12700" marR="266065" indent="219710">
              <a:lnSpc>
                <a:spcPct val="100000"/>
              </a:lnSpc>
              <a:buChar char="–"/>
              <a:tabLst>
                <a:tab pos="232410" algn="l"/>
              </a:tabLst>
            </a:pPr>
            <a:r>
              <a:rPr sz="2400" dirty="0">
                <a:latin typeface="Calibri" panose="020F0502020204030204"/>
                <a:cs typeface="Calibri" panose="020F0502020204030204"/>
              </a:rPr>
              <a:t>Services</a:t>
            </a:r>
            <a:r>
              <a:rPr sz="2400" spc="-50" dirty="0">
                <a:latin typeface="Calibri" panose="020F0502020204030204"/>
                <a:cs typeface="Calibri" panose="020F0502020204030204"/>
              </a:rPr>
              <a:t> </a:t>
            </a:r>
            <a:r>
              <a:rPr sz="2400" dirty="0">
                <a:latin typeface="Calibri" panose="020F0502020204030204"/>
                <a:cs typeface="Calibri" panose="020F0502020204030204"/>
              </a:rPr>
              <a:t>such</a:t>
            </a:r>
            <a:r>
              <a:rPr sz="2400" spc="-40" dirty="0">
                <a:latin typeface="Calibri" panose="020F0502020204030204"/>
                <a:cs typeface="Calibri" panose="020F0502020204030204"/>
              </a:rPr>
              <a:t> </a:t>
            </a:r>
            <a:r>
              <a:rPr sz="2400" dirty="0">
                <a:latin typeface="Calibri" panose="020F0502020204030204"/>
                <a:cs typeface="Calibri" panose="020F0502020204030204"/>
              </a:rPr>
              <a:t>as</a:t>
            </a:r>
            <a:r>
              <a:rPr sz="2400" spc="-50" dirty="0">
                <a:latin typeface="Calibri" panose="020F0502020204030204"/>
                <a:cs typeface="Calibri" panose="020F0502020204030204"/>
              </a:rPr>
              <a:t> </a:t>
            </a:r>
            <a:r>
              <a:rPr sz="2400" dirty="0">
                <a:latin typeface="Calibri" panose="020F0502020204030204"/>
                <a:cs typeface="Calibri" panose="020F0502020204030204"/>
              </a:rPr>
              <a:t>Flume,</a:t>
            </a:r>
            <a:r>
              <a:rPr sz="2400" spc="-35" dirty="0">
                <a:latin typeface="Calibri" panose="020F0502020204030204"/>
                <a:cs typeface="Calibri" panose="020F0502020204030204"/>
              </a:rPr>
              <a:t> </a:t>
            </a:r>
            <a:r>
              <a:rPr sz="2400" dirty="0">
                <a:latin typeface="Calibri" panose="020F0502020204030204"/>
                <a:cs typeface="Calibri" panose="020F0502020204030204"/>
              </a:rPr>
              <a:t>Akka</a:t>
            </a:r>
            <a:r>
              <a:rPr sz="2400" spc="-60" dirty="0">
                <a:latin typeface="Calibri" panose="020F0502020204030204"/>
                <a:cs typeface="Calibri" panose="020F0502020204030204"/>
              </a:rPr>
              <a:t> </a:t>
            </a:r>
            <a:r>
              <a:rPr sz="2400" dirty="0">
                <a:latin typeface="Calibri" panose="020F0502020204030204"/>
                <a:cs typeface="Calibri" panose="020F0502020204030204"/>
              </a:rPr>
              <a:t>Actors,</a:t>
            </a:r>
            <a:r>
              <a:rPr sz="2400" spc="-55" dirty="0">
                <a:latin typeface="Calibri" panose="020F0502020204030204"/>
                <a:cs typeface="Calibri" panose="020F0502020204030204"/>
              </a:rPr>
              <a:t> </a:t>
            </a:r>
            <a:r>
              <a:rPr sz="2400" spc="-10" dirty="0">
                <a:latin typeface="Calibri" panose="020F0502020204030204"/>
                <a:cs typeface="Calibri" panose="020F0502020204030204"/>
              </a:rPr>
              <a:t>Kafka,</a:t>
            </a:r>
            <a:r>
              <a:rPr sz="2400" spc="-60" dirty="0">
                <a:latin typeface="Calibri" panose="020F0502020204030204"/>
                <a:cs typeface="Calibri" panose="020F0502020204030204"/>
              </a:rPr>
              <a:t> </a:t>
            </a:r>
            <a:r>
              <a:rPr sz="2400" dirty="0">
                <a:latin typeface="Calibri" panose="020F0502020204030204"/>
                <a:cs typeface="Calibri" panose="020F0502020204030204"/>
              </a:rPr>
              <a:t>ZeroMQ,</a:t>
            </a:r>
            <a:r>
              <a:rPr sz="2400" spc="-50" dirty="0">
                <a:latin typeface="Calibri" panose="020F0502020204030204"/>
                <a:cs typeface="Calibri" panose="020F0502020204030204"/>
              </a:rPr>
              <a:t> </a:t>
            </a:r>
            <a:r>
              <a:rPr sz="2400" spc="-25" dirty="0">
                <a:latin typeface="Calibri" panose="020F0502020204030204"/>
                <a:cs typeface="Calibri" panose="020F0502020204030204"/>
              </a:rPr>
              <a:t>or </a:t>
            </a:r>
            <a:r>
              <a:rPr sz="2400" spc="-10" dirty="0">
                <a:latin typeface="Calibri" panose="020F0502020204030204"/>
                <a:cs typeface="Calibri" panose="020F0502020204030204"/>
              </a:rPr>
              <a:t>Twitter</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Files</a:t>
            </a:r>
            <a:endParaRPr sz="2400">
              <a:latin typeface="Calibri" panose="020F0502020204030204"/>
              <a:cs typeface="Calibri" panose="020F0502020204030204"/>
            </a:endParaRPr>
          </a:p>
          <a:p>
            <a:pPr marL="12700">
              <a:lnSpc>
                <a:spcPct val="100000"/>
              </a:lnSpc>
            </a:pPr>
            <a:r>
              <a:rPr sz="2400" spc="-20" dirty="0">
                <a:latin typeface="Calibri" panose="020F0502020204030204"/>
                <a:cs typeface="Calibri" panose="020F0502020204030204"/>
              </a:rPr>
              <a:t>–</a:t>
            </a:r>
            <a:r>
              <a:rPr sz="2400" dirty="0">
                <a:latin typeface="Calibri" panose="020F0502020204030204"/>
                <a:cs typeface="Calibri" panose="020F0502020204030204"/>
              </a:rPr>
              <a:t>Monitors</a:t>
            </a:r>
            <a:r>
              <a:rPr sz="2400" spc="-70" dirty="0">
                <a:latin typeface="Calibri" panose="020F0502020204030204"/>
                <a:cs typeface="Calibri" panose="020F0502020204030204"/>
              </a:rPr>
              <a:t> </a:t>
            </a:r>
            <a:r>
              <a:rPr sz="2400" dirty="0">
                <a:latin typeface="Calibri" panose="020F0502020204030204"/>
                <a:cs typeface="Calibri" panose="020F0502020204030204"/>
              </a:rPr>
              <a:t>an</a:t>
            </a:r>
            <a:r>
              <a:rPr sz="2400" spc="-55" dirty="0">
                <a:latin typeface="Calibri" panose="020F0502020204030204"/>
                <a:cs typeface="Calibri" panose="020F0502020204030204"/>
              </a:rPr>
              <a:t> </a:t>
            </a:r>
            <a:r>
              <a:rPr sz="2400" dirty="0">
                <a:latin typeface="Calibri" panose="020F0502020204030204"/>
                <a:cs typeface="Calibri" panose="020F0502020204030204"/>
              </a:rPr>
              <a:t>HDFS</a:t>
            </a:r>
            <a:r>
              <a:rPr sz="2400" spc="-70" dirty="0">
                <a:latin typeface="Calibri" panose="020F0502020204030204"/>
                <a:cs typeface="Calibri" panose="020F0502020204030204"/>
              </a:rPr>
              <a:t> </a:t>
            </a:r>
            <a:r>
              <a:rPr sz="2400" dirty="0">
                <a:latin typeface="Calibri" panose="020F0502020204030204"/>
                <a:cs typeface="Calibri" panose="020F0502020204030204"/>
              </a:rPr>
              <a:t>directory</a:t>
            </a:r>
            <a:r>
              <a:rPr sz="2400" spc="-75" dirty="0">
                <a:latin typeface="Calibri" panose="020F0502020204030204"/>
                <a:cs typeface="Calibri" panose="020F0502020204030204"/>
              </a:rPr>
              <a:t> </a:t>
            </a:r>
            <a:r>
              <a:rPr sz="2400" dirty="0">
                <a:latin typeface="Calibri" panose="020F0502020204030204"/>
                <a:cs typeface="Calibri" panose="020F0502020204030204"/>
              </a:rPr>
              <a:t>for</a:t>
            </a:r>
            <a:r>
              <a:rPr sz="2400" spc="-60" dirty="0">
                <a:latin typeface="Calibri" panose="020F0502020204030204"/>
                <a:cs typeface="Calibri" panose="020F0502020204030204"/>
              </a:rPr>
              <a:t> </a:t>
            </a:r>
            <a:r>
              <a:rPr sz="2400" dirty="0">
                <a:latin typeface="Calibri" panose="020F0502020204030204"/>
                <a:cs typeface="Calibri" panose="020F0502020204030204"/>
              </a:rPr>
              <a:t>new</a:t>
            </a:r>
            <a:r>
              <a:rPr sz="2400" spc="-50" dirty="0">
                <a:latin typeface="Calibri" panose="020F0502020204030204"/>
                <a:cs typeface="Calibri" panose="020F0502020204030204"/>
              </a:rPr>
              <a:t> </a:t>
            </a:r>
            <a:r>
              <a:rPr sz="2400" spc="-10" dirty="0">
                <a:latin typeface="Calibri" panose="020F0502020204030204"/>
                <a:cs typeface="Calibri" panose="020F0502020204030204"/>
              </a:rPr>
              <a:t>content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30728"/>
            <a:ext cx="749808" cy="630936"/>
          </a:xfrm>
          <a:prstGeom prst="rect">
            <a:avLst/>
          </a:prstGeom>
        </p:spPr>
      </p:pic>
    </p:spTree>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717675">
              <a:lnSpc>
                <a:spcPct val="100000"/>
              </a:lnSpc>
              <a:spcBef>
                <a:spcPts val="105"/>
              </a:spcBef>
            </a:pPr>
            <a:r>
              <a:rPr dirty="0"/>
              <a:t>DStream</a:t>
            </a:r>
            <a:r>
              <a:rPr spc="-155" dirty="0"/>
              <a:t> </a:t>
            </a:r>
            <a:r>
              <a:rPr spc="-10" dirty="0"/>
              <a:t>Operations</a:t>
            </a:r>
          </a:p>
        </p:txBody>
      </p:sp>
      <p:sp>
        <p:nvSpPr>
          <p:cNvPr id="3" name="object 3"/>
          <p:cNvSpPr txBox="1"/>
          <p:nvPr/>
        </p:nvSpPr>
        <p:spPr>
          <a:xfrm>
            <a:off x="764540" y="2011426"/>
            <a:ext cx="7748270" cy="4050029"/>
          </a:xfrm>
          <a:prstGeom prst="rect">
            <a:avLst/>
          </a:prstGeom>
        </p:spPr>
        <p:txBody>
          <a:bodyPr vert="horz" wrap="square" lIns="0" tIns="12700" rIns="0" bIns="0" rtlCol="0">
            <a:spAutoFit/>
          </a:bodyPr>
          <a:lstStyle/>
          <a:p>
            <a:pPr marL="12700">
              <a:lnSpc>
                <a:spcPts val="2840"/>
              </a:lnSpc>
              <a:spcBef>
                <a:spcPts val="100"/>
              </a:spcBef>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DStream</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45" dirty="0">
                <a:latin typeface="Calibri" panose="020F0502020204030204"/>
                <a:cs typeface="Calibri" panose="020F0502020204030204"/>
              </a:rPr>
              <a:t> </a:t>
            </a:r>
            <a:r>
              <a:rPr sz="2400" b="1" dirty="0">
                <a:latin typeface="Calibri" panose="020F0502020204030204"/>
                <a:cs typeface="Calibri" panose="020F0502020204030204"/>
              </a:rPr>
              <a:t>are</a:t>
            </a:r>
            <a:r>
              <a:rPr sz="2400" b="1" spc="-55" dirty="0">
                <a:latin typeface="Calibri" panose="020F0502020204030204"/>
                <a:cs typeface="Calibri" panose="020F0502020204030204"/>
              </a:rPr>
              <a:t> </a:t>
            </a:r>
            <a:r>
              <a:rPr sz="2400" b="1" dirty="0">
                <a:latin typeface="Calibri" panose="020F0502020204030204"/>
                <a:cs typeface="Calibri" panose="020F0502020204030204"/>
              </a:rPr>
              <a:t>applied</a:t>
            </a:r>
            <a:r>
              <a:rPr sz="2400" b="1" spc="-40" dirty="0">
                <a:latin typeface="Calibri" panose="020F0502020204030204"/>
                <a:cs typeface="Calibri" panose="020F0502020204030204"/>
              </a:rPr>
              <a:t> </a:t>
            </a:r>
            <a:r>
              <a:rPr sz="2400" b="1" dirty="0">
                <a:latin typeface="Calibri" panose="020F0502020204030204"/>
                <a:cs typeface="Calibri" panose="020F0502020204030204"/>
              </a:rPr>
              <a:t>to</a:t>
            </a:r>
            <a:r>
              <a:rPr sz="2400" b="1" spc="-40" dirty="0">
                <a:latin typeface="Calibri" panose="020F0502020204030204"/>
                <a:cs typeface="Calibri" panose="020F0502020204030204"/>
              </a:rPr>
              <a:t> </a:t>
            </a:r>
            <a:r>
              <a:rPr sz="2400" b="1" dirty="0">
                <a:latin typeface="Calibri" panose="020F0502020204030204"/>
                <a:cs typeface="Calibri" panose="020F0502020204030204"/>
              </a:rPr>
              <a:t>every</a:t>
            </a:r>
            <a:r>
              <a:rPr sz="2400" b="1" spc="-55" dirty="0">
                <a:latin typeface="Calibri" panose="020F0502020204030204"/>
                <a:cs typeface="Calibri" panose="020F0502020204030204"/>
              </a:rPr>
              <a:t> </a:t>
            </a:r>
            <a:r>
              <a:rPr sz="2400" b="1" dirty="0">
                <a:latin typeface="Calibri" panose="020F0502020204030204"/>
                <a:cs typeface="Calibri" panose="020F0502020204030204"/>
              </a:rPr>
              <a:t>RDD</a:t>
            </a:r>
            <a:r>
              <a:rPr sz="2400" b="1" spc="-60" dirty="0">
                <a:latin typeface="Calibri" panose="020F0502020204030204"/>
                <a:cs typeface="Calibri" panose="020F0502020204030204"/>
              </a:rPr>
              <a:t> </a:t>
            </a:r>
            <a:r>
              <a:rPr sz="2400" b="1" dirty="0">
                <a:latin typeface="Calibri" panose="020F0502020204030204"/>
                <a:cs typeface="Calibri" panose="020F0502020204030204"/>
              </a:rPr>
              <a:t>in</a:t>
            </a:r>
            <a:r>
              <a:rPr sz="2400" b="1" spc="-45" dirty="0">
                <a:latin typeface="Calibri" panose="020F0502020204030204"/>
                <a:cs typeface="Calibri" panose="020F0502020204030204"/>
              </a:rPr>
              <a:t> </a:t>
            </a:r>
            <a:r>
              <a:rPr sz="2400" b="1" dirty="0">
                <a:latin typeface="Calibri" panose="020F0502020204030204"/>
                <a:cs typeface="Calibri" panose="020F0502020204030204"/>
              </a:rPr>
              <a:t>the</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stream</a:t>
            </a:r>
            <a:endParaRPr sz="2400">
              <a:latin typeface="Calibri" panose="020F0502020204030204"/>
              <a:cs typeface="Calibri" panose="020F0502020204030204"/>
            </a:endParaRPr>
          </a:p>
          <a:p>
            <a:pPr marL="232410" indent="-219710">
              <a:lnSpc>
                <a:spcPts val="2840"/>
              </a:lnSpc>
              <a:buChar char="–"/>
              <a:tabLst>
                <a:tab pos="232410" algn="l"/>
              </a:tabLst>
            </a:pPr>
            <a:r>
              <a:rPr sz="2400" spc="-10" dirty="0">
                <a:latin typeface="Calibri" panose="020F0502020204030204"/>
                <a:cs typeface="Calibri" panose="020F0502020204030204"/>
              </a:rPr>
              <a:t>Executed</a:t>
            </a:r>
            <a:r>
              <a:rPr sz="2400" spc="-70" dirty="0">
                <a:latin typeface="Calibri" panose="020F0502020204030204"/>
                <a:cs typeface="Calibri" panose="020F0502020204030204"/>
              </a:rPr>
              <a:t> </a:t>
            </a:r>
            <a:r>
              <a:rPr sz="2400" dirty="0">
                <a:latin typeface="Calibri" panose="020F0502020204030204"/>
                <a:cs typeface="Calibri" panose="020F0502020204030204"/>
              </a:rPr>
              <a:t>once</a:t>
            </a:r>
            <a:r>
              <a:rPr sz="2400" spc="-35" dirty="0">
                <a:latin typeface="Calibri" panose="020F0502020204030204"/>
                <a:cs typeface="Calibri" panose="020F0502020204030204"/>
              </a:rPr>
              <a:t> </a:t>
            </a:r>
            <a:r>
              <a:rPr sz="2400" dirty="0">
                <a:latin typeface="Calibri" panose="020F0502020204030204"/>
                <a:cs typeface="Calibri" panose="020F0502020204030204"/>
              </a:rPr>
              <a:t>per</a:t>
            </a:r>
            <a:r>
              <a:rPr sz="2400" spc="-75" dirty="0">
                <a:latin typeface="Calibri" panose="020F0502020204030204"/>
                <a:cs typeface="Calibri" panose="020F0502020204030204"/>
              </a:rPr>
              <a:t> </a:t>
            </a:r>
            <a:r>
              <a:rPr sz="2400" i="1" spc="-10" dirty="0">
                <a:latin typeface="Calibri" panose="020F0502020204030204"/>
                <a:cs typeface="Calibri" panose="020F0502020204030204"/>
              </a:rPr>
              <a:t>duration</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400" b="1" dirty="0">
                <a:latin typeface="Calibri" panose="020F0502020204030204"/>
                <a:cs typeface="Calibri" panose="020F0502020204030204"/>
              </a:rPr>
              <a:t>Two</a:t>
            </a:r>
            <a:r>
              <a:rPr sz="2400" b="1" spc="-60" dirty="0">
                <a:latin typeface="Calibri" panose="020F0502020204030204"/>
                <a:cs typeface="Calibri" panose="020F0502020204030204"/>
              </a:rPr>
              <a:t> </a:t>
            </a:r>
            <a:r>
              <a:rPr sz="2400" b="1" dirty="0">
                <a:latin typeface="Calibri" panose="020F0502020204030204"/>
                <a:cs typeface="Calibri" panose="020F0502020204030204"/>
              </a:rPr>
              <a:t>types</a:t>
            </a:r>
            <a:r>
              <a:rPr sz="2400" b="1" spc="-40" dirty="0">
                <a:latin typeface="Calibri" panose="020F0502020204030204"/>
                <a:cs typeface="Calibri" panose="020F0502020204030204"/>
              </a:rPr>
              <a:t> </a:t>
            </a:r>
            <a:r>
              <a:rPr sz="2400" b="1" dirty="0">
                <a:latin typeface="Calibri" panose="020F0502020204030204"/>
                <a:cs typeface="Calibri" panose="020F0502020204030204"/>
              </a:rPr>
              <a:t>of</a:t>
            </a:r>
            <a:r>
              <a:rPr sz="2400" b="1" spc="-70" dirty="0">
                <a:latin typeface="Calibri" panose="020F0502020204030204"/>
                <a:cs typeface="Calibri" panose="020F0502020204030204"/>
              </a:rPr>
              <a:t> </a:t>
            </a:r>
            <a:r>
              <a:rPr sz="2400" b="1" dirty="0">
                <a:latin typeface="Calibri" panose="020F0502020204030204"/>
                <a:cs typeface="Calibri" panose="020F0502020204030204"/>
              </a:rPr>
              <a:t>DStream</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operations</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Transformations</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spc="-10" dirty="0">
                <a:latin typeface="Calibri" panose="020F0502020204030204"/>
                <a:cs typeface="Calibri" panose="020F0502020204030204"/>
              </a:rPr>
              <a:t>Create</a:t>
            </a:r>
            <a:r>
              <a:rPr sz="2400" spc="-65" dirty="0">
                <a:latin typeface="Calibri" panose="020F0502020204030204"/>
                <a:cs typeface="Calibri" panose="020F0502020204030204"/>
              </a:rPr>
              <a:t> </a:t>
            </a:r>
            <a:r>
              <a:rPr sz="2400" dirty="0">
                <a:latin typeface="Calibri" panose="020F0502020204030204"/>
                <a:cs typeface="Calibri" panose="020F0502020204030204"/>
              </a:rPr>
              <a:t>a</a:t>
            </a:r>
            <a:r>
              <a:rPr sz="2400" spc="-55" dirty="0">
                <a:latin typeface="Calibri" panose="020F0502020204030204"/>
                <a:cs typeface="Calibri" panose="020F0502020204030204"/>
              </a:rPr>
              <a:t> </a:t>
            </a:r>
            <a:r>
              <a:rPr sz="2400" dirty="0">
                <a:latin typeface="Calibri" panose="020F0502020204030204"/>
                <a:cs typeface="Calibri" panose="020F0502020204030204"/>
              </a:rPr>
              <a:t>new</a:t>
            </a:r>
            <a:r>
              <a:rPr sz="2400" spc="-65" dirty="0">
                <a:latin typeface="Calibri" panose="020F0502020204030204"/>
                <a:cs typeface="Calibri" panose="020F0502020204030204"/>
              </a:rPr>
              <a:t> </a:t>
            </a:r>
            <a:r>
              <a:rPr sz="2400" dirty="0">
                <a:latin typeface="Calibri" panose="020F0502020204030204"/>
                <a:cs typeface="Calibri" panose="020F0502020204030204"/>
              </a:rPr>
              <a:t>DStream</a:t>
            </a:r>
            <a:r>
              <a:rPr sz="2400" spc="-70" dirty="0">
                <a:latin typeface="Calibri" panose="020F0502020204030204"/>
                <a:cs typeface="Calibri" panose="020F0502020204030204"/>
              </a:rPr>
              <a:t> </a:t>
            </a:r>
            <a:r>
              <a:rPr sz="2400" dirty="0">
                <a:latin typeface="Calibri" panose="020F0502020204030204"/>
                <a:cs typeface="Calibri" panose="020F0502020204030204"/>
              </a:rPr>
              <a:t>from</a:t>
            </a:r>
            <a:r>
              <a:rPr sz="2400" spc="-45" dirty="0">
                <a:latin typeface="Calibri" panose="020F0502020204030204"/>
                <a:cs typeface="Calibri" panose="020F0502020204030204"/>
              </a:rPr>
              <a:t> </a:t>
            </a:r>
            <a:r>
              <a:rPr sz="2400" dirty="0">
                <a:latin typeface="Calibri" panose="020F0502020204030204"/>
                <a:cs typeface="Calibri" panose="020F0502020204030204"/>
              </a:rPr>
              <a:t>an</a:t>
            </a:r>
            <a:r>
              <a:rPr sz="2400" spc="-45" dirty="0">
                <a:latin typeface="Calibri" panose="020F0502020204030204"/>
                <a:cs typeface="Calibri" panose="020F0502020204030204"/>
              </a:rPr>
              <a:t> </a:t>
            </a:r>
            <a:r>
              <a:rPr sz="2400" dirty="0">
                <a:latin typeface="Calibri" panose="020F0502020204030204"/>
                <a:cs typeface="Calibri" panose="020F0502020204030204"/>
              </a:rPr>
              <a:t>existing</a:t>
            </a:r>
            <a:r>
              <a:rPr sz="2400" spc="-70" dirty="0">
                <a:latin typeface="Calibri" panose="020F0502020204030204"/>
                <a:cs typeface="Calibri" panose="020F0502020204030204"/>
              </a:rPr>
              <a:t> </a:t>
            </a:r>
            <a:r>
              <a:rPr sz="2400" spc="-25" dirty="0">
                <a:latin typeface="Calibri" panose="020F0502020204030204"/>
                <a:cs typeface="Calibri" panose="020F0502020204030204"/>
              </a:rPr>
              <a:t>one</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Output</a:t>
            </a:r>
            <a:r>
              <a:rPr sz="2400" spc="-5" dirty="0">
                <a:latin typeface="Calibri" panose="020F0502020204030204"/>
                <a:cs typeface="Calibri" panose="020F0502020204030204"/>
              </a:rPr>
              <a:t> </a:t>
            </a:r>
            <a:r>
              <a:rPr sz="2400" spc="-10" dirty="0">
                <a:latin typeface="Calibri" panose="020F0502020204030204"/>
                <a:cs typeface="Calibri" panose="020F0502020204030204"/>
              </a:rPr>
              <a:t>operations</a:t>
            </a:r>
            <a:endParaRPr sz="2400">
              <a:latin typeface="Calibri" panose="020F0502020204030204"/>
              <a:cs typeface="Calibri" panose="020F0502020204030204"/>
            </a:endParaRPr>
          </a:p>
          <a:p>
            <a:pPr marL="12700" marR="954405">
              <a:lnSpc>
                <a:spcPct val="100000"/>
              </a:lnSpc>
            </a:pPr>
            <a:r>
              <a:rPr sz="2400" spc="-10" dirty="0">
                <a:latin typeface="Calibri" panose="020F0502020204030204"/>
                <a:cs typeface="Calibri" panose="020F0502020204030204"/>
              </a:rPr>
              <a:t>–</a:t>
            </a:r>
            <a:r>
              <a:rPr sz="2400" dirty="0">
                <a:latin typeface="Calibri" panose="020F0502020204030204"/>
                <a:cs typeface="Calibri" panose="020F0502020204030204"/>
              </a:rPr>
              <a:t>Write</a:t>
            </a:r>
            <a:r>
              <a:rPr sz="2400" spc="-60" dirty="0">
                <a:latin typeface="Calibri" panose="020F0502020204030204"/>
                <a:cs typeface="Calibri" panose="020F0502020204030204"/>
              </a:rPr>
              <a:t> </a:t>
            </a:r>
            <a:r>
              <a:rPr sz="2400" dirty="0">
                <a:latin typeface="Calibri" panose="020F0502020204030204"/>
                <a:cs typeface="Calibri" panose="020F0502020204030204"/>
              </a:rPr>
              <a:t>data</a:t>
            </a:r>
            <a:r>
              <a:rPr sz="2400" spc="-65" dirty="0">
                <a:latin typeface="Calibri" panose="020F0502020204030204"/>
                <a:cs typeface="Calibri" panose="020F0502020204030204"/>
              </a:rPr>
              <a:t> </a:t>
            </a:r>
            <a:r>
              <a:rPr sz="2400" dirty="0">
                <a:latin typeface="Calibri" panose="020F0502020204030204"/>
                <a:cs typeface="Calibri" panose="020F0502020204030204"/>
              </a:rPr>
              <a:t>(for</a:t>
            </a:r>
            <a:r>
              <a:rPr sz="2400" spc="-60" dirty="0">
                <a:latin typeface="Calibri" panose="020F0502020204030204"/>
                <a:cs typeface="Calibri" panose="020F0502020204030204"/>
              </a:rPr>
              <a:t> </a:t>
            </a:r>
            <a:r>
              <a:rPr sz="2400" spc="-10" dirty="0">
                <a:latin typeface="Calibri" panose="020F0502020204030204"/>
                <a:cs typeface="Calibri" panose="020F0502020204030204"/>
              </a:rPr>
              <a:t>example,</a:t>
            </a:r>
            <a:r>
              <a:rPr sz="2400" spc="-80" dirty="0">
                <a:latin typeface="Calibri" panose="020F0502020204030204"/>
                <a:cs typeface="Calibri" panose="020F0502020204030204"/>
              </a:rPr>
              <a:t> </a:t>
            </a:r>
            <a:r>
              <a:rPr sz="2400" dirty="0">
                <a:latin typeface="Calibri" panose="020F0502020204030204"/>
                <a:cs typeface="Calibri" panose="020F0502020204030204"/>
              </a:rPr>
              <a:t>to</a:t>
            </a:r>
            <a:r>
              <a:rPr sz="2400" spc="-65" dirty="0">
                <a:latin typeface="Calibri" panose="020F0502020204030204"/>
                <a:cs typeface="Calibri" panose="020F0502020204030204"/>
              </a:rPr>
              <a:t> </a:t>
            </a:r>
            <a:r>
              <a:rPr sz="2400" dirty="0">
                <a:latin typeface="Calibri" panose="020F0502020204030204"/>
                <a:cs typeface="Calibri" panose="020F0502020204030204"/>
              </a:rPr>
              <a:t>a</a:t>
            </a:r>
            <a:r>
              <a:rPr sz="2400" spc="-60" dirty="0">
                <a:latin typeface="Calibri" panose="020F0502020204030204"/>
                <a:cs typeface="Calibri" panose="020F0502020204030204"/>
              </a:rPr>
              <a:t> </a:t>
            </a:r>
            <a:r>
              <a:rPr sz="2400" dirty="0">
                <a:latin typeface="Calibri" panose="020F0502020204030204"/>
                <a:cs typeface="Calibri" panose="020F0502020204030204"/>
              </a:rPr>
              <a:t>file</a:t>
            </a:r>
            <a:r>
              <a:rPr sz="2400" spc="-55" dirty="0">
                <a:latin typeface="Calibri" panose="020F0502020204030204"/>
                <a:cs typeface="Calibri" panose="020F0502020204030204"/>
              </a:rPr>
              <a:t> </a:t>
            </a:r>
            <a:r>
              <a:rPr sz="2400" spc="-10" dirty="0">
                <a:latin typeface="Calibri" panose="020F0502020204030204"/>
                <a:cs typeface="Calibri" panose="020F0502020204030204"/>
              </a:rPr>
              <a:t>system,</a:t>
            </a:r>
            <a:r>
              <a:rPr sz="2400" spc="-75" dirty="0">
                <a:latin typeface="Calibri" panose="020F0502020204030204"/>
                <a:cs typeface="Calibri" panose="020F0502020204030204"/>
              </a:rPr>
              <a:t> </a:t>
            </a:r>
            <a:r>
              <a:rPr sz="2400" spc="-10" dirty="0">
                <a:latin typeface="Calibri" panose="020F0502020204030204"/>
                <a:cs typeface="Calibri" panose="020F0502020204030204"/>
              </a:rPr>
              <a:t>database,</a:t>
            </a:r>
            <a:r>
              <a:rPr sz="2400" spc="-70" dirty="0">
                <a:latin typeface="Calibri" panose="020F0502020204030204"/>
                <a:cs typeface="Calibri" panose="020F0502020204030204"/>
              </a:rPr>
              <a:t> </a:t>
            </a:r>
            <a:r>
              <a:rPr sz="2400" spc="-25" dirty="0">
                <a:latin typeface="Calibri" panose="020F0502020204030204"/>
                <a:cs typeface="Calibri" panose="020F0502020204030204"/>
              </a:rPr>
              <a:t>or </a:t>
            </a:r>
            <a:r>
              <a:rPr sz="2400" spc="-10" dirty="0">
                <a:latin typeface="Calibri" panose="020F0502020204030204"/>
                <a:cs typeface="Calibri" panose="020F0502020204030204"/>
              </a:rPr>
              <a:t>console)</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Similar</a:t>
            </a:r>
            <a:r>
              <a:rPr sz="2400" spc="-35" dirty="0">
                <a:latin typeface="Calibri" panose="020F0502020204030204"/>
                <a:cs typeface="Calibri" panose="020F0502020204030204"/>
              </a:rPr>
              <a:t> </a:t>
            </a:r>
            <a:r>
              <a:rPr sz="2400" dirty="0">
                <a:latin typeface="Calibri" panose="020F0502020204030204"/>
                <a:cs typeface="Calibri" panose="020F0502020204030204"/>
              </a:rPr>
              <a:t>to</a:t>
            </a:r>
            <a:r>
              <a:rPr sz="2400" spc="-30" dirty="0">
                <a:latin typeface="Calibri" panose="020F0502020204030204"/>
                <a:cs typeface="Calibri" panose="020F0502020204030204"/>
              </a:rPr>
              <a:t> </a:t>
            </a:r>
            <a:r>
              <a:rPr sz="2400" dirty="0">
                <a:latin typeface="Calibri" panose="020F0502020204030204"/>
                <a:cs typeface="Calibri" panose="020F0502020204030204"/>
              </a:rPr>
              <a:t>RDD</a:t>
            </a:r>
            <a:r>
              <a:rPr sz="2400" spc="-25" dirty="0">
                <a:latin typeface="Calibri" panose="020F0502020204030204"/>
                <a:cs typeface="Calibri" panose="020F0502020204030204"/>
              </a:rPr>
              <a:t> </a:t>
            </a:r>
            <a:r>
              <a:rPr sz="2400" i="1" spc="-10" dirty="0">
                <a:latin typeface="Calibri" panose="020F0502020204030204"/>
                <a:cs typeface="Calibri" panose="020F0502020204030204"/>
              </a:rPr>
              <a:t>actions</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512810" y="0"/>
            <a:ext cx="749808" cy="630936"/>
          </a:xfrm>
          <a:prstGeom prst="rect">
            <a:avLst/>
          </a:prstGeom>
        </p:spPr>
      </p:pic>
    </p:spTree>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1134110">
              <a:lnSpc>
                <a:spcPct val="100000"/>
              </a:lnSpc>
              <a:spcBef>
                <a:spcPts val="105"/>
              </a:spcBef>
            </a:pPr>
            <a:r>
              <a:rPr dirty="0"/>
              <a:t>DStream</a:t>
            </a:r>
            <a:r>
              <a:rPr spc="-155" dirty="0"/>
              <a:t> </a:t>
            </a:r>
            <a:r>
              <a:rPr spc="-30" dirty="0"/>
              <a:t>Transformations</a:t>
            </a:r>
          </a:p>
        </p:txBody>
      </p:sp>
      <p:sp>
        <p:nvSpPr>
          <p:cNvPr id="3" name="object 3"/>
          <p:cNvSpPr txBox="1"/>
          <p:nvPr/>
        </p:nvSpPr>
        <p:spPr>
          <a:xfrm>
            <a:off x="612140" y="1613661"/>
            <a:ext cx="7736840" cy="295211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dirty="0">
                <a:latin typeface="Calibri" panose="020F0502020204030204"/>
                <a:cs typeface="Calibri" panose="020F0502020204030204"/>
              </a:rPr>
              <a:t>Many</a:t>
            </a:r>
            <a:r>
              <a:rPr sz="2400" b="1" spc="-30" dirty="0">
                <a:latin typeface="Calibri" panose="020F0502020204030204"/>
                <a:cs typeface="Calibri" panose="020F0502020204030204"/>
              </a:rPr>
              <a:t> </a:t>
            </a:r>
            <a:r>
              <a:rPr sz="2400" b="1" dirty="0">
                <a:latin typeface="Calibri" panose="020F0502020204030204"/>
                <a:cs typeface="Calibri" panose="020F0502020204030204"/>
              </a:rPr>
              <a:t>RDD</a:t>
            </a:r>
            <a:r>
              <a:rPr sz="2400" b="1" spc="-50" dirty="0">
                <a:latin typeface="Calibri" panose="020F0502020204030204"/>
                <a:cs typeface="Calibri" panose="020F0502020204030204"/>
              </a:rPr>
              <a:t> </a:t>
            </a:r>
            <a:r>
              <a:rPr sz="2400" b="1" spc="-20" dirty="0">
                <a:latin typeface="Calibri" panose="020F0502020204030204"/>
                <a:cs typeface="Calibri" panose="020F0502020204030204"/>
              </a:rPr>
              <a:t>transformations</a:t>
            </a:r>
            <a:r>
              <a:rPr sz="2400" b="1" spc="-35" dirty="0">
                <a:latin typeface="Calibri" panose="020F0502020204030204"/>
                <a:cs typeface="Calibri" panose="020F0502020204030204"/>
              </a:rPr>
              <a:t> </a:t>
            </a:r>
            <a:r>
              <a:rPr sz="2400" b="1" dirty="0">
                <a:latin typeface="Calibri" panose="020F0502020204030204"/>
                <a:cs typeface="Calibri" panose="020F0502020204030204"/>
              </a:rPr>
              <a:t>are</a:t>
            </a:r>
            <a:r>
              <a:rPr sz="2400" b="1" spc="-50" dirty="0">
                <a:latin typeface="Calibri" panose="020F0502020204030204"/>
                <a:cs typeface="Calibri" panose="020F0502020204030204"/>
              </a:rPr>
              <a:t> </a:t>
            </a:r>
            <a:r>
              <a:rPr sz="2400" b="1" dirty="0">
                <a:latin typeface="Calibri" panose="020F0502020204030204"/>
                <a:cs typeface="Calibri" panose="020F0502020204030204"/>
              </a:rPr>
              <a:t>also</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available</a:t>
            </a:r>
            <a:r>
              <a:rPr sz="2400" b="1" spc="-40" dirty="0">
                <a:latin typeface="Calibri" panose="020F0502020204030204"/>
                <a:cs typeface="Calibri" panose="020F0502020204030204"/>
              </a:rPr>
              <a:t> </a:t>
            </a:r>
            <a:r>
              <a:rPr sz="2400" b="1" dirty="0">
                <a:latin typeface="Calibri" panose="020F0502020204030204"/>
                <a:cs typeface="Calibri" panose="020F0502020204030204"/>
              </a:rPr>
              <a:t>on</a:t>
            </a:r>
            <a:r>
              <a:rPr sz="2400" b="1" spc="-25" dirty="0">
                <a:latin typeface="Calibri" panose="020F0502020204030204"/>
                <a:cs typeface="Calibri" panose="020F0502020204030204"/>
              </a:rPr>
              <a:t> </a:t>
            </a:r>
            <a:r>
              <a:rPr sz="2400" b="1" spc="-10" dirty="0">
                <a:latin typeface="Calibri" panose="020F0502020204030204"/>
                <a:cs typeface="Calibri" panose="020F0502020204030204"/>
              </a:rPr>
              <a:t>DStreams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Regular</a:t>
            </a:r>
            <a:r>
              <a:rPr sz="2400" spc="-70" dirty="0">
                <a:latin typeface="Calibri" panose="020F0502020204030204"/>
                <a:cs typeface="Calibri" panose="020F0502020204030204"/>
              </a:rPr>
              <a:t> </a:t>
            </a:r>
            <a:r>
              <a:rPr sz="2400" spc="-10" dirty="0">
                <a:latin typeface="Calibri" panose="020F0502020204030204"/>
                <a:cs typeface="Calibri" panose="020F0502020204030204"/>
              </a:rPr>
              <a:t>transformations</a:t>
            </a:r>
            <a:r>
              <a:rPr sz="2400" spc="-60" dirty="0">
                <a:latin typeface="Calibri" panose="020F0502020204030204"/>
                <a:cs typeface="Calibri" panose="020F0502020204030204"/>
              </a:rPr>
              <a:t> </a:t>
            </a:r>
            <a:r>
              <a:rPr sz="2400" dirty="0">
                <a:latin typeface="Calibri" panose="020F0502020204030204"/>
                <a:cs typeface="Calibri" panose="020F0502020204030204"/>
              </a:rPr>
              <a:t>such</a:t>
            </a:r>
            <a:r>
              <a:rPr sz="2400" spc="-50" dirty="0">
                <a:latin typeface="Calibri" panose="020F0502020204030204"/>
                <a:cs typeface="Calibri" panose="020F0502020204030204"/>
              </a:rPr>
              <a:t> </a:t>
            </a:r>
            <a:r>
              <a:rPr sz="2400" dirty="0">
                <a:latin typeface="Calibri" panose="020F0502020204030204"/>
                <a:cs typeface="Calibri" panose="020F0502020204030204"/>
              </a:rPr>
              <a:t>as</a:t>
            </a:r>
            <a:r>
              <a:rPr sz="2400" spc="-55" dirty="0">
                <a:latin typeface="Calibri" panose="020F0502020204030204"/>
                <a:cs typeface="Calibri" panose="020F0502020204030204"/>
              </a:rPr>
              <a:t> </a:t>
            </a:r>
            <a:r>
              <a:rPr sz="2400" b="1" dirty="0">
                <a:latin typeface="Calibri" panose="020F0502020204030204"/>
                <a:cs typeface="Calibri" panose="020F0502020204030204"/>
              </a:rPr>
              <a:t>map</a:t>
            </a: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flatMap</a:t>
            </a: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b="1" spc="-10" dirty="0">
                <a:latin typeface="Calibri" panose="020F0502020204030204"/>
                <a:cs typeface="Calibri" panose="020F0502020204030204"/>
              </a:rPr>
              <a:t>filter</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Pair</a:t>
            </a:r>
            <a:r>
              <a:rPr sz="2400" spc="-50" dirty="0">
                <a:latin typeface="Calibri" panose="020F0502020204030204"/>
                <a:cs typeface="Calibri" panose="020F0502020204030204"/>
              </a:rPr>
              <a:t> </a:t>
            </a:r>
            <a:r>
              <a:rPr sz="2400" spc="-10" dirty="0">
                <a:latin typeface="Calibri" panose="020F0502020204030204"/>
                <a:cs typeface="Calibri" panose="020F0502020204030204"/>
              </a:rPr>
              <a:t>transformations</a:t>
            </a:r>
            <a:r>
              <a:rPr sz="2400" spc="-60" dirty="0">
                <a:latin typeface="Calibri" panose="020F0502020204030204"/>
                <a:cs typeface="Calibri" panose="020F0502020204030204"/>
              </a:rPr>
              <a:t> </a:t>
            </a:r>
            <a:r>
              <a:rPr sz="2400" dirty="0">
                <a:latin typeface="Calibri" panose="020F0502020204030204"/>
                <a:cs typeface="Calibri" panose="020F0502020204030204"/>
              </a:rPr>
              <a:t>such</a:t>
            </a:r>
            <a:r>
              <a:rPr sz="2400" spc="-40" dirty="0">
                <a:latin typeface="Calibri" panose="020F0502020204030204"/>
                <a:cs typeface="Calibri" panose="020F0502020204030204"/>
              </a:rPr>
              <a:t> </a:t>
            </a:r>
            <a:r>
              <a:rPr sz="2400" dirty="0">
                <a:latin typeface="Calibri" panose="020F0502020204030204"/>
                <a:cs typeface="Calibri" panose="020F0502020204030204"/>
              </a:rPr>
              <a:t>as</a:t>
            </a:r>
            <a:r>
              <a:rPr sz="2400" spc="-50" dirty="0">
                <a:latin typeface="Calibri" panose="020F0502020204030204"/>
                <a:cs typeface="Calibri" panose="020F0502020204030204"/>
              </a:rPr>
              <a:t> </a:t>
            </a:r>
            <a:r>
              <a:rPr sz="2400" b="1" spc="-20" dirty="0">
                <a:latin typeface="Calibri" panose="020F0502020204030204"/>
                <a:cs typeface="Calibri" panose="020F0502020204030204"/>
              </a:rPr>
              <a:t>reduceByKey</a:t>
            </a:r>
            <a:r>
              <a:rPr sz="2400" spc="-20" dirty="0">
                <a:latin typeface="Calibri" panose="020F0502020204030204"/>
                <a:cs typeface="Calibri" panose="020F0502020204030204"/>
              </a:rPr>
              <a:t>,</a:t>
            </a:r>
            <a:r>
              <a:rPr sz="2400" spc="-25" dirty="0">
                <a:latin typeface="Calibri" panose="020F0502020204030204"/>
                <a:cs typeface="Calibri" panose="020F0502020204030204"/>
              </a:rPr>
              <a:t> </a:t>
            </a:r>
            <a:r>
              <a:rPr sz="2400" b="1" spc="-20" dirty="0">
                <a:latin typeface="Calibri" panose="020F0502020204030204"/>
                <a:cs typeface="Calibri" panose="020F0502020204030204"/>
              </a:rPr>
              <a:t>groupByKey</a:t>
            </a:r>
            <a:r>
              <a:rPr sz="2400" spc="-20" dirty="0">
                <a:latin typeface="Calibri" panose="020F0502020204030204"/>
                <a:cs typeface="Calibri" panose="020F0502020204030204"/>
              </a:rPr>
              <a:t>,</a:t>
            </a:r>
            <a:r>
              <a:rPr sz="2400" spc="-40" dirty="0">
                <a:latin typeface="Calibri" panose="020F0502020204030204"/>
                <a:cs typeface="Calibri" panose="020F0502020204030204"/>
              </a:rPr>
              <a:t> </a:t>
            </a:r>
            <a:r>
              <a:rPr sz="2400" b="1" spc="-20" dirty="0">
                <a:latin typeface="Calibri" panose="020F0502020204030204"/>
                <a:cs typeface="Calibri" panose="020F0502020204030204"/>
              </a:rPr>
              <a:t>join</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What</a:t>
            </a:r>
            <a:r>
              <a:rPr sz="2400" b="1" spc="-45" dirty="0">
                <a:latin typeface="Calibri" panose="020F0502020204030204"/>
                <a:cs typeface="Calibri" panose="020F0502020204030204"/>
              </a:rPr>
              <a:t> </a:t>
            </a:r>
            <a:r>
              <a:rPr sz="2400" b="1" dirty="0">
                <a:latin typeface="Calibri" panose="020F0502020204030204"/>
                <a:cs typeface="Calibri" panose="020F0502020204030204"/>
              </a:rPr>
              <a:t>if</a:t>
            </a:r>
            <a:r>
              <a:rPr sz="2400" b="1" spc="-45" dirty="0">
                <a:latin typeface="Calibri" panose="020F0502020204030204"/>
                <a:cs typeface="Calibri" panose="020F0502020204030204"/>
              </a:rPr>
              <a:t> </a:t>
            </a:r>
            <a:r>
              <a:rPr sz="2400" b="1" dirty="0">
                <a:latin typeface="Calibri" panose="020F0502020204030204"/>
                <a:cs typeface="Calibri" panose="020F0502020204030204"/>
              </a:rPr>
              <a:t>you</a:t>
            </a:r>
            <a:r>
              <a:rPr sz="2400" b="1" spc="-55" dirty="0">
                <a:latin typeface="Calibri" panose="020F0502020204030204"/>
                <a:cs typeface="Calibri" panose="020F0502020204030204"/>
              </a:rPr>
              <a:t> </a:t>
            </a:r>
            <a:r>
              <a:rPr sz="2400" b="1" dirty="0">
                <a:latin typeface="Calibri" panose="020F0502020204030204"/>
                <a:cs typeface="Calibri" panose="020F0502020204030204"/>
              </a:rPr>
              <a:t>want</a:t>
            </a:r>
            <a:r>
              <a:rPr sz="2400" b="1" spc="-45" dirty="0">
                <a:latin typeface="Calibri" panose="020F0502020204030204"/>
                <a:cs typeface="Calibri" panose="020F0502020204030204"/>
              </a:rPr>
              <a:t> </a:t>
            </a:r>
            <a:r>
              <a:rPr sz="2400" b="1" dirty="0">
                <a:latin typeface="Calibri" panose="020F0502020204030204"/>
                <a:cs typeface="Calibri" panose="020F0502020204030204"/>
              </a:rPr>
              <a:t>to</a:t>
            </a:r>
            <a:r>
              <a:rPr sz="2400" b="1" spc="-40" dirty="0">
                <a:latin typeface="Calibri" panose="020F0502020204030204"/>
                <a:cs typeface="Calibri" panose="020F0502020204030204"/>
              </a:rPr>
              <a:t> </a:t>
            </a:r>
            <a:r>
              <a:rPr sz="2400" b="1" dirty="0">
                <a:latin typeface="Calibri" panose="020F0502020204030204"/>
                <a:cs typeface="Calibri" panose="020F0502020204030204"/>
              </a:rPr>
              <a:t>do</a:t>
            </a:r>
            <a:r>
              <a:rPr sz="2400" b="1" spc="-60" dirty="0">
                <a:latin typeface="Calibri" panose="020F0502020204030204"/>
                <a:cs typeface="Calibri" panose="020F0502020204030204"/>
              </a:rPr>
              <a:t> </a:t>
            </a:r>
            <a:r>
              <a:rPr sz="2400" b="1" dirty="0">
                <a:latin typeface="Calibri" panose="020F0502020204030204"/>
                <a:cs typeface="Calibri" panose="020F0502020204030204"/>
              </a:rPr>
              <a:t>something</a:t>
            </a:r>
            <a:r>
              <a:rPr sz="2400" b="1" spc="-45" dirty="0">
                <a:latin typeface="Calibri" panose="020F0502020204030204"/>
                <a:cs typeface="Calibri" panose="020F0502020204030204"/>
              </a:rPr>
              <a:t> </a:t>
            </a:r>
            <a:r>
              <a:rPr sz="2400" b="1" spc="-10" dirty="0">
                <a:latin typeface="Calibri" panose="020F0502020204030204"/>
                <a:cs typeface="Calibri" panose="020F0502020204030204"/>
              </a:rPr>
              <a:t>else?</a:t>
            </a:r>
            <a:endParaRPr sz="2400">
              <a:latin typeface="Calibri" panose="020F0502020204030204"/>
              <a:cs typeface="Calibri" panose="020F0502020204030204"/>
            </a:endParaRPr>
          </a:p>
          <a:p>
            <a:pPr marL="12700">
              <a:lnSpc>
                <a:spcPct val="100000"/>
              </a:lnSpc>
              <a:spcBef>
                <a:spcPts val="5"/>
              </a:spcBef>
            </a:pPr>
            <a:r>
              <a:rPr sz="2400" spc="-20" dirty="0">
                <a:latin typeface="Calibri" panose="020F0502020204030204"/>
                <a:cs typeface="Calibri" panose="020F0502020204030204"/>
              </a:rPr>
              <a:t>–</a:t>
            </a:r>
            <a:r>
              <a:rPr sz="2400" b="1" spc="-10" dirty="0">
                <a:latin typeface="Calibri" panose="020F0502020204030204"/>
                <a:cs typeface="Calibri" panose="020F0502020204030204"/>
              </a:rPr>
              <a:t>transform(</a:t>
            </a:r>
            <a:r>
              <a:rPr sz="2400" b="1" i="1" spc="-10" dirty="0">
                <a:latin typeface="Calibri" panose="020F0502020204030204"/>
                <a:cs typeface="Calibri" panose="020F0502020204030204"/>
              </a:rPr>
              <a:t>function</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marL="12700" marR="5080" indent="219710">
              <a:lnSpc>
                <a:spcPct val="100000"/>
              </a:lnSpc>
              <a:buChar char="–"/>
              <a:tabLst>
                <a:tab pos="232410" algn="l"/>
              </a:tabLst>
            </a:pPr>
            <a:r>
              <a:rPr sz="2400" spc="-10" dirty="0">
                <a:latin typeface="Calibri" panose="020F0502020204030204"/>
                <a:cs typeface="Calibri" panose="020F0502020204030204"/>
              </a:rPr>
              <a:t>Creates</a:t>
            </a:r>
            <a:r>
              <a:rPr sz="2400" spc="-55" dirty="0">
                <a:latin typeface="Calibri" panose="020F0502020204030204"/>
                <a:cs typeface="Calibri" panose="020F0502020204030204"/>
              </a:rPr>
              <a:t> </a:t>
            </a:r>
            <a:r>
              <a:rPr sz="2400" dirty="0">
                <a:latin typeface="Calibri" panose="020F0502020204030204"/>
                <a:cs typeface="Calibri" panose="020F0502020204030204"/>
              </a:rPr>
              <a:t>a</a:t>
            </a:r>
            <a:r>
              <a:rPr sz="2400" spc="-55" dirty="0">
                <a:latin typeface="Calibri" panose="020F0502020204030204"/>
                <a:cs typeface="Calibri" panose="020F0502020204030204"/>
              </a:rPr>
              <a:t> </a:t>
            </a:r>
            <a:r>
              <a:rPr sz="2400" dirty="0">
                <a:latin typeface="Calibri" panose="020F0502020204030204"/>
                <a:cs typeface="Calibri" panose="020F0502020204030204"/>
              </a:rPr>
              <a:t>new</a:t>
            </a:r>
            <a:r>
              <a:rPr sz="2400" spc="-40" dirty="0">
                <a:latin typeface="Calibri" panose="020F0502020204030204"/>
                <a:cs typeface="Calibri" panose="020F0502020204030204"/>
              </a:rPr>
              <a:t> </a:t>
            </a:r>
            <a:r>
              <a:rPr sz="2400" dirty="0">
                <a:latin typeface="Calibri" panose="020F0502020204030204"/>
                <a:cs typeface="Calibri" panose="020F0502020204030204"/>
              </a:rPr>
              <a:t>DStream</a:t>
            </a:r>
            <a:r>
              <a:rPr sz="2400" spc="-65" dirty="0">
                <a:latin typeface="Calibri" panose="020F0502020204030204"/>
                <a:cs typeface="Calibri" panose="020F0502020204030204"/>
              </a:rPr>
              <a:t> </a:t>
            </a:r>
            <a:r>
              <a:rPr sz="2400" dirty="0">
                <a:latin typeface="Calibri" panose="020F0502020204030204"/>
                <a:cs typeface="Calibri" panose="020F0502020204030204"/>
              </a:rPr>
              <a:t>by</a:t>
            </a:r>
            <a:r>
              <a:rPr sz="2400" spc="-35" dirty="0">
                <a:latin typeface="Calibri" panose="020F0502020204030204"/>
                <a:cs typeface="Calibri" panose="020F0502020204030204"/>
              </a:rPr>
              <a:t> </a:t>
            </a:r>
            <a:r>
              <a:rPr sz="2400" spc="-10" dirty="0">
                <a:latin typeface="Calibri" panose="020F0502020204030204"/>
                <a:cs typeface="Calibri" panose="020F0502020204030204"/>
              </a:rPr>
              <a:t>executing</a:t>
            </a:r>
            <a:r>
              <a:rPr sz="2400" spc="-70" dirty="0">
                <a:latin typeface="Calibri" panose="020F0502020204030204"/>
                <a:cs typeface="Calibri" panose="020F0502020204030204"/>
              </a:rPr>
              <a:t> </a:t>
            </a:r>
            <a:r>
              <a:rPr sz="2400" i="1" dirty="0">
                <a:latin typeface="Calibri" panose="020F0502020204030204"/>
                <a:cs typeface="Calibri" panose="020F0502020204030204"/>
              </a:rPr>
              <a:t>function</a:t>
            </a:r>
            <a:r>
              <a:rPr sz="2400" i="1" spc="-25" dirty="0">
                <a:latin typeface="Calibri" panose="020F0502020204030204"/>
                <a:cs typeface="Calibri" panose="020F0502020204030204"/>
              </a:rPr>
              <a:t> </a:t>
            </a:r>
            <a:r>
              <a:rPr sz="2400" dirty="0">
                <a:latin typeface="Calibri" panose="020F0502020204030204"/>
                <a:cs typeface="Calibri" panose="020F0502020204030204"/>
              </a:rPr>
              <a:t>on</a:t>
            </a:r>
            <a:r>
              <a:rPr sz="2400" spc="-40" dirty="0">
                <a:latin typeface="Calibri" panose="020F0502020204030204"/>
                <a:cs typeface="Calibri" panose="020F0502020204030204"/>
              </a:rPr>
              <a:t> </a:t>
            </a:r>
            <a:r>
              <a:rPr sz="2400" dirty="0">
                <a:latin typeface="Calibri" panose="020F0502020204030204"/>
                <a:cs typeface="Calibri" panose="020F0502020204030204"/>
              </a:rPr>
              <a:t>RDDs</a:t>
            </a:r>
            <a:r>
              <a:rPr sz="2400" spc="-60" dirty="0">
                <a:latin typeface="Calibri" panose="020F0502020204030204"/>
                <a:cs typeface="Calibri" panose="020F0502020204030204"/>
              </a:rPr>
              <a:t> </a:t>
            </a:r>
            <a:r>
              <a:rPr sz="2400" dirty="0">
                <a:latin typeface="Calibri" panose="020F0502020204030204"/>
                <a:cs typeface="Calibri" panose="020F0502020204030204"/>
              </a:rPr>
              <a:t>in</a:t>
            </a:r>
            <a:r>
              <a:rPr sz="2400" spc="-45" dirty="0">
                <a:latin typeface="Calibri" panose="020F0502020204030204"/>
                <a:cs typeface="Calibri" panose="020F0502020204030204"/>
              </a:rPr>
              <a:t> </a:t>
            </a:r>
            <a:r>
              <a:rPr sz="2400" spc="-25" dirty="0">
                <a:latin typeface="Calibri" panose="020F0502020204030204"/>
                <a:cs typeface="Calibri" panose="020F0502020204030204"/>
              </a:rPr>
              <a:t>the </a:t>
            </a:r>
            <a:r>
              <a:rPr sz="2400" dirty="0">
                <a:latin typeface="Calibri" panose="020F0502020204030204"/>
                <a:cs typeface="Calibri" panose="020F0502020204030204"/>
              </a:rPr>
              <a:t>current</a:t>
            </a:r>
            <a:r>
              <a:rPr sz="2400" spc="-110" dirty="0">
                <a:latin typeface="Calibri" panose="020F0502020204030204"/>
                <a:cs typeface="Calibri" panose="020F0502020204030204"/>
              </a:rPr>
              <a:t> </a:t>
            </a:r>
            <a:r>
              <a:rPr sz="2400" spc="-10" dirty="0">
                <a:latin typeface="Calibri" panose="020F0502020204030204"/>
                <a:cs typeface="Calibri" panose="020F0502020204030204"/>
              </a:rPr>
              <a:t>DStream</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424623" y="5066138"/>
            <a:ext cx="7190624" cy="948085"/>
          </a:xfrm>
          <a:prstGeom prst="rect">
            <a:avLst/>
          </a:prstGeom>
        </p:spPr>
      </p:pic>
      <p:pic>
        <p:nvPicPr>
          <p:cNvPr id="5" name="Picture 4" descr="wingspan_logo.png"/>
          <p:cNvPicPr>
            <a:picLocks noChangeAspect="1"/>
          </p:cNvPicPr>
          <p:nvPr/>
        </p:nvPicPr>
        <p:blipFill>
          <a:blip r:embed="rId3"/>
          <a:stretch>
            <a:fillRect/>
          </a:stretch>
        </p:blipFill>
        <p:spPr>
          <a:xfrm>
            <a:off x="8423739" y="0"/>
            <a:ext cx="749808" cy="630936"/>
          </a:xfrm>
          <a:prstGeom prst="rect">
            <a:avLst/>
          </a:prstGeom>
        </p:spPr>
      </p:pic>
    </p:spTree>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1134110">
              <a:lnSpc>
                <a:spcPct val="100000"/>
              </a:lnSpc>
              <a:spcBef>
                <a:spcPts val="105"/>
              </a:spcBef>
            </a:pPr>
            <a:r>
              <a:rPr dirty="0"/>
              <a:t>DStream</a:t>
            </a:r>
            <a:r>
              <a:rPr spc="-155" dirty="0"/>
              <a:t> </a:t>
            </a:r>
            <a:r>
              <a:rPr spc="-30" dirty="0"/>
              <a:t>Transformations</a:t>
            </a:r>
          </a:p>
        </p:txBody>
      </p:sp>
      <p:pic>
        <p:nvPicPr>
          <p:cNvPr id="3" name="object 3"/>
          <p:cNvPicPr/>
          <p:nvPr/>
        </p:nvPicPr>
        <p:blipFill>
          <a:blip r:embed="rId2" cstate="print"/>
          <a:stretch>
            <a:fillRect/>
          </a:stretch>
        </p:blipFill>
        <p:spPr>
          <a:xfrm>
            <a:off x="685800" y="1371600"/>
            <a:ext cx="7927671" cy="4567014"/>
          </a:xfrm>
          <a:prstGeom prst="rect">
            <a:avLst/>
          </a:prstGeom>
        </p:spPr>
      </p:pic>
      <p:pic>
        <p:nvPicPr>
          <p:cNvPr id="4" name="Picture 3" descr="wingspan_logo.png"/>
          <p:cNvPicPr>
            <a:picLocks noChangeAspect="1"/>
          </p:cNvPicPr>
          <p:nvPr/>
        </p:nvPicPr>
        <p:blipFill>
          <a:blip r:embed="rId3"/>
          <a:stretch>
            <a:fillRect/>
          </a:stretch>
        </p:blipFill>
        <p:spPr>
          <a:xfrm>
            <a:off x="8414408" y="-10886"/>
            <a:ext cx="749808" cy="630936"/>
          </a:xfrm>
          <a:prstGeom prst="rect">
            <a:avLst/>
          </a:prstGeom>
        </p:spPr>
      </p:pic>
    </p:spTree>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1376552" y="461594"/>
            <a:ext cx="6391275" cy="697230"/>
          </a:xfrm>
          <a:prstGeom prst="rect">
            <a:avLst/>
          </a:prstGeom>
        </p:spPr>
        <p:txBody>
          <a:bodyPr vert="horz" wrap="square" lIns="0" tIns="13335" rIns="0" bIns="0" rtlCol="0">
            <a:spAutoFit/>
          </a:bodyPr>
          <a:lstStyle/>
          <a:p>
            <a:pPr marL="12700">
              <a:lnSpc>
                <a:spcPct val="100000"/>
              </a:lnSpc>
              <a:spcBef>
                <a:spcPts val="105"/>
              </a:spcBef>
            </a:pPr>
            <a:r>
              <a:rPr dirty="0"/>
              <a:t>DStream</a:t>
            </a:r>
            <a:r>
              <a:rPr spc="-95" dirty="0"/>
              <a:t> </a:t>
            </a:r>
            <a:r>
              <a:rPr dirty="0"/>
              <a:t>Output</a:t>
            </a:r>
            <a:r>
              <a:rPr spc="-70" dirty="0"/>
              <a:t> </a:t>
            </a:r>
            <a:r>
              <a:rPr spc="-10" dirty="0"/>
              <a:t>Operations</a:t>
            </a:r>
          </a:p>
        </p:txBody>
      </p:sp>
      <p:sp>
        <p:nvSpPr>
          <p:cNvPr id="3" name="object 3"/>
          <p:cNvSpPr txBox="1"/>
          <p:nvPr/>
        </p:nvSpPr>
        <p:spPr>
          <a:xfrm>
            <a:off x="569468" y="1385061"/>
            <a:ext cx="7487920" cy="4418330"/>
          </a:xfrm>
          <a:prstGeom prst="rect">
            <a:avLst/>
          </a:prstGeom>
        </p:spPr>
        <p:txBody>
          <a:bodyPr vert="horz" wrap="square" lIns="0" tIns="12700" rIns="0" bIns="0" rtlCol="0">
            <a:spAutoFit/>
          </a:bodyPr>
          <a:lstStyle/>
          <a:p>
            <a:pPr marL="12700">
              <a:lnSpc>
                <a:spcPts val="2850"/>
              </a:lnSpc>
              <a:spcBef>
                <a:spcPts val="100"/>
              </a:spcBef>
            </a:pP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200" b="1" dirty="0">
                <a:latin typeface="Calibri" panose="020F0502020204030204"/>
                <a:cs typeface="Calibri" panose="020F0502020204030204"/>
              </a:rPr>
              <a:t>Console</a:t>
            </a:r>
            <a:r>
              <a:rPr sz="2200" b="1" spc="-25" dirty="0">
                <a:latin typeface="Calibri" panose="020F0502020204030204"/>
                <a:cs typeface="Calibri" panose="020F0502020204030204"/>
              </a:rPr>
              <a:t> </a:t>
            </a:r>
            <a:r>
              <a:rPr sz="2200" b="1" spc="-10" dirty="0">
                <a:latin typeface="Calibri" panose="020F0502020204030204"/>
                <a:cs typeface="Calibri" panose="020F0502020204030204"/>
              </a:rPr>
              <a:t>output</a:t>
            </a:r>
            <a:endParaRPr sz="2200">
              <a:latin typeface="Calibri" panose="020F0502020204030204"/>
              <a:cs typeface="Calibri" panose="020F0502020204030204"/>
            </a:endParaRPr>
          </a:p>
          <a:p>
            <a:pPr marL="12700">
              <a:lnSpc>
                <a:spcPts val="2610"/>
              </a:lnSpc>
            </a:pPr>
            <a:r>
              <a:rPr sz="2200" spc="-25" dirty="0">
                <a:latin typeface="Calibri" panose="020F0502020204030204"/>
                <a:cs typeface="Calibri" panose="020F0502020204030204"/>
              </a:rPr>
              <a:t>–</a:t>
            </a:r>
            <a:r>
              <a:rPr sz="2200" b="1" dirty="0">
                <a:latin typeface="Calibri" panose="020F0502020204030204"/>
                <a:cs typeface="Calibri" panose="020F0502020204030204"/>
              </a:rPr>
              <a:t>print</a:t>
            </a:r>
            <a:r>
              <a:rPr sz="2200" b="1" spc="-40" dirty="0">
                <a:latin typeface="Calibri" panose="020F0502020204030204"/>
                <a:cs typeface="Calibri" panose="020F0502020204030204"/>
              </a:rPr>
              <a:t> </a:t>
            </a:r>
            <a:r>
              <a:rPr sz="2200" b="1" dirty="0">
                <a:latin typeface="Calibri" panose="020F0502020204030204"/>
                <a:cs typeface="Calibri" panose="020F0502020204030204"/>
              </a:rPr>
              <a:t>(Scala)</a:t>
            </a:r>
            <a:r>
              <a:rPr sz="2200" b="1" spc="-35" dirty="0">
                <a:latin typeface="Calibri" panose="020F0502020204030204"/>
                <a:cs typeface="Calibri" panose="020F0502020204030204"/>
              </a:rPr>
              <a:t> </a:t>
            </a:r>
            <a:r>
              <a:rPr sz="2200" b="1" dirty="0">
                <a:latin typeface="Calibri" panose="020F0502020204030204"/>
                <a:cs typeface="Calibri" panose="020F0502020204030204"/>
              </a:rPr>
              <a:t>/</a:t>
            </a:r>
            <a:r>
              <a:rPr sz="2200" b="1" spc="-35" dirty="0">
                <a:latin typeface="Calibri" panose="020F0502020204030204"/>
                <a:cs typeface="Calibri" panose="020F0502020204030204"/>
              </a:rPr>
              <a:t> </a:t>
            </a:r>
            <a:r>
              <a:rPr sz="2200" b="1" dirty="0">
                <a:latin typeface="Calibri" panose="020F0502020204030204"/>
                <a:cs typeface="Calibri" panose="020F0502020204030204"/>
              </a:rPr>
              <a:t>pprint</a:t>
            </a:r>
            <a:r>
              <a:rPr sz="2200" b="1" spc="-40" dirty="0">
                <a:latin typeface="Calibri" panose="020F0502020204030204"/>
                <a:cs typeface="Calibri" panose="020F0502020204030204"/>
              </a:rPr>
              <a:t> </a:t>
            </a:r>
            <a:r>
              <a:rPr sz="2200" b="1" dirty="0">
                <a:latin typeface="Calibri" panose="020F0502020204030204"/>
                <a:cs typeface="Calibri" panose="020F0502020204030204"/>
              </a:rPr>
              <a:t>(Python)</a:t>
            </a:r>
            <a:r>
              <a:rPr sz="2200" b="1" spc="-20" dirty="0">
                <a:latin typeface="Calibri" panose="020F0502020204030204"/>
                <a:cs typeface="Calibri" panose="020F0502020204030204"/>
              </a:rPr>
              <a:t> </a:t>
            </a:r>
            <a:r>
              <a:rPr sz="2200" dirty="0">
                <a:latin typeface="Calibri" panose="020F0502020204030204"/>
                <a:cs typeface="Calibri" panose="020F0502020204030204"/>
              </a:rPr>
              <a:t>prints</a:t>
            </a:r>
            <a:r>
              <a:rPr sz="2200" spc="-55" dirty="0">
                <a:latin typeface="Calibri" panose="020F0502020204030204"/>
                <a:cs typeface="Calibri" panose="020F0502020204030204"/>
              </a:rPr>
              <a:t> </a:t>
            </a:r>
            <a:r>
              <a:rPr sz="2200" dirty="0">
                <a:latin typeface="Calibri" panose="020F0502020204030204"/>
                <a:cs typeface="Calibri" panose="020F0502020204030204"/>
              </a:rPr>
              <a:t>out</a:t>
            </a:r>
            <a:r>
              <a:rPr sz="2200" spc="-45" dirty="0">
                <a:latin typeface="Calibri" panose="020F0502020204030204"/>
                <a:cs typeface="Calibri" panose="020F0502020204030204"/>
              </a:rPr>
              <a:t> </a:t>
            </a:r>
            <a:r>
              <a:rPr sz="2200" dirty="0">
                <a:latin typeface="Calibri" panose="020F0502020204030204"/>
                <a:cs typeface="Calibri" panose="020F0502020204030204"/>
              </a:rPr>
              <a:t>the</a:t>
            </a:r>
            <a:r>
              <a:rPr sz="2200" spc="-55" dirty="0">
                <a:latin typeface="Calibri" panose="020F0502020204030204"/>
                <a:cs typeface="Calibri" panose="020F0502020204030204"/>
              </a:rPr>
              <a:t> </a:t>
            </a:r>
            <a:r>
              <a:rPr sz="2200" dirty="0">
                <a:latin typeface="Calibri" panose="020F0502020204030204"/>
                <a:cs typeface="Calibri" panose="020F0502020204030204"/>
              </a:rPr>
              <a:t>first</a:t>
            </a:r>
            <a:r>
              <a:rPr sz="2200" spc="-50" dirty="0">
                <a:latin typeface="Calibri" panose="020F0502020204030204"/>
                <a:cs typeface="Calibri" panose="020F0502020204030204"/>
              </a:rPr>
              <a:t> </a:t>
            </a:r>
            <a:r>
              <a:rPr sz="2200" dirty="0">
                <a:latin typeface="Calibri" panose="020F0502020204030204"/>
                <a:cs typeface="Calibri" panose="020F0502020204030204"/>
              </a:rPr>
              <a:t>10</a:t>
            </a:r>
            <a:r>
              <a:rPr sz="2200" spc="-55" dirty="0">
                <a:latin typeface="Calibri" panose="020F0502020204030204"/>
                <a:cs typeface="Calibri" panose="020F0502020204030204"/>
              </a:rPr>
              <a:t> </a:t>
            </a:r>
            <a:r>
              <a:rPr sz="2200" dirty="0">
                <a:latin typeface="Calibri" panose="020F0502020204030204"/>
                <a:cs typeface="Calibri" panose="020F0502020204030204"/>
              </a:rPr>
              <a:t>elements </a:t>
            </a:r>
            <a:r>
              <a:rPr sz="2200" spc="-25" dirty="0">
                <a:latin typeface="Calibri" panose="020F0502020204030204"/>
                <a:cs typeface="Calibri" panose="020F0502020204030204"/>
              </a:rPr>
              <a:t>of</a:t>
            </a:r>
            <a:endParaRPr sz="2200">
              <a:latin typeface="Calibri" panose="020F0502020204030204"/>
              <a:cs typeface="Calibri" panose="020F0502020204030204"/>
            </a:endParaRPr>
          </a:p>
          <a:p>
            <a:pPr marL="12700">
              <a:lnSpc>
                <a:spcPct val="100000"/>
              </a:lnSpc>
              <a:spcBef>
                <a:spcPts val="85"/>
              </a:spcBef>
            </a:pPr>
            <a:r>
              <a:rPr sz="2200" dirty="0">
                <a:latin typeface="Calibri" panose="020F0502020204030204"/>
                <a:cs typeface="Calibri" panose="020F0502020204030204"/>
              </a:rPr>
              <a:t>each</a:t>
            </a:r>
            <a:r>
              <a:rPr sz="2200" spc="-15" dirty="0">
                <a:latin typeface="Calibri" panose="020F0502020204030204"/>
                <a:cs typeface="Calibri" panose="020F0502020204030204"/>
              </a:rPr>
              <a:t> </a:t>
            </a:r>
            <a:r>
              <a:rPr sz="2200" spc="-25" dirty="0">
                <a:latin typeface="Calibri" panose="020F0502020204030204"/>
                <a:cs typeface="Calibri" panose="020F0502020204030204"/>
              </a:rPr>
              <a:t>RDD</a:t>
            </a:r>
            <a:endParaRPr sz="2200">
              <a:latin typeface="Calibri" panose="020F0502020204030204"/>
              <a:cs typeface="Calibri" panose="020F0502020204030204"/>
            </a:endParaRPr>
          </a:p>
          <a:p>
            <a:pPr marL="214630" indent="-201930">
              <a:lnSpc>
                <a:spcPct val="100000"/>
              </a:lnSpc>
              <a:buChar char="–"/>
              <a:tabLst>
                <a:tab pos="213995" algn="l"/>
              </a:tabLst>
            </a:pPr>
            <a:r>
              <a:rPr sz="2200" dirty="0">
                <a:latin typeface="Calibri" panose="020F0502020204030204"/>
                <a:cs typeface="Calibri" panose="020F0502020204030204"/>
              </a:rPr>
              <a:t>Optionally</a:t>
            </a:r>
            <a:r>
              <a:rPr sz="2200" spc="-40" dirty="0">
                <a:latin typeface="Calibri" panose="020F0502020204030204"/>
                <a:cs typeface="Calibri" panose="020F0502020204030204"/>
              </a:rPr>
              <a:t> </a:t>
            </a:r>
            <a:r>
              <a:rPr sz="2200" dirty="0">
                <a:latin typeface="Calibri" panose="020F0502020204030204"/>
                <a:cs typeface="Calibri" panose="020F0502020204030204"/>
              </a:rPr>
              <a:t>pass</a:t>
            </a:r>
            <a:r>
              <a:rPr sz="2200" spc="-45" dirty="0">
                <a:latin typeface="Calibri" panose="020F0502020204030204"/>
                <a:cs typeface="Calibri" panose="020F0502020204030204"/>
              </a:rPr>
              <a:t> </a:t>
            </a:r>
            <a:r>
              <a:rPr sz="2200" dirty="0">
                <a:latin typeface="Calibri" panose="020F0502020204030204"/>
                <a:cs typeface="Calibri" panose="020F0502020204030204"/>
              </a:rPr>
              <a:t>an</a:t>
            </a:r>
            <a:r>
              <a:rPr sz="2200" spc="-45" dirty="0">
                <a:latin typeface="Calibri" panose="020F0502020204030204"/>
                <a:cs typeface="Calibri" panose="020F0502020204030204"/>
              </a:rPr>
              <a:t> </a:t>
            </a:r>
            <a:r>
              <a:rPr sz="2200" spc="-10" dirty="0">
                <a:latin typeface="Calibri" panose="020F0502020204030204"/>
                <a:cs typeface="Calibri" panose="020F0502020204030204"/>
              </a:rPr>
              <a:t>integer</a:t>
            </a:r>
            <a:r>
              <a:rPr sz="2200" spc="-30" dirty="0">
                <a:latin typeface="Calibri" panose="020F0502020204030204"/>
                <a:cs typeface="Calibri" panose="020F0502020204030204"/>
              </a:rPr>
              <a:t> </a:t>
            </a:r>
            <a:r>
              <a:rPr sz="2200" dirty="0">
                <a:latin typeface="Calibri" panose="020F0502020204030204"/>
                <a:cs typeface="Calibri" panose="020F0502020204030204"/>
              </a:rPr>
              <a:t>to</a:t>
            </a:r>
            <a:r>
              <a:rPr sz="2200" spc="-25" dirty="0">
                <a:latin typeface="Calibri" panose="020F0502020204030204"/>
                <a:cs typeface="Calibri" panose="020F0502020204030204"/>
              </a:rPr>
              <a:t> </a:t>
            </a:r>
            <a:r>
              <a:rPr sz="2200" dirty="0">
                <a:latin typeface="Calibri" panose="020F0502020204030204"/>
                <a:cs typeface="Calibri" panose="020F0502020204030204"/>
              </a:rPr>
              <a:t>print</a:t>
            </a:r>
            <a:r>
              <a:rPr sz="2200" spc="-50" dirty="0">
                <a:latin typeface="Calibri" panose="020F0502020204030204"/>
                <a:cs typeface="Calibri" panose="020F0502020204030204"/>
              </a:rPr>
              <a:t> </a:t>
            </a:r>
            <a:r>
              <a:rPr sz="2200" dirty="0">
                <a:latin typeface="Calibri" panose="020F0502020204030204"/>
                <a:cs typeface="Calibri" panose="020F0502020204030204"/>
              </a:rPr>
              <a:t>another</a:t>
            </a:r>
            <a:r>
              <a:rPr sz="2200" spc="-50" dirty="0">
                <a:latin typeface="Calibri" panose="020F0502020204030204"/>
                <a:cs typeface="Calibri" panose="020F0502020204030204"/>
              </a:rPr>
              <a:t> </a:t>
            </a:r>
            <a:r>
              <a:rPr sz="2200" dirty="0">
                <a:latin typeface="Calibri" panose="020F0502020204030204"/>
                <a:cs typeface="Calibri" panose="020F0502020204030204"/>
              </a:rPr>
              <a:t>number</a:t>
            </a:r>
            <a:r>
              <a:rPr sz="2200" spc="-30" dirty="0">
                <a:latin typeface="Calibri" panose="020F0502020204030204"/>
                <a:cs typeface="Calibri" panose="020F0502020204030204"/>
              </a:rPr>
              <a:t> </a:t>
            </a:r>
            <a:r>
              <a:rPr sz="2200" dirty="0">
                <a:latin typeface="Calibri" panose="020F0502020204030204"/>
                <a:cs typeface="Calibri" panose="020F0502020204030204"/>
              </a:rPr>
              <a:t>of</a:t>
            </a:r>
            <a:r>
              <a:rPr sz="2200" spc="-45" dirty="0">
                <a:latin typeface="Calibri" panose="020F0502020204030204"/>
                <a:cs typeface="Calibri" panose="020F0502020204030204"/>
              </a:rPr>
              <a:t> </a:t>
            </a:r>
            <a:r>
              <a:rPr sz="2200" spc="-10" dirty="0">
                <a:latin typeface="Calibri" panose="020F0502020204030204"/>
                <a:cs typeface="Calibri" panose="020F0502020204030204"/>
              </a:rPr>
              <a:t>elements</a:t>
            </a:r>
            <a:endParaRPr sz="2200">
              <a:latin typeface="Calibri" panose="020F0502020204030204"/>
              <a:cs typeface="Calibri" panose="020F0502020204030204"/>
            </a:endParaRPr>
          </a:p>
          <a:p>
            <a:pPr marL="12700">
              <a:lnSpc>
                <a:spcPct val="100000"/>
              </a:lnSpc>
            </a:pPr>
            <a:r>
              <a:rPr sz="2200" dirty="0">
                <a:latin typeface="Calibri" panose="020F0502020204030204"/>
                <a:cs typeface="Calibri" panose="020F0502020204030204"/>
              </a:rPr>
              <a:t>§</a:t>
            </a:r>
            <a:r>
              <a:rPr sz="2200" spc="-30" dirty="0">
                <a:latin typeface="Calibri" panose="020F0502020204030204"/>
                <a:cs typeface="Calibri" panose="020F0502020204030204"/>
              </a:rPr>
              <a:t> </a:t>
            </a:r>
            <a:r>
              <a:rPr sz="2200" b="1" dirty="0">
                <a:latin typeface="Calibri" panose="020F0502020204030204"/>
                <a:cs typeface="Calibri" panose="020F0502020204030204"/>
              </a:rPr>
              <a:t>File</a:t>
            </a:r>
            <a:r>
              <a:rPr sz="2200" b="1" spc="-15" dirty="0">
                <a:latin typeface="Calibri" panose="020F0502020204030204"/>
                <a:cs typeface="Calibri" panose="020F0502020204030204"/>
              </a:rPr>
              <a:t> </a:t>
            </a:r>
            <a:r>
              <a:rPr sz="2200" b="1" spc="-10" dirty="0">
                <a:latin typeface="Calibri" panose="020F0502020204030204"/>
                <a:cs typeface="Calibri" panose="020F0502020204030204"/>
              </a:rPr>
              <a:t>output</a:t>
            </a:r>
            <a:endParaRPr sz="2200">
              <a:latin typeface="Calibri" panose="020F0502020204030204"/>
              <a:cs typeface="Calibri" panose="020F0502020204030204"/>
            </a:endParaRPr>
          </a:p>
          <a:p>
            <a:pPr marL="12700">
              <a:lnSpc>
                <a:spcPct val="100000"/>
              </a:lnSpc>
            </a:pPr>
            <a:r>
              <a:rPr sz="2200" spc="-25" dirty="0">
                <a:latin typeface="Calibri" panose="020F0502020204030204"/>
                <a:cs typeface="Calibri" panose="020F0502020204030204"/>
              </a:rPr>
              <a:t>–</a:t>
            </a:r>
            <a:r>
              <a:rPr sz="2200" b="1" spc="-25" dirty="0">
                <a:latin typeface="Calibri" panose="020F0502020204030204"/>
                <a:cs typeface="Calibri" panose="020F0502020204030204"/>
              </a:rPr>
              <a:t>saveAsTextFiles</a:t>
            </a:r>
            <a:r>
              <a:rPr sz="2200" b="1" spc="-15" dirty="0">
                <a:latin typeface="Calibri" panose="020F0502020204030204"/>
                <a:cs typeface="Calibri" panose="020F0502020204030204"/>
              </a:rPr>
              <a:t> </a:t>
            </a:r>
            <a:r>
              <a:rPr sz="2200" dirty="0">
                <a:latin typeface="Calibri" panose="020F0502020204030204"/>
                <a:cs typeface="Calibri" panose="020F0502020204030204"/>
              </a:rPr>
              <a:t>saves</a:t>
            </a:r>
            <a:r>
              <a:rPr sz="2200" spc="-70" dirty="0">
                <a:latin typeface="Calibri" panose="020F0502020204030204"/>
                <a:cs typeface="Calibri" panose="020F0502020204030204"/>
              </a:rPr>
              <a:t> </a:t>
            </a:r>
            <a:r>
              <a:rPr sz="2200" dirty="0">
                <a:latin typeface="Calibri" panose="020F0502020204030204"/>
                <a:cs typeface="Calibri" panose="020F0502020204030204"/>
              </a:rPr>
              <a:t>data</a:t>
            </a:r>
            <a:r>
              <a:rPr sz="2200" spc="-70" dirty="0">
                <a:latin typeface="Calibri" panose="020F0502020204030204"/>
                <a:cs typeface="Calibri" panose="020F0502020204030204"/>
              </a:rPr>
              <a:t> </a:t>
            </a:r>
            <a:r>
              <a:rPr sz="2200" dirty="0">
                <a:latin typeface="Calibri" panose="020F0502020204030204"/>
                <a:cs typeface="Calibri" panose="020F0502020204030204"/>
              </a:rPr>
              <a:t>as</a:t>
            </a:r>
            <a:r>
              <a:rPr sz="2200" spc="-65" dirty="0">
                <a:latin typeface="Calibri" panose="020F0502020204030204"/>
                <a:cs typeface="Calibri" panose="020F0502020204030204"/>
              </a:rPr>
              <a:t> </a:t>
            </a:r>
            <a:r>
              <a:rPr sz="2200" spc="-20" dirty="0">
                <a:latin typeface="Calibri" panose="020F0502020204030204"/>
                <a:cs typeface="Calibri" panose="020F0502020204030204"/>
              </a:rPr>
              <a:t>text</a:t>
            </a:r>
            <a:endParaRPr sz="2200">
              <a:latin typeface="Calibri" panose="020F0502020204030204"/>
              <a:cs typeface="Calibri" panose="020F0502020204030204"/>
            </a:endParaRPr>
          </a:p>
          <a:p>
            <a:pPr marL="12700">
              <a:lnSpc>
                <a:spcPct val="100000"/>
              </a:lnSpc>
            </a:pPr>
            <a:r>
              <a:rPr sz="2200" spc="-25" dirty="0">
                <a:latin typeface="Calibri" panose="020F0502020204030204"/>
                <a:cs typeface="Calibri" panose="020F0502020204030204"/>
              </a:rPr>
              <a:t>–</a:t>
            </a:r>
            <a:r>
              <a:rPr sz="2200" b="1" spc="-10" dirty="0">
                <a:latin typeface="Calibri" panose="020F0502020204030204"/>
                <a:cs typeface="Calibri" panose="020F0502020204030204"/>
              </a:rPr>
              <a:t>saveAsObjectFiles</a:t>
            </a:r>
            <a:r>
              <a:rPr sz="2200" b="1" dirty="0">
                <a:latin typeface="Calibri" panose="020F0502020204030204"/>
                <a:cs typeface="Calibri" panose="020F0502020204030204"/>
              </a:rPr>
              <a:t> </a:t>
            </a:r>
            <a:r>
              <a:rPr sz="2200" dirty="0">
                <a:latin typeface="Calibri" panose="020F0502020204030204"/>
                <a:cs typeface="Calibri" panose="020F0502020204030204"/>
              </a:rPr>
              <a:t>saves</a:t>
            </a:r>
            <a:r>
              <a:rPr sz="2200" spc="-45" dirty="0">
                <a:latin typeface="Calibri" panose="020F0502020204030204"/>
                <a:cs typeface="Calibri" panose="020F0502020204030204"/>
              </a:rPr>
              <a:t> </a:t>
            </a:r>
            <a:r>
              <a:rPr sz="2200" dirty="0">
                <a:latin typeface="Calibri" panose="020F0502020204030204"/>
                <a:cs typeface="Calibri" panose="020F0502020204030204"/>
              </a:rPr>
              <a:t>as</a:t>
            </a:r>
            <a:r>
              <a:rPr sz="2200" spc="-45" dirty="0">
                <a:latin typeface="Calibri" panose="020F0502020204030204"/>
                <a:cs typeface="Calibri" panose="020F0502020204030204"/>
              </a:rPr>
              <a:t> </a:t>
            </a:r>
            <a:r>
              <a:rPr sz="2200" dirty="0">
                <a:latin typeface="Calibri" panose="020F0502020204030204"/>
                <a:cs typeface="Calibri" panose="020F0502020204030204"/>
              </a:rPr>
              <a:t>serialized</a:t>
            </a:r>
            <a:r>
              <a:rPr sz="2200" spc="-55" dirty="0">
                <a:latin typeface="Calibri" panose="020F0502020204030204"/>
                <a:cs typeface="Calibri" panose="020F0502020204030204"/>
              </a:rPr>
              <a:t> </a:t>
            </a:r>
            <a:r>
              <a:rPr sz="2200" dirty="0">
                <a:latin typeface="Calibri" panose="020F0502020204030204"/>
                <a:cs typeface="Calibri" panose="020F0502020204030204"/>
              </a:rPr>
              <a:t>object</a:t>
            </a:r>
            <a:r>
              <a:rPr sz="2200" spc="-35" dirty="0">
                <a:latin typeface="Calibri" panose="020F0502020204030204"/>
                <a:cs typeface="Calibri" panose="020F0502020204030204"/>
              </a:rPr>
              <a:t> </a:t>
            </a:r>
            <a:r>
              <a:rPr sz="2200" dirty="0">
                <a:latin typeface="Calibri" panose="020F0502020204030204"/>
                <a:cs typeface="Calibri" panose="020F0502020204030204"/>
              </a:rPr>
              <a:t>files</a:t>
            </a:r>
            <a:r>
              <a:rPr sz="2200" spc="-20" dirty="0">
                <a:latin typeface="Calibri" panose="020F0502020204030204"/>
                <a:cs typeface="Calibri" panose="020F0502020204030204"/>
              </a:rPr>
              <a:t> </a:t>
            </a:r>
            <a:r>
              <a:rPr sz="2200" spc="-10" dirty="0">
                <a:latin typeface="Calibri" panose="020F0502020204030204"/>
                <a:cs typeface="Calibri" panose="020F0502020204030204"/>
              </a:rPr>
              <a:t>(SequenceFiles)</a:t>
            </a:r>
            <a:endParaRPr sz="2200">
              <a:latin typeface="Calibri" panose="020F0502020204030204"/>
              <a:cs typeface="Calibri" panose="020F0502020204030204"/>
            </a:endParaRPr>
          </a:p>
          <a:p>
            <a:pPr marL="12700">
              <a:lnSpc>
                <a:spcPct val="100000"/>
              </a:lnSpc>
            </a:pPr>
            <a:r>
              <a:rPr sz="2200" dirty="0">
                <a:latin typeface="Calibri" panose="020F0502020204030204"/>
                <a:cs typeface="Calibri" panose="020F0502020204030204"/>
              </a:rPr>
              <a:t>§</a:t>
            </a:r>
            <a:r>
              <a:rPr sz="2200" spc="-50" dirty="0">
                <a:latin typeface="Calibri" panose="020F0502020204030204"/>
                <a:cs typeface="Calibri" panose="020F0502020204030204"/>
              </a:rPr>
              <a:t> </a:t>
            </a:r>
            <a:r>
              <a:rPr sz="2200" b="1" spc="-10" dirty="0">
                <a:latin typeface="Calibri" panose="020F0502020204030204"/>
                <a:cs typeface="Calibri" panose="020F0502020204030204"/>
              </a:rPr>
              <a:t>Executing</a:t>
            </a:r>
            <a:r>
              <a:rPr sz="2200" b="1" spc="-35" dirty="0">
                <a:latin typeface="Calibri" panose="020F0502020204030204"/>
                <a:cs typeface="Calibri" panose="020F0502020204030204"/>
              </a:rPr>
              <a:t> </a:t>
            </a:r>
            <a:r>
              <a:rPr sz="2200" b="1" dirty="0">
                <a:latin typeface="Calibri" panose="020F0502020204030204"/>
                <a:cs typeface="Calibri" panose="020F0502020204030204"/>
              </a:rPr>
              <a:t>other</a:t>
            </a:r>
            <a:r>
              <a:rPr sz="2200" b="1" spc="-25" dirty="0">
                <a:latin typeface="Calibri" panose="020F0502020204030204"/>
                <a:cs typeface="Calibri" panose="020F0502020204030204"/>
              </a:rPr>
              <a:t> </a:t>
            </a:r>
            <a:r>
              <a:rPr sz="2200" b="1" spc="-10" dirty="0">
                <a:latin typeface="Calibri" panose="020F0502020204030204"/>
                <a:cs typeface="Calibri" panose="020F0502020204030204"/>
              </a:rPr>
              <a:t>functions</a:t>
            </a:r>
            <a:endParaRPr sz="2200">
              <a:latin typeface="Calibri" panose="020F0502020204030204"/>
              <a:cs typeface="Calibri" panose="020F0502020204030204"/>
            </a:endParaRPr>
          </a:p>
          <a:p>
            <a:pPr marL="12700" marR="330835">
              <a:lnSpc>
                <a:spcPct val="100000"/>
              </a:lnSpc>
              <a:spcBef>
                <a:spcPts val="5"/>
              </a:spcBef>
            </a:pPr>
            <a:r>
              <a:rPr sz="2200" spc="-25" dirty="0">
                <a:latin typeface="Calibri" panose="020F0502020204030204"/>
                <a:cs typeface="Calibri" panose="020F0502020204030204"/>
              </a:rPr>
              <a:t>–</a:t>
            </a:r>
            <a:r>
              <a:rPr sz="2200" b="1" spc="-10" dirty="0">
                <a:latin typeface="Calibri" panose="020F0502020204030204"/>
                <a:cs typeface="Calibri" panose="020F0502020204030204"/>
              </a:rPr>
              <a:t>foreachRDD(</a:t>
            </a:r>
            <a:r>
              <a:rPr sz="2200" b="1" i="1" spc="-10" dirty="0">
                <a:latin typeface="Calibri" panose="020F0502020204030204"/>
                <a:cs typeface="Calibri" panose="020F0502020204030204"/>
              </a:rPr>
              <a:t>function</a:t>
            </a:r>
            <a:r>
              <a:rPr sz="2200" b="1" spc="-10" dirty="0">
                <a:latin typeface="Calibri" panose="020F0502020204030204"/>
                <a:cs typeface="Calibri" panose="020F0502020204030204"/>
              </a:rPr>
              <a:t>)</a:t>
            </a:r>
            <a:r>
              <a:rPr sz="2200" spc="-10" dirty="0">
                <a:latin typeface="Calibri" panose="020F0502020204030204"/>
                <a:cs typeface="Calibri" panose="020F0502020204030204"/>
              </a:rPr>
              <a:t>performs</a:t>
            </a:r>
            <a:r>
              <a:rPr sz="2200" spc="15" dirty="0">
                <a:latin typeface="Calibri" panose="020F0502020204030204"/>
                <a:cs typeface="Calibri" panose="020F0502020204030204"/>
              </a:rPr>
              <a:t> </a:t>
            </a:r>
            <a:r>
              <a:rPr sz="2200" dirty="0">
                <a:latin typeface="Calibri" panose="020F0502020204030204"/>
                <a:cs typeface="Calibri" panose="020F0502020204030204"/>
              </a:rPr>
              <a:t>a</a:t>
            </a:r>
            <a:r>
              <a:rPr sz="2200" spc="-40" dirty="0">
                <a:latin typeface="Calibri" panose="020F0502020204030204"/>
                <a:cs typeface="Calibri" panose="020F0502020204030204"/>
              </a:rPr>
              <a:t> </a:t>
            </a:r>
            <a:r>
              <a:rPr sz="2200" dirty="0">
                <a:latin typeface="Calibri" panose="020F0502020204030204"/>
                <a:cs typeface="Calibri" panose="020F0502020204030204"/>
              </a:rPr>
              <a:t>function</a:t>
            </a:r>
            <a:r>
              <a:rPr sz="2200" spc="-40" dirty="0">
                <a:latin typeface="Calibri" panose="020F0502020204030204"/>
                <a:cs typeface="Calibri" panose="020F0502020204030204"/>
              </a:rPr>
              <a:t> </a:t>
            </a:r>
            <a:r>
              <a:rPr sz="2200" dirty="0">
                <a:latin typeface="Calibri" panose="020F0502020204030204"/>
                <a:cs typeface="Calibri" panose="020F0502020204030204"/>
              </a:rPr>
              <a:t>on</a:t>
            </a:r>
            <a:r>
              <a:rPr sz="2200" spc="-35" dirty="0">
                <a:latin typeface="Calibri" panose="020F0502020204030204"/>
                <a:cs typeface="Calibri" panose="020F0502020204030204"/>
              </a:rPr>
              <a:t> </a:t>
            </a:r>
            <a:r>
              <a:rPr sz="2200" dirty="0">
                <a:latin typeface="Calibri" panose="020F0502020204030204"/>
                <a:cs typeface="Calibri" panose="020F0502020204030204"/>
              </a:rPr>
              <a:t>each</a:t>
            </a:r>
            <a:r>
              <a:rPr sz="2200" spc="-45" dirty="0">
                <a:latin typeface="Calibri" panose="020F0502020204030204"/>
                <a:cs typeface="Calibri" panose="020F0502020204030204"/>
              </a:rPr>
              <a:t> </a:t>
            </a:r>
            <a:r>
              <a:rPr sz="2200" dirty="0">
                <a:latin typeface="Calibri" panose="020F0502020204030204"/>
                <a:cs typeface="Calibri" panose="020F0502020204030204"/>
              </a:rPr>
              <a:t>RDD</a:t>
            </a:r>
            <a:r>
              <a:rPr sz="2200" spc="-30" dirty="0">
                <a:latin typeface="Calibri" panose="020F0502020204030204"/>
                <a:cs typeface="Calibri" panose="020F0502020204030204"/>
              </a:rPr>
              <a:t> </a:t>
            </a:r>
            <a:r>
              <a:rPr sz="2200" dirty="0">
                <a:latin typeface="Calibri" panose="020F0502020204030204"/>
                <a:cs typeface="Calibri" panose="020F0502020204030204"/>
              </a:rPr>
              <a:t>in</a:t>
            </a:r>
            <a:r>
              <a:rPr sz="2200" spc="-35" dirty="0">
                <a:latin typeface="Calibri" panose="020F0502020204030204"/>
                <a:cs typeface="Calibri" panose="020F0502020204030204"/>
              </a:rPr>
              <a:t> </a:t>
            </a:r>
            <a:r>
              <a:rPr sz="2200" spc="-25" dirty="0">
                <a:latin typeface="Calibri" panose="020F0502020204030204"/>
                <a:cs typeface="Calibri" panose="020F0502020204030204"/>
              </a:rPr>
              <a:t>the </a:t>
            </a:r>
            <a:r>
              <a:rPr sz="2200" spc="-10" dirty="0">
                <a:latin typeface="Calibri" panose="020F0502020204030204"/>
                <a:cs typeface="Calibri" panose="020F0502020204030204"/>
              </a:rPr>
              <a:t>DStream</a:t>
            </a:r>
            <a:endParaRPr sz="2200">
              <a:latin typeface="Calibri" panose="020F0502020204030204"/>
              <a:cs typeface="Calibri" panose="020F0502020204030204"/>
            </a:endParaRPr>
          </a:p>
          <a:p>
            <a:pPr marL="214630" indent="-201930">
              <a:lnSpc>
                <a:spcPct val="100000"/>
              </a:lnSpc>
              <a:buChar char="–"/>
              <a:tabLst>
                <a:tab pos="213995" algn="l"/>
              </a:tabLst>
            </a:pPr>
            <a:r>
              <a:rPr sz="2200" dirty="0">
                <a:latin typeface="Calibri" panose="020F0502020204030204"/>
                <a:cs typeface="Calibri" panose="020F0502020204030204"/>
              </a:rPr>
              <a:t>Function</a:t>
            </a:r>
            <a:r>
              <a:rPr sz="2200" spc="-25" dirty="0">
                <a:latin typeface="Calibri" panose="020F0502020204030204"/>
                <a:cs typeface="Calibri" panose="020F0502020204030204"/>
              </a:rPr>
              <a:t> </a:t>
            </a:r>
            <a:r>
              <a:rPr sz="2200" dirty="0">
                <a:latin typeface="Calibri" panose="020F0502020204030204"/>
                <a:cs typeface="Calibri" panose="020F0502020204030204"/>
              </a:rPr>
              <a:t>input</a:t>
            </a:r>
            <a:r>
              <a:rPr sz="2200" spc="-20" dirty="0">
                <a:latin typeface="Calibri" panose="020F0502020204030204"/>
                <a:cs typeface="Calibri" panose="020F0502020204030204"/>
              </a:rPr>
              <a:t> </a:t>
            </a:r>
            <a:r>
              <a:rPr sz="2200" spc="-10" dirty="0">
                <a:latin typeface="Calibri" panose="020F0502020204030204"/>
                <a:cs typeface="Calibri" panose="020F0502020204030204"/>
              </a:rPr>
              <a:t>parameters</a:t>
            </a:r>
            <a:endParaRPr sz="2200">
              <a:latin typeface="Calibri" panose="020F0502020204030204"/>
              <a:cs typeface="Calibri" panose="020F0502020204030204"/>
            </a:endParaRPr>
          </a:p>
          <a:p>
            <a:pPr marL="214630" indent="-201930">
              <a:lnSpc>
                <a:spcPct val="100000"/>
              </a:lnSpc>
              <a:buChar char="–"/>
              <a:tabLst>
                <a:tab pos="213995" algn="l"/>
              </a:tabLst>
            </a:pPr>
            <a:r>
              <a:rPr sz="2200" dirty="0">
                <a:latin typeface="Calibri" panose="020F0502020204030204"/>
                <a:cs typeface="Calibri" panose="020F0502020204030204"/>
              </a:rPr>
              <a:t>The</a:t>
            </a:r>
            <a:r>
              <a:rPr sz="2200" spc="-30" dirty="0">
                <a:latin typeface="Calibri" panose="020F0502020204030204"/>
                <a:cs typeface="Calibri" panose="020F0502020204030204"/>
              </a:rPr>
              <a:t> </a:t>
            </a:r>
            <a:r>
              <a:rPr sz="2200" dirty="0">
                <a:latin typeface="Calibri" panose="020F0502020204030204"/>
                <a:cs typeface="Calibri" panose="020F0502020204030204"/>
              </a:rPr>
              <a:t>RDD</a:t>
            </a:r>
            <a:r>
              <a:rPr sz="2200" spc="-35" dirty="0">
                <a:latin typeface="Calibri" panose="020F0502020204030204"/>
                <a:cs typeface="Calibri" panose="020F0502020204030204"/>
              </a:rPr>
              <a:t> </a:t>
            </a:r>
            <a:r>
              <a:rPr sz="2200" dirty="0">
                <a:latin typeface="Calibri" panose="020F0502020204030204"/>
                <a:cs typeface="Calibri" panose="020F0502020204030204"/>
              </a:rPr>
              <a:t>on</a:t>
            </a:r>
            <a:r>
              <a:rPr sz="2200" spc="-40" dirty="0">
                <a:latin typeface="Calibri" panose="020F0502020204030204"/>
                <a:cs typeface="Calibri" panose="020F0502020204030204"/>
              </a:rPr>
              <a:t> </a:t>
            </a:r>
            <a:r>
              <a:rPr sz="2200" dirty="0">
                <a:latin typeface="Calibri" panose="020F0502020204030204"/>
                <a:cs typeface="Calibri" panose="020F0502020204030204"/>
              </a:rPr>
              <a:t>which</a:t>
            </a:r>
            <a:r>
              <a:rPr sz="2200" spc="-40" dirty="0">
                <a:latin typeface="Calibri" panose="020F0502020204030204"/>
                <a:cs typeface="Calibri" panose="020F0502020204030204"/>
              </a:rPr>
              <a:t> </a:t>
            </a:r>
            <a:r>
              <a:rPr sz="2200" dirty="0">
                <a:latin typeface="Calibri" panose="020F0502020204030204"/>
                <a:cs typeface="Calibri" panose="020F0502020204030204"/>
              </a:rPr>
              <a:t>to</a:t>
            </a:r>
            <a:r>
              <a:rPr sz="2200" spc="-20" dirty="0">
                <a:latin typeface="Calibri" panose="020F0502020204030204"/>
                <a:cs typeface="Calibri" panose="020F0502020204030204"/>
              </a:rPr>
              <a:t> </a:t>
            </a:r>
            <a:r>
              <a:rPr sz="2200" spc="-10" dirty="0">
                <a:latin typeface="Calibri" panose="020F0502020204030204"/>
                <a:cs typeface="Calibri" panose="020F0502020204030204"/>
              </a:rPr>
              <a:t>perform</a:t>
            </a:r>
            <a:r>
              <a:rPr sz="2200" spc="-35" dirty="0">
                <a:latin typeface="Calibri" panose="020F0502020204030204"/>
                <a:cs typeface="Calibri" panose="020F0502020204030204"/>
              </a:rPr>
              <a:t> </a:t>
            </a:r>
            <a:r>
              <a:rPr sz="2200" dirty="0">
                <a:latin typeface="Calibri" panose="020F0502020204030204"/>
                <a:cs typeface="Calibri" panose="020F0502020204030204"/>
              </a:rPr>
              <a:t>the</a:t>
            </a:r>
            <a:r>
              <a:rPr sz="2200" spc="-30" dirty="0">
                <a:latin typeface="Calibri" panose="020F0502020204030204"/>
                <a:cs typeface="Calibri" panose="020F0502020204030204"/>
              </a:rPr>
              <a:t> </a:t>
            </a:r>
            <a:r>
              <a:rPr sz="2200" spc="-10" dirty="0">
                <a:latin typeface="Calibri" panose="020F0502020204030204"/>
                <a:cs typeface="Calibri" panose="020F0502020204030204"/>
              </a:rPr>
              <a:t>function</a:t>
            </a:r>
            <a:endParaRPr sz="2200">
              <a:latin typeface="Calibri" panose="020F0502020204030204"/>
              <a:cs typeface="Calibri" panose="020F0502020204030204"/>
            </a:endParaRPr>
          </a:p>
          <a:p>
            <a:pPr marL="214630" indent="-201930">
              <a:lnSpc>
                <a:spcPct val="100000"/>
              </a:lnSpc>
              <a:buChar char="–"/>
              <a:tabLst>
                <a:tab pos="213995" algn="l"/>
              </a:tabLst>
            </a:pPr>
            <a:r>
              <a:rPr sz="2200" dirty="0">
                <a:latin typeface="Calibri" panose="020F0502020204030204"/>
                <a:cs typeface="Calibri" panose="020F0502020204030204"/>
              </a:rPr>
              <a:t>The</a:t>
            </a:r>
            <a:r>
              <a:rPr sz="2200" spc="-40" dirty="0">
                <a:latin typeface="Calibri" panose="020F0502020204030204"/>
                <a:cs typeface="Calibri" panose="020F0502020204030204"/>
              </a:rPr>
              <a:t> </a:t>
            </a:r>
            <a:r>
              <a:rPr sz="2200" dirty="0">
                <a:latin typeface="Calibri" panose="020F0502020204030204"/>
                <a:cs typeface="Calibri" panose="020F0502020204030204"/>
              </a:rPr>
              <a:t>time</a:t>
            </a:r>
            <a:r>
              <a:rPr sz="2200" spc="-40" dirty="0">
                <a:latin typeface="Calibri" panose="020F0502020204030204"/>
                <a:cs typeface="Calibri" panose="020F0502020204030204"/>
              </a:rPr>
              <a:t> </a:t>
            </a:r>
            <a:r>
              <a:rPr sz="2200" dirty="0">
                <a:latin typeface="Calibri" panose="020F0502020204030204"/>
                <a:cs typeface="Calibri" panose="020F0502020204030204"/>
              </a:rPr>
              <a:t>stamp</a:t>
            </a:r>
            <a:r>
              <a:rPr sz="2200" spc="-45" dirty="0">
                <a:latin typeface="Calibri" panose="020F0502020204030204"/>
                <a:cs typeface="Calibri" panose="020F0502020204030204"/>
              </a:rPr>
              <a:t> </a:t>
            </a:r>
            <a:r>
              <a:rPr sz="2200" dirty="0">
                <a:latin typeface="Calibri" panose="020F0502020204030204"/>
                <a:cs typeface="Calibri" panose="020F0502020204030204"/>
              </a:rPr>
              <a:t>of</a:t>
            </a:r>
            <a:r>
              <a:rPr sz="2200" spc="-45" dirty="0">
                <a:latin typeface="Calibri" panose="020F0502020204030204"/>
                <a:cs typeface="Calibri" panose="020F0502020204030204"/>
              </a:rPr>
              <a:t> </a:t>
            </a:r>
            <a:r>
              <a:rPr sz="2200" dirty="0">
                <a:latin typeface="Calibri" panose="020F0502020204030204"/>
                <a:cs typeface="Calibri" panose="020F0502020204030204"/>
              </a:rPr>
              <a:t>the</a:t>
            </a:r>
            <a:r>
              <a:rPr sz="2200" spc="-40" dirty="0">
                <a:latin typeface="Calibri" panose="020F0502020204030204"/>
                <a:cs typeface="Calibri" panose="020F0502020204030204"/>
              </a:rPr>
              <a:t> </a:t>
            </a:r>
            <a:r>
              <a:rPr sz="2200" dirty="0">
                <a:latin typeface="Calibri" panose="020F0502020204030204"/>
                <a:cs typeface="Calibri" panose="020F0502020204030204"/>
              </a:rPr>
              <a:t>RDD</a:t>
            </a:r>
            <a:r>
              <a:rPr sz="2200" spc="-55" dirty="0">
                <a:latin typeface="Calibri" panose="020F0502020204030204"/>
                <a:cs typeface="Calibri" panose="020F0502020204030204"/>
              </a:rPr>
              <a:t> </a:t>
            </a:r>
            <a:r>
              <a:rPr sz="2200" spc="-10" dirty="0">
                <a:latin typeface="Calibri" panose="020F0502020204030204"/>
                <a:cs typeface="Calibri" panose="020F0502020204030204"/>
              </a:rPr>
              <a:t>(optional)</a:t>
            </a:r>
            <a:endParaRPr sz="22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17519" y="35767"/>
            <a:ext cx="749808" cy="630936"/>
          </a:xfrm>
          <a:prstGeom prst="rect">
            <a:avLst/>
          </a:prstGeom>
        </p:spPr>
      </p:pic>
    </p:spTree>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498475">
              <a:lnSpc>
                <a:spcPct val="100000"/>
              </a:lnSpc>
              <a:spcBef>
                <a:spcPts val="105"/>
              </a:spcBef>
            </a:pPr>
            <a:r>
              <a:rPr dirty="0"/>
              <a:t>Saving</a:t>
            </a:r>
            <a:r>
              <a:rPr spc="-110" dirty="0"/>
              <a:t> </a:t>
            </a:r>
            <a:r>
              <a:rPr dirty="0"/>
              <a:t>DStream</a:t>
            </a:r>
            <a:r>
              <a:rPr spc="-125" dirty="0"/>
              <a:t> </a:t>
            </a:r>
            <a:r>
              <a:rPr dirty="0"/>
              <a:t>Results</a:t>
            </a:r>
            <a:r>
              <a:rPr spc="-105" dirty="0"/>
              <a:t> </a:t>
            </a:r>
            <a:r>
              <a:rPr dirty="0"/>
              <a:t>as</a:t>
            </a:r>
            <a:r>
              <a:rPr spc="-100" dirty="0"/>
              <a:t> </a:t>
            </a:r>
            <a:r>
              <a:rPr spc="-10" dirty="0"/>
              <a:t>Files</a:t>
            </a:r>
          </a:p>
        </p:txBody>
      </p:sp>
      <p:pic>
        <p:nvPicPr>
          <p:cNvPr id="3" name="object 3"/>
          <p:cNvPicPr/>
          <p:nvPr/>
        </p:nvPicPr>
        <p:blipFill>
          <a:blip r:embed="rId2" cstate="print"/>
          <a:stretch>
            <a:fillRect/>
          </a:stretch>
        </p:blipFill>
        <p:spPr>
          <a:xfrm>
            <a:off x="1420905" y="1268857"/>
            <a:ext cx="6218944" cy="4651371"/>
          </a:xfrm>
          <a:prstGeom prst="rect">
            <a:avLst/>
          </a:prstGeom>
        </p:spPr>
      </p:pic>
      <p:pic>
        <p:nvPicPr>
          <p:cNvPr id="4" name="Picture 3" descr="wingspan_logo.png"/>
          <p:cNvPicPr>
            <a:picLocks noChangeAspect="1"/>
          </p:cNvPicPr>
          <p:nvPr/>
        </p:nvPicPr>
        <p:blipFill>
          <a:blip r:embed="rId3"/>
          <a:stretch>
            <a:fillRect/>
          </a:stretch>
        </p:blipFill>
        <p:spPr>
          <a:xfrm>
            <a:off x="8378641" y="0"/>
            <a:ext cx="749808" cy="630936"/>
          </a:xfrm>
          <a:prstGeom prst="rect">
            <a:avLst/>
          </a:prstGeom>
        </p:spPr>
      </p:pic>
    </p:spTree>
  </p:cSld>
  <p:clrMapOvr>
    <a:masterClrMapping/>
  </p:clrMapOvr>
  <p:timing>
    <p:tnLst>
      <p:par>
        <p:cTn id="1" dur="indefinite" restart="never" nodeType="tmRoot"/>
      </p:par>
    </p:tnLst>
  </p:timing>
</p:sld>
</file>

<file path=ppt/slides/slide1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367576" y="248599"/>
            <a:ext cx="8057718" cy="1244600"/>
          </a:xfrm>
          <a:prstGeom prst="rect">
            <a:avLst/>
          </a:prstGeom>
        </p:spPr>
        <p:txBody>
          <a:bodyPr vert="horz" wrap="square" lIns="0" tIns="12065" rIns="0" bIns="0" rtlCol="0">
            <a:spAutoFit/>
          </a:bodyPr>
          <a:lstStyle/>
          <a:p>
            <a:pPr marL="2760345" marR="5080" indent="-2660015">
              <a:lnSpc>
                <a:spcPct val="100000"/>
              </a:lnSpc>
              <a:spcBef>
                <a:spcPts val="95"/>
              </a:spcBef>
            </a:pPr>
            <a:r>
              <a:rPr sz="4000" dirty="0"/>
              <a:t>Building</a:t>
            </a:r>
            <a:r>
              <a:rPr sz="4000" spc="-40" dirty="0"/>
              <a:t> </a:t>
            </a:r>
            <a:r>
              <a:rPr sz="4000" dirty="0"/>
              <a:t>and</a:t>
            </a:r>
            <a:r>
              <a:rPr sz="4000" spc="-45" dirty="0"/>
              <a:t> </a:t>
            </a:r>
            <a:r>
              <a:rPr sz="4000" dirty="0"/>
              <a:t>Running</a:t>
            </a:r>
            <a:r>
              <a:rPr sz="4000" spc="-40" dirty="0"/>
              <a:t> </a:t>
            </a:r>
            <a:r>
              <a:rPr sz="4000" dirty="0"/>
              <a:t>Spark</a:t>
            </a:r>
            <a:r>
              <a:rPr sz="4000" spc="-40" dirty="0"/>
              <a:t> </a:t>
            </a:r>
            <a:r>
              <a:rPr sz="4000" spc="-10" dirty="0"/>
              <a:t>Streaming Applications</a:t>
            </a:r>
            <a:endParaRPr sz="4000" dirty="0"/>
          </a:p>
        </p:txBody>
      </p:sp>
      <p:sp>
        <p:nvSpPr>
          <p:cNvPr id="3" name="object 3"/>
          <p:cNvSpPr txBox="1"/>
          <p:nvPr/>
        </p:nvSpPr>
        <p:spPr>
          <a:xfrm>
            <a:off x="535940" y="1596009"/>
            <a:ext cx="8112125" cy="404939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45" dirty="0">
                <a:latin typeface="Calibri" panose="020F0502020204030204"/>
                <a:cs typeface="Calibri" panose="020F0502020204030204"/>
              </a:rPr>
              <a:t> </a:t>
            </a:r>
            <a:r>
              <a:rPr sz="2400" b="1" dirty="0">
                <a:latin typeface="Calibri" panose="020F0502020204030204"/>
                <a:cs typeface="Calibri" panose="020F0502020204030204"/>
              </a:rPr>
              <a:t>Building</a:t>
            </a:r>
            <a:r>
              <a:rPr sz="2400" b="1" spc="-5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65" dirty="0">
                <a:latin typeface="Calibri" panose="020F0502020204030204"/>
                <a:cs typeface="Calibri" panose="020F0502020204030204"/>
              </a:rPr>
              <a:t> </a:t>
            </a:r>
            <a:r>
              <a:rPr sz="2400" b="1" dirty="0">
                <a:latin typeface="Calibri" panose="020F0502020204030204"/>
                <a:cs typeface="Calibri" panose="020F0502020204030204"/>
              </a:rPr>
              <a:t>Streaming</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applications</a:t>
            </a:r>
            <a:endParaRPr sz="2400">
              <a:latin typeface="Calibri" panose="020F0502020204030204"/>
              <a:cs typeface="Calibri" panose="020F0502020204030204"/>
            </a:endParaRPr>
          </a:p>
          <a:p>
            <a:pPr marL="12700" marR="801370" indent="219710">
              <a:lnSpc>
                <a:spcPct val="100000"/>
              </a:lnSpc>
              <a:buChar char="–"/>
              <a:tabLst>
                <a:tab pos="232410" algn="l"/>
              </a:tabLst>
            </a:pPr>
            <a:r>
              <a:rPr sz="2400" dirty="0">
                <a:latin typeface="Calibri" panose="020F0502020204030204"/>
                <a:cs typeface="Calibri" panose="020F0502020204030204"/>
              </a:rPr>
              <a:t>Link</a:t>
            </a:r>
            <a:r>
              <a:rPr sz="2400" spc="-45" dirty="0">
                <a:latin typeface="Calibri" panose="020F0502020204030204"/>
                <a:cs typeface="Calibri" panose="020F0502020204030204"/>
              </a:rPr>
              <a:t> </a:t>
            </a:r>
            <a:r>
              <a:rPr sz="2400" dirty="0">
                <a:latin typeface="Calibri" panose="020F0502020204030204"/>
                <a:cs typeface="Calibri" panose="020F0502020204030204"/>
              </a:rPr>
              <a:t>with</a:t>
            </a:r>
            <a:r>
              <a:rPr sz="2400" spc="-60"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dirty="0">
                <a:latin typeface="Calibri" panose="020F0502020204030204"/>
                <a:cs typeface="Calibri" panose="020F0502020204030204"/>
              </a:rPr>
              <a:t>main</a:t>
            </a:r>
            <a:r>
              <a:rPr sz="2400" spc="-60" dirty="0">
                <a:latin typeface="Calibri" panose="020F0502020204030204"/>
                <a:cs typeface="Calibri" panose="020F0502020204030204"/>
              </a:rPr>
              <a:t> </a:t>
            </a:r>
            <a:r>
              <a:rPr sz="2400" dirty="0">
                <a:latin typeface="Calibri" panose="020F0502020204030204"/>
                <a:cs typeface="Calibri" panose="020F0502020204030204"/>
              </a:rPr>
              <a:t>Spark</a:t>
            </a:r>
            <a:r>
              <a:rPr sz="2400" spc="-70" dirty="0">
                <a:latin typeface="Calibri" panose="020F0502020204030204"/>
                <a:cs typeface="Calibri" panose="020F0502020204030204"/>
              </a:rPr>
              <a:t> </a:t>
            </a:r>
            <a:r>
              <a:rPr sz="2400" dirty="0">
                <a:latin typeface="Calibri" panose="020F0502020204030204"/>
                <a:cs typeface="Calibri" panose="020F0502020204030204"/>
              </a:rPr>
              <a:t>Streaming</a:t>
            </a:r>
            <a:r>
              <a:rPr sz="2400" spc="-60" dirty="0">
                <a:latin typeface="Calibri" panose="020F0502020204030204"/>
                <a:cs typeface="Calibri" panose="020F0502020204030204"/>
              </a:rPr>
              <a:t> </a:t>
            </a:r>
            <a:r>
              <a:rPr sz="2400" dirty="0">
                <a:latin typeface="Calibri" panose="020F0502020204030204"/>
                <a:cs typeface="Calibri" panose="020F0502020204030204"/>
              </a:rPr>
              <a:t>library</a:t>
            </a:r>
            <a:r>
              <a:rPr sz="2400" spc="-65" dirty="0">
                <a:latin typeface="Calibri" panose="020F0502020204030204"/>
                <a:cs typeface="Calibri" panose="020F0502020204030204"/>
              </a:rPr>
              <a:t> </a:t>
            </a:r>
            <a:r>
              <a:rPr sz="2400" dirty="0">
                <a:latin typeface="Calibri" panose="020F0502020204030204"/>
                <a:cs typeface="Calibri" panose="020F0502020204030204"/>
              </a:rPr>
              <a:t>(included</a:t>
            </a:r>
            <a:r>
              <a:rPr sz="2400" spc="-55" dirty="0">
                <a:latin typeface="Calibri" panose="020F0502020204030204"/>
                <a:cs typeface="Calibri" panose="020F0502020204030204"/>
              </a:rPr>
              <a:t> </a:t>
            </a:r>
            <a:r>
              <a:rPr sz="2400" spc="-20" dirty="0">
                <a:latin typeface="Calibri" panose="020F0502020204030204"/>
                <a:cs typeface="Calibri" panose="020F0502020204030204"/>
              </a:rPr>
              <a:t>with </a:t>
            </a:r>
            <a:r>
              <a:rPr sz="2400" spc="-10" dirty="0">
                <a:latin typeface="Calibri" panose="020F0502020204030204"/>
                <a:cs typeface="Calibri" panose="020F0502020204030204"/>
              </a:rPr>
              <a:t>Spark)</a:t>
            </a:r>
            <a:endParaRPr sz="2400">
              <a:latin typeface="Calibri" panose="020F0502020204030204"/>
              <a:cs typeface="Calibri" panose="020F0502020204030204"/>
            </a:endParaRPr>
          </a:p>
          <a:p>
            <a:pPr marL="232410" indent="-219710">
              <a:lnSpc>
                <a:spcPts val="2840"/>
              </a:lnSpc>
              <a:buChar char="–"/>
              <a:tabLst>
                <a:tab pos="232410" algn="l"/>
              </a:tabLst>
            </a:pPr>
            <a:r>
              <a:rPr sz="2400" dirty="0">
                <a:latin typeface="Calibri" panose="020F0502020204030204"/>
                <a:cs typeface="Calibri" panose="020F0502020204030204"/>
              </a:rPr>
              <a:t>Link</a:t>
            </a:r>
            <a:r>
              <a:rPr sz="2400" spc="-25" dirty="0">
                <a:latin typeface="Calibri" panose="020F0502020204030204"/>
                <a:cs typeface="Calibri" panose="020F0502020204030204"/>
              </a:rPr>
              <a:t> </a:t>
            </a:r>
            <a:r>
              <a:rPr sz="2400" dirty="0">
                <a:latin typeface="Calibri" panose="020F0502020204030204"/>
                <a:cs typeface="Calibri" panose="020F0502020204030204"/>
              </a:rPr>
              <a:t>with</a:t>
            </a:r>
            <a:r>
              <a:rPr sz="2400" spc="-40" dirty="0">
                <a:latin typeface="Calibri" panose="020F0502020204030204"/>
                <a:cs typeface="Calibri" panose="020F0502020204030204"/>
              </a:rPr>
              <a:t> </a:t>
            </a:r>
            <a:r>
              <a:rPr sz="2400" dirty="0">
                <a:latin typeface="Calibri" panose="020F0502020204030204"/>
                <a:cs typeface="Calibri" panose="020F0502020204030204"/>
              </a:rPr>
              <a:t>additional</a:t>
            </a:r>
            <a:r>
              <a:rPr sz="2400" spc="-30" dirty="0">
                <a:latin typeface="Calibri" panose="020F0502020204030204"/>
                <a:cs typeface="Calibri" panose="020F0502020204030204"/>
              </a:rPr>
              <a:t> </a:t>
            </a:r>
            <a:r>
              <a:rPr sz="2400" dirty="0">
                <a:latin typeface="Calibri" panose="020F0502020204030204"/>
                <a:cs typeface="Calibri" panose="020F0502020204030204"/>
              </a:rPr>
              <a:t>Spark</a:t>
            </a:r>
            <a:r>
              <a:rPr sz="2400" spc="-35" dirty="0">
                <a:latin typeface="Calibri" panose="020F0502020204030204"/>
                <a:cs typeface="Calibri" panose="020F0502020204030204"/>
              </a:rPr>
              <a:t> </a:t>
            </a:r>
            <a:r>
              <a:rPr sz="2400" dirty="0">
                <a:latin typeface="Calibri" panose="020F0502020204030204"/>
                <a:cs typeface="Calibri" panose="020F0502020204030204"/>
              </a:rPr>
              <a:t>Streaming</a:t>
            </a:r>
            <a:r>
              <a:rPr sz="2400" spc="-35" dirty="0">
                <a:latin typeface="Calibri" panose="020F0502020204030204"/>
                <a:cs typeface="Calibri" panose="020F0502020204030204"/>
              </a:rPr>
              <a:t> </a:t>
            </a:r>
            <a:r>
              <a:rPr sz="2400" spc="-10" dirty="0">
                <a:latin typeface="Calibri" panose="020F0502020204030204"/>
                <a:cs typeface="Calibri" panose="020F0502020204030204"/>
              </a:rPr>
              <a:t>libraries</a:t>
            </a:r>
            <a:r>
              <a:rPr sz="2400" spc="-55" dirty="0">
                <a:latin typeface="Calibri" panose="020F0502020204030204"/>
                <a:cs typeface="Calibri" panose="020F0502020204030204"/>
              </a:rPr>
              <a:t> </a:t>
            </a:r>
            <a:r>
              <a:rPr sz="2400" dirty="0">
                <a:latin typeface="Calibri" panose="020F0502020204030204"/>
                <a:cs typeface="Calibri" panose="020F0502020204030204"/>
              </a:rPr>
              <a:t>if</a:t>
            </a:r>
            <a:r>
              <a:rPr sz="2400" spc="-20" dirty="0">
                <a:latin typeface="Calibri" panose="020F0502020204030204"/>
                <a:cs typeface="Calibri" panose="020F0502020204030204"/>
              </a:rPr>
              <a:t> necessary,</a:t>
            </a:r>
            <a:r>
              <a:rPr sz="2400" spc="-45" dirty="0">
                <a:latin typeface="Calibri" panose="020F0502020204030204"/>
                <a:cs typeface="Calibri" panose="020F0502020204030204"/>
              </a:rPr>
              <a:t> </a:t>
            </a:r>
            <a:r>
              <a:rPr sz="2400" spc="-25" dirty="0">
                <a:latin typeface="Calibri" panose="020F0502020204030204"/>
                <a:cs typeface="Calibri" panose="020F0502020204030204"/>
              </a:rPr>
              <a:t>for</a:t>
            </a:r>
            <a:endParaRPr sz="2400">
              <a:latin typeface="Calibri" panose="020F0502020204030204"/>
              <a:cs typeface="Calibri" panose="020F0502020204030204"/>
            </a:endParaRPr>
          </a:p>
          <a:p>
            <a:pPr marL="12700">
              <a:lnSpc>
                <a:spcPts val="2840"/>
              </a:lnSpc>
              <a:tabLst>
                <a:tab pos="1286510" algn="l"/>
              </a:tabLst>
            </a:pPr>
            <a:r>
              <a:rPr sz="2400" spc="-10" dirty="0">
                <a:latin typeface="Calibri" panose="020F0502020204030204"/>
                <a:cs typeface="Calibri" panose="020F0502020204030204"/>
              </a:rPr>
              <a:t>example,</a:t>
            </a:r>
            <a:r>
              <a:rPr sz="2400" dirty="0">
                <a:latin typeface="Calibri" panose="020F0502020204030204"/>
                <a:cs typeface="Calibri" panose="020F0502020204030204"/>
              </a:rPr>
              <a:t>	</a:t>
            </a:r>
            <a:r>
              <a:rPr sz="2400" spc="-10" dirty="0">
                <a:latin typeface="Calibri" panose="020F0502020204030204"/>
                <a:cs typeface="Calibri" panose="020F0502020204030204"/>
              </a:rPr>
              <a:t>Kafka,</a:t>
            </a:r>
            <a:r>
              <a:rPr sz="2400" spc="-60" dirty="0">
                <a:latin typeface="Calibri" panose="020F0502020204030204"/>
                <a:cs typeface="Calibri" panose="020F0502020204030204"/>
              </a:rPr>
              <a:t> </a:t>
            </a:r>
            <a:r>
              <a:rPr sz="2400" dirty="0">
                <a:latin typeface="Calibri" panose="020F0502020204030204"/>
                <a:cs typeface="Calibri" panose="020F0502020204030204"/>
              </a:rPr>
              <a:t>Flume,</a:t>
            </a:r>
            <a:r>
              <a:rPr sz="2400" spc="-55" dirty="0">
                <a:latin typeface="Calibri" panose="020F0502020204030204"/>
                <a:cs typeface="Calibri" panose="020F0502020204030204"/>
              </a:rPr>
              <a:t> </a:t>
            </a:r>
            <a:r>
              <a:rPr sz="2400" spc="-10" dirty="0">
                <a:latin typeface="Calibri" panose="020F0502020204030204"/>
                <a:cs typeface="Calibri" panose="020F0502020204030204"/>
              </a:rPr>
              <a:t>Twitter</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Running</a:t>
            </a:r>
            <a:r>
              <a:rPr sz="2400" b="1" spc="-3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35" dirty="0">
                <a:latin typeface="Calibri" panose="020F0502020204030204"/>
                <a:cs typeface="Calibri" panose="020F0502020204030204"/>
              </a:rPr>
              <a:t> </a:t>
            </a:r>
            <a:r>
              <a:rPr sz="2400" b="1" dirty="0">
                <a:latin typeface="Calibri" panose="020F0502020204030204"/>
                <a:cs typeface="Calibri" panose="020F0502020204030204"/>
              </a:rPr>
              <a:t>Streaming</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applications</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dirty="0">
                <a:latin typeface="Calibri" panose="020F0502020204030204"/>
                <a:cs typeface="Calibri" panose="020F0502020204030204"/>
              </a:rPr>
              <a:t>Use</a:t>
            </a:r>
            <a:r>
              <a:rPr sz="2400" spc="-50" dirty="0">
                <a:latin typeface="Calibri" panose="020F0502020204030204"/>
                <a:cs typeface="Calibri" panose="020F0502020204030204"/>
              </a:rPr>
              <a:t> </a:t>
            </a:r>
            <a:r>
              <a:rPr sz="2400" dirty="0">
                <a:latin typeface="Calibri" panose="020F0502020204030204"/>
                <a:cs typeface="Calibri" panose="020F0502020204030204"/>
              </a:rPr>
              <a:t>at</a:t>
            </a:r>
            <a:r>
              <a:rPr sz="2400" spc="-65" dirty="0">
                <a:latin typeface="Calibri" panose="020F0502020204030204"/>
                <a:cs typeface="Calibri" panose="020F0502020204030204"/>
              </a:rPr>
              <a:t> </a:t>
            </a:r>
            <a:r>
              <a:rPr sz="2400" dirty="0">
                <a:latin typeface="Calibri" panose="020F0502020204030204"/>
                <a:cs typeface="Calibri" panose="020F0502020204030204"/>
              </a:rPr>
              <a:t>least</a:t>
            </a:r>
            <a:r>
              <a:rPr sz="2400" spc="-70" dirty="0">
                <a:latin typeface="Calibri" panose="020F0502020204030204"/>
                <a:cs typeface="Calibri" panose="020F0502020204030204"/>
              </a:rPr>
              <a:t> </a:t>
            </a:r>
            <a:r>
              <a:rPr sz="2400" dirty="0">
                <a:latin typeface="Calibri" panose="020F0502020204030204"/>
                <a:cs typeface="Calibri" panose="020F0502020204030204"/>
              </a:rPr>
              <a:t>two</a:t>
            </a:r>
            <a:r>
              <a:rPr sz="2400" spc="-60" dirty="0">
                <a:latin typeface="Calibri" panose="020F0502020204030204"/>
                <a:cs typeface="Calibri" panose="020F0502020204030204"/>
              </a:rPr>
              <a:t> </a:t>
            </a:r>
            <a:r>
              <a:rPr sz="2400" dirty="0">
                <a:latin typeface="Calibri" panose="020F0502020204030204"/>
                <a:cs typeface="Calibri" panose="020F0502020204030204"/>
              </a:rPr>
              <a:t>threads</a:t>
            </a:r>
            <a:r>
              <a:rPr sz="2400" spc="-50" dirty="0">
                <a:latin typeface="Calibri" panose="020F0502020204030204"/>
                <a:cs typeface="Calibri" panose="020F0502020204030204"/>
              </a:rPr>
              <a:t> </a:t>
            </a:r>
            <a:r>
              <a:rPr sz="2400" dirty="0">
                <a:latin typeface="Calibri" panose="020F0502020204030204"/>
                <a:cs typeface="Calibri" panose="020F0502020204030204"/>
              </a:rPr>
              <a:t>if</a:t>
            </a:r>
            <a:r>
              <a:rPr sz="2400" spc="-50" dirty="0">
                <a:latin typeface="Calibri" panose="020F0502020204030204"/>
                <a:cs typeface="Calibri" panose="020F0502020204030204"/>
              </a:rPr>
              <a:t> </a:t>
            </a:r>
            <a:r>
              <a:rPr sz="2400" dirty="0">
                <a:latin typeface="Calibri" panose="020F0502020204030204"/>
                <a:cs typeface="Calibri" panose="020F0502020204030204"/>
              </a:rPr>
              <a:t>running</a:t>
            </a:r>
            <a:r>
              <a:rPr sz="2400" spc="-60" dirty="0">
                <a:latin typeface="Calibri" panose="020F0502020204030204"/>
                <a:cs typeface="Calibri" panose="020F0502020204030204"/>
              </a:rPr>
              <a:t> </a:t>
            </a:r>
            <a:r>
              <a:rPr sz="2400" spc="-10" dirty="0">
                <a:latin typeface="Calibri" panose="020F0502020204030204"/>
                <a:cs typeface="Calibri" panose="020F0502020204030204"/>
              </a:rPr>
              <a:t>locally</a:t>
            </a:r>
            <a:endParaRPr sz="2400">
              <a:latin typeface="Calibri" panose="020F0502020204030204"/>
              <a:cs typeface="Calibri" panose="020F0502020204030204"/>
            </a:endParaRPr>
          </a:p>
          <a:p>
            <a:pPr marL="12700" marR="5080" indent="219710">
              <a:lnSpc>
                <a:spcPts val="2800"/>
              </a:lnSpc>
              <a:spcBef>
                <a:spcPts val="160"/>
              </a:spcBef>
              <a:buChar char="–"/>
              <a:tabLst>
                <a:tab pos="232410" algn="l"/>
                <a:tab pos="353695" algn="l"/>
              </a:tabLst>
            </a:pPr>
            <a:r>
              <a:rPr sz="2400" dirty="0">
                <a:latin typeface="Calibri" panose="020F0502020204030204"/>
                <a:cs typeface="Calibri" panose="020F0502020204030204"/>
              </a:rPr>
              <a:t>Adding</a:t>
            </a:r>
            <a:r>
              <a:rPr sz="2400" spc="-60" dirty="0">
                <a:latin typeface="Calibri" panose="020F0502020204030204"/>
                <a:cs typeface="Calibri" panose="020F0502020204030204"/>
              </a:rPr>
              <a:t> </a:t>
            </a:r>
            <a:r>
              <a:rPr sz="2400" spc="-10" dirty="0">
                <a:latin typeface="Calibri" panose="020F0502020204030204"/>
                <a:cs typeface="Calibri" panose="020F0502020204030204"/>
              </a:rPr>
              <a:t>operations</a:t>
            </a:r>
            <a:r>
              <a:rPr sz="2400" spc="-60" dirty="0">
                <a:latin typeface="Calibri" panose="020F0502020204030204"/>
                <a:cs typeface="Calibri" panose="020F0502020204030204"/>
              </a:rPr>
              <a:t> </a:t>
            </a:r>
            <a:r>
              <a:rPr sz="2400" dirty="0">
                <a:latin typeface="Calibri" panose="020F0502020204030204"/>
                <a:cs typeface="Calibri" panose="020F0502020204030204"/>
              </a:rPr>
              <a:t>after</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55" dirty="0">
                <a:latin typeface="Calibri" panose="020F0502020204030204"/>
                <a:cs typeface="Calibri" panose="020F0502020204030204"/>
              </a:rPr>
              <a:t> </a:t>
            </a:r>
            <a:r>
              <a:rPr sz="2400" dirty="0">
                <a:latin typeface="Calibri" panose="020F0502020204030204"/>
                <a:cs typeface="Calibri" panose="020F0502020204030204"/>
              </a:rPr>
              <a:t>Streaming</a:t>
            </a:r>
            <a:r>
              <a:rPr sz="2400" spc="-60" dirty="0">
                <a:latin typeface="Calibri" panose="020F0502020204030204"/>
                <a:cs typeface="Calibri" panose="020F0502020204030204"/>
              </a:rPr>
              <a:t> </a:t>
            </a:r>
            <a:r>
              <a:rPr sz="2400" spc="-10" dirty="0">
                <a:latin typeface="Calibri" panose="020F0502020204030204"/>
                <a:cs typeface="Calibri" panose="020F0502020204030204"/>
              </a:rPr>
              <a:t>context</a:t>
            </a:r>
            <a:r>
              <a:rPr sz="2400" spc="-75" dirty="0">
                <a:latin typeface="Calibri" panose="020F0502020204030204"/>
                <a:cs typeface="Calibri" panose="020F0502020204030204"/>
              </a:rPr>
              <a:t> </a:t>
            </a:r>
            <a:r>
              <a:rPr sz="2400" dirty="0">
                <a:latin typeface="Calibri" panose="020F0502020204030204"/>
                <a:cs typeface="Calibri" panose="020F0502020204030204"/>
              </a:rPr>
              <a:t>has</a:t>
            </a:r>
            <a:r>
              <a:rPr sz="2400" spc="-50" dirty="0">
                <a:latin typeface="Calibri" panose="020F0502020204030204"/>
                <a:cs typeface="Calibri" panose="020F0502020204030204"/>
              </a:rPr>
              <a:t> </a:t>
            </a:r>
            <a:r>
              <a:rPr sz="2400" dirty="0">
                <a:latin typeface="Calibri" panose="020F0502020204030204"/>
                <a:cs typeface="Calibri" panose="020F0502020204030204"/>
              </a:rPr>
              <a:t>been</a:t>
            </a:r>
            <a:r>
              <a:rPr sz="2400" spc="-50" dirty="0">
                <a:latin typeface="Calibri" panose="020F0502020204030204"/>
                <a:cs typeface="Calibri" panose="020F0502020204030204"/>
              </a:rPr>
              <a:t> </a:t>
            </a:r>
            <a:r>
              <a:rPr sz="2400" spc="-10" dirty="0">
                <a:latin typeface="Calibri" panose="020F0502020204030204"/>
                <a:cs typeface="Calibri" panose="020F0502020204030204"/>
              </a:rPr>
              <a:t>started </a:t>
            </a:r>
            <a:r>
              <a:rPr sz="2400" spc="-25" dirty="0">
                <a:latin typeface="Calibri" panose="020F0502020204030204"/>
                <a:cs typeface="Calibri" panose="020F0502020204030204"/>
              </a:rPr>
              <a:t>is</a:t>
            </a:r>
            <a:r>
              <a:rPr sz="2400" dirty="0">
                <a:latin typeface="Calibri" panose="020F0502020204030204"/>
                <a:cs typeface="Calibri" panose="020F0502020204030204"/>
              </a:rPr>
              <a:t>		</a:t>
            </a:r>
            <a:r>
              <a:rPr sz="2400" spc="-10" dirty="0">
                <a:latin typeface="Calibri" panose="020F0502020204030204"/>
                <a:cs typeface="Calibri" panose="020F0502020204030204"/>
              </a:rPr>
              <a:t>unsupported</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Stopping</a:t>
            </a:r>
            <a:r>
              <a:rPr sz="2400" spc="-60" dirty="0">
                <a:latin typeface="Calibri" panose="020F0502020204030204"/>
                <a:cs typeface="Calibri" panose="020F0502020204030204"/>
              </a:rPr>
              <a:t> </a:t>
            </a:r>
            <a:r>
              <a:rPr sz="2400" dirty="0">
                <a:latin typeface="Calibri" panose="020F0502020204030204"/>
                <a:cs typeface="Calibri" panose="020F0502020204030204"/>
              </a:rPr>
              <a:t>and</a:t>
            </a:r>
            <a:r>
              <a:rPr sz="2400" spc="-40" dirty="0">
                <a:latin typeface="Calibri" panose="020F0502020204030204"/>
                <a:cs typeface="Calibri" panose="020F0502020204030204"/>
              </a:rPr>
              <a:t> </a:t>
            </a:r>
            <a:r>
              <a:rPr sz="2400" spc="-10" dirty="0">
                <a:latin typeface="Calibri" panose="020F0502020204030204"/>
                <a:cs typeface="Calibri" panose="020F0502020204030204"/>
              </a:rPr>
              <a:t>restarting</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dirty="0">
                <a:latin typeface="Calibri" panose="020F0502020204030204"/>
                <a:cs typeface="Calibri" panose="020F0502020204030204"/>
              </a:rPr>
              <a:t>Streaming</a:t>
            </a:r>
            <a:r>
              <a:rPr sz="2400" spc="-50" dirty="0">
                <a:latin typeface="Calibri" panose="020F0502020204030204"/>
                <a:cs typeface="Calibri" panose="020F0502020204030204"/>
              </a:rPr>
              <a:t> </a:t>
            </a:r>
            <a:r>
              <a:rPr sz="2400" spc="-10" dirty="0">
                <a:latin typeface="Calibri" panose="020F0502020204030204"/>
                <a:cs typeface="Calibri" panose="020F0502020204030204"/>
              </a:rPr>
              <a:t>context</a:t>
            </a:r>
            <a:r>
              <a:rPr sz="2400" spc="-65" dirty="0">
                <a:latin typeface="Calibri" panose="020F0502020204030204"/>
                <a:cs typeface="Calibri" panose="020F0502020204030204"/>
              </a:rPr>
              <a:t> </a:t>
            </a:r>
            <a:r>
              <a:rPr sz="2400" dirty="0">
                <a:latin typeface="Calibri" panose="020F0502020204030204"/>
                <a:cs typeface="Calibri" panose="020F0502020204030204"/>
              </a:rPr>
              <a:t>is</a:t>
            </a:r>
            <a:r>
              <a:rPr sz="2400" spc="-50" dirty="0">
                <a:latin typeface="Calibri" panose="020F0502020204030204"/>
                <a:cs typeface="Calibri" panose="020F0502020204030204"/>
              </a:rPr>
              <a:t> </a:t>
            </a:r>
            <a:r>
              <a:rPr sz="2400" spc="-10" dirty="0">
                <a:latin typeface="Calibri" panose="020F0502020204030204"/>
                <a:cs typeface="Calibri" panose="020F0502020204030204"/>
              </a:rPr>
              <a:t>unsupported</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425294" y="-32657"/>
            <a:ext cx="749808" cy="630936"/>
          </a:xfrm>
          <a:prstGeom prst="rect">
            <a:avLst/>
          </a:prstGeom>
        </p:spPr>
      </p:pic>
    </p:spTree>
  </p:cSld>
  <p:clrMapOvr>
    <a:masterClrMapping/>
  </p:clrMapOvr>
  <p:timing>
    <p:tnLst>
      <p:par>
        <p:cTn id="1" dur="indefinite" restart="never" nodeType="tmRoot"/>
      </p:par>
    </p:tnLst>
  </p:timing>
</p:sld>
</file>

<file path=ppt/slides/slide1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316864" rIns="0" bIns="0" rtlCol="0">
            <a:spAutoFit/>
          </a:bodyPr>
          <a:lstStyle/>
          <a:p>
            <a:pPr marL="15240">
              <a:lnSpc>
                <a:spcPct val="100000"/>
              </a:lnSpc>
              <a:spcBef>
                <a:spcPts val="95"/>
              </a:spcBef>
            </a:pPr>
            <a:r>
              <a:rPr sz="4000" dirty="0"/>
              <a:t>Using</a:t>
            </a:r>
            <a:r>
              <a:rPr sz="4000" spc="-55" dirty="0"/>
              <a:t> </a:t>
            </a:r>
            <a:r>
              <a:rPr sz="4000" dirty="0"/>
              <a:t>Spark</a:t>
            </a:r>
            <a:r>
              <a:rPr sz="4000" spc="-50" dirty="0"/>
              <a:t> </a:t>
            </a:r>
            <a:r>
              <a:rPr sz="4000" dirty="0"/>
              <a:t>Streaming</a:t>
            </a:r>
            <a:r>
              <a:rPr sz="4000" spc="-60" dirty="0"/>
              <a:t> </a:t>
            </a:r>
            <a:r>
              <a:rPr sz="4000" dirty="0"/>
              <a:t>with</a:t>
            </a:r>
            <a:r>
              <a:rPr sz="4000" spc="-55" dirty="0"/>
              <a:t> </a:t>
            </a:r>
            <a:r>
              <a:rPr sz="4000" dirty="0"/>
              <a:t>Spark</a:t>
            </a:r>
            <a:r>
              <a:rPr sz="4000" spc="-50" dirty="0"/>
              <a:t> </a:t>
            </a:r>
            <a:r>
              <a:rPr sz="4000" spc="-10" dirty="0"/>
              <a:t>Shell</a:t>
            </a:r>
            <a:endParaRPr sz="4000"/>
          </a:p>
        </p:txBody>
      </p:sp>
      <p:sp>
        <p:nvSpPr>
          <p:cNvPr id="3" name="object 3"/>
          <p:cNvSpPr txBox="1"/>
          <p:nvPr/>
        </p:nvSpPr>
        <p:spPr>
          <a:xfrm>
            <a:off x="459740" y="1613661"/>
            <a:ext cx="7560309" cy="2586355"/>
          </a:xfrm>
          <a:prstGeom prst="rect">
            <a:avLst/>
          </a:prstGeom>
        </p:spPr>
        <p:txBody>
          <a:bodyPr vert="horz" wrap="square" lIns="0" tIns="12700" rIns="0" bIns="0" rtlCol="0">
            <a:spAutoFit/>
          </a:bodyPr>
          <a:lstStyle/>
          <a:p>
            <a:pPr marL="12700" marR="445135">
              <a:lnSpc>
                <a:spcPct val="100000"/>
              </a:lnSpc>
              <a:spcBef>
                <a:spcPts val="100"/>
              </a:spcBef>
            </a:pPr>
            <a:r>
              <a:rPr sz="1800" dirty="0">
                <a:latin typeface="Calibri" panose="020F0502020204030204"/>
                <a:cs typeface="Calibri" panose="020F0502020204030204"/>
              </a:rPr>
              <a:t>§</a:t>
            </a:r>
            <a:r>
              <a:rPr sz="1800" spc="-45"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55" dirty="0">
                <a:latin typeface="Calibri" panose="020F0502020204030204"/>
                <a:cs typeface="Calibri" panose="020F0502020204030204"/>
              </a:rPr>
              <a:t> </a:t>
            </a:r>
            <a:r>
              <a:rPr sz="2400" b="1" dirty="0">
                <a:latin typeface="Calibri" panose="020F0502020204030204"/>
                <a:cs typeface="Calibri" panose="020F0502020204030204"/>
              </a:rPr>
              <a:t>Streaming</a:t>
            </a:r>
            <a:r>
              <a:rPr sz="2400" b="1" spc="-70" dirty="0">
                <a:latin typeface="Calibri" panose="020F0502020204030204"/>
                <a:cs typeface="Calibri" panose="020F0502020204030204"/>
              </a:rPr>
              <a:t> </a:t>
            </a:r>
            <a:r>
              <a:rPr sz="2400" b="1" dirty="0">
                <a:latin typeface="Calibri" panose="020F0502020204030204"/>
                <a:cs typeface="Calibri" panose="020F0502020204030204"/>
              </a:rPr>
              <a:t>is</a:t>
            </a:r>
            <a:r>
              <a:rPr sz="2400" b="1" spc="-50" dirty="0">
                <a:latin typeface="Calibri" panose="020F0502020204030204"/>
                <a:cs typeface="Calibri" panose="020F0502020204030204"/>
              </a:rPr>
              <a:t> </a:t>
            </a:r>
            <a:r>
              <a:rPr sz="2400" b="1" dirty="0">
                <a:latin typeface="Calibri" panose="020F0502020204030204"/>
                <a:cs typeface="Calibri" panose="020F0502020204030204"/>
              </a:rPr>
              <a:t>designed</a:t>
            </a:r>
            <a:r>
              <a:rPr sz="2400" b="1" spc="-55" dirty="0">
                <a:latin typeface="Calibri" panose="020F0502020204030204"/>
                <a:cs typeface="Calibri" panose="020F0502020204030204"/>
              </a:rPr>
              <a:t> </a:t>
            </a:r>
            <a:r>
              <a:rPr sz="2400" b="1" dirty="0">
                <a:latin typeface="Calibri" panose="020F0502020204030204"/>
                <a:cs typeface="Calibri" panose="020F0502020204030204"/>
              </a:rPr>
              <a:t>for</a:t>
            </a:r>
            <a:r>
              <a:rPr sz="2400" b="1" spc="-65" dirty="0">
                <a:latin typeface="Calibri" panose="020F0502020204030204"/>
                <a:cs typeface="Calibri" panose="020F0502020204030204"/>
              </a:rPr>
              <a:t> </a:t>
            </a:r>
            <a:r>
              <a:rPr sz="2400" b="1" dirty="0">
                <a:latin typeface="Calibri" panose="020F0502020204030204"/>
                <a:cs typeface="Calibri" panose="020F0502020204030204"/>
              </a:rPr>
              <a:t>batch</a:t>
            </a:r>
            <a:r>
              <a:rPr sz="2400" b="1" spc="-50" dirty="0">
                <a:latin typeface="Calibri" panose="020F0502020204030204"/>
                <a:cs typeface="Calibri" panose="020F0502020204030204"/>
              </a:rPr>
              <a:t> </a:t>
            </a:r>
            <a:r>
              <a:rPr sz="2400" b="1" spc="-10" dirty="0">
                <a:latin typeface="Calibri" panose="020F0502020204030204"/>
                <a:cs typeface="Calibri" panose="020F0502020204030204"/>
              </a:rPr>
              <a:t>applications,</a:t>
            </a:r>
            <a:r>
              <a:rPr sz="2400" b="1" spc="-45" dirty="0">
                <a:latin typeface="Calibri" panose="020F0502020204030204"/>
                <a:cs typeface="Calibri" panose="020F0502020204030204"/>
              </a:rPr>
              <a:t> </a:t>
            </a:r>
            <a:r>
              <a:rPr sz="2400" b="1" spc="-25" dirty="0">
                <a:latin typeface="Calibri" panose="020F0502020204030204"/>
                <a:cs typeface="Calibri" panose="020F0502020204030204"/>
              </a:rPr>
              <a:t>not </a:t>
            </a:r>
            <a:r>
              <a:rPr sz="2400" b="1" spc="-10" dirty="0">
                <a:latin typeface="Calibri" panose="020F0502020204030204"/>
                <a:cs typeface="Calibri" panose="020F0502020204030204"/>
              </a:rPr>
              <a:t>interactive</a:t>
            </a:r>
            <a:r>
              <a:rPr sz="2400" b="1" spc="-85" dirty="0">
                <a:latin typeface="Calibri" panose="020F0502020204030204"/>
                <a:cs typeface="Calibri" panose="020F0502020204030204"/>
              </a:rPr>
              <a:t> </a:t>
            </a:r>
            <a:r>
              <a:rPr sz="2400" b="1" spc="-25" dirty="0">
                <a:latin typeface="Calibri" panose="020F0502020204030204"/>
                <a:cs typeface="Calibri" panose="020F0502020204030204"/>
              </a:rPr>
              <a:t>use</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40" dirty="0">
                <a:latin typeface="Calibri" panose="020F0502020204030204"/>
                <a:cs typeface="Calibri" panose="020F0502020204030204"/>
              </a:rPr>
              <a:t> </a:t>
            </a:r>
            <a:r>
              <a:rPr sz="2400" b="1" dirty="0">
                <a:latin typeface="Calibri" panose="020F0502020204030204"/>
                <a:cs typeface="Calibri" panose="020F0502020204030204"/>
              </a:rPr>
              <a:t>The</a:t>
            </a:r>
            <a:r>
              <a:rPr sz="2400" b="1" spc="-4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50" dirty="0">
                <a:latin typeface="Calibri" panose="020F0502020204030204"/>
                <a:cs typeface="Calibri" panose="020F0502020204030204"/>
              </a:rPr>
              <a:t> </a:t>
            </a:r>
            <a:r>
              <a:rPr sz="2400" b="1" dirty="0">
                <a:latin typeface="Calibri" panose="020F0502020204030204"/>
                <a:cs typeface="Calibri" panose="020F0502020204030204"/>
              </a:rPr>
              <a:t>shell</a:t>
            </a:r>
            <a:r>
              <a:rPr sz="2400" b="1" spc="-35" dirty="0">
                <a:latin typeface="Calibri" panose="020F0502020204030204"/>
                <a:cs typeface="Calibri" panose="020F0502020204030204"/>
              </a:rPr>
              <a:t> </a:t>
            </a:r>
            <a:r>
              <a:rPr sz="2400" b="1" dirty="0">
                <a:latin typeface="Calibri" panose="020F0502020204030204"/>
                <a:cs typeface="Calibri" panose="020F0502020204030204"/>
              </a:rPr>
              <a:t>can</a:t>
            </a:r>
            <a:r>
              <a:rPr sz="2400" b="1" spc="-55" dirty="0">
                <a:latin typeface="Calibri" panose="020F0502020204030204"/>
                <a:cs typeface="Calibri" panose="020F0502020204030204"/>
              </a:rPr>
              <a:t> </a:t>
            </a:r>
            <a:r>
              <a:rPr sz="2400" b="1" dirty="0">
                <a:latin typeface="Calibri" panose="020F0502020204030204"/>
                <a:cs typeface="Calibri" panose="020F0502020204030204"/>
              </a:rPr>
              <a:t>be</a:t>
            </a:r>
            <a:r>
              <a:rPr sz="2400" b="1" spc="-40" dirty="0">
                <a:latin typeface="Calibri" panose="020F0502020204030204"/>
                <a:cs typeface="Calibri" panose="020F0502020204030204"/>
              </a:rPr>
              <a:t> </a:t>
            </a:r>
            <a:r>
              <a:rPr sz="2400" b="1" dirty="0">
                <a:latin typeface="Calibri" panose="020F0502020204030204"/>
                <a:cs typeface="Calibri" panose="020F0502020204030204"/>
              </a:rPr>
              <a:t>used</a:t>
            </a:r>
            <a:r>
              <a:rPr sz="2400" b="1" spc="-25" dirty="0">
                <a:latin typeface="Calibri" panose="020F0502020204030204"/>
                <a:cs typeface="Calibri" panose="020F0502020204030204"/>
              </a:rPr>
              <a:t> </a:t>
            </a:r>
            <a:r>
              <a:rPr sz="2400" b="1" dirty="0">
                <a:latin typeface="Calibri" panose="020F0502020204030204"/>
                <a:cs typeface="Calibri" panose="020F0502020204030204"/>
              </a:rPr>
              <a:t>for</a:t>
            </a:r>
            <a:r>
              <a:rPr sz="2400" b="1" spc="-55" dirty="0">
                <a:latin typeface="Calibri" panose="020F0502020204030204"/>
                <a:cs typeface="Calibri" panose="020F0502020204030204"/>
              </a:rPr>
              <a:t> </a:t>
            </a:r>
            <a:r>
              <a:rPr sz="2400" b="1" dirty="0">
                <a:latin typeface="Calibri" panose="020F0502020204030204"/>
                <a:cs typeface="Calibri" panose="020F0502020204030204"/>
              </a:rPr>
              <a:t>limited</a:t>
            </a:r>
            <a:r>
              <a:rPr sz="2400" b="1" spc="-35" dirty="0">
                <a:latin typeface="Calibri" panose="020F0502020204030204"/>
                <a:cs typeface="Calibri" panose="020F0502020204030204"/>
              </a:rPr>
              <a:t> </a:t>
            </a:r>
            <a:r>
              <a:rPr sz="2400" b="1" spc="-10" dirty="0">
                <a:latin typeface="Calibri" panose="020F0502020204030204"/>
                <a:cs typeface="Calibri" panose="020F0502020204030204"/>
              </a:rPr>
              <a:t>testing</a:t>
            </a:r>
            <a:endParaRPr sz="2400">
              <a:latin typeface="Calibri" panose="020F0502020204030204"/>
              <a:cs typeface="Calibri" panose="020F0502020204030204"/>
            </a:endParaRPr>
          </a:p>
          <a:p>
            <a:pPr marL="232410" indent="-219710">
              <a:lnSpc>
                <a:spcPct val="100000"/>
              </a:lnSpc>
              <a:buFont typeface="Calibri" panose="020F0502020204030204"/>
              <a:buChar char="–"/>
              <a:tabLst>
                <a:tab pos="232410" algn="l"/>
              </a:tabLst>
            </a:pPr>
            <a:r>
              <a:rPr sz="2400" i="1" dirty="0">
                <a:latin typeface="Calibri" panose="020F0502020204030204"/>
                <a:cs typeface="Calibri" panose="020F0502020204030204"/>
              </a:rPr>
              <a:t>Not</a:t>
            </a:r>
            <a:r>
              <a:rPr sz="2400" i="1" spc="-50" dirty="0">
                <a:latin typeface="Calibri" panose="020F0502020204030204"/>
                <a:cs typeface="Calibri" panose="020F0502020204030204"/>
              </a:rPr>
              <a:t> </a:t>
            </a:r>
            <a:r>
              <a:rPr sz="2400" i="1" spc="-10" dirty="0">
                <a:latin typeface="Calibri" panose="020F0502020204030204"/>
                <a:cs typeface="Calibri" panose="020F0502020204030204"/>
              </a:rPr>
              <a:t>intended</a:t>
            </a:r>
            <a:r>
              <a:rPr sz="2400" i="1" spc="-60" dirty="0">
                <a:latin typeface="Calibri" panose="020F0502020204030204"/>
                <a:cs typeface="Calibri" panose="020F0502020204030204"/>
              </a:rPr>
              <a:t> </a:t>
            </a:r>
            <a:r>
              <a:rPr sz="2400" i="1" dirty="0">
                <a:latin typeface="Calibri" panose="020F0502020204030204"/>
                <a:cs typeface="Calibri" panose="020F0502020204030204"/>
              </a:rPr>
              <a:t>for</a:t>
            </a:r>
            <a:r>
              <a:rPr sz="2400" i="1" spc="-35" dirty="0">
                <a:latin typeface="Calibri" panose="020F0502020204030204"/>
                <a:cs typeface="Calibri" panose="020F0502020204030204"/>
              </a:rPr>
              <a:t> </a:t>
            </a:r>
            <a:r>
              <a:rPr sz="2400" i="1" spc="-10" dirty="0">
                <a:latin typeface="Calibri" panose="020F0502020204030204"/>
                <a:cs typeface="Calibri" panose="020F0502020204030204"/>
              </a:rPr>
              <a:t>production</a:t>
            </a:r>
            <a:r>
              <a:rPr sz="2400" i="1" spc="-50" dirty="0">
                <a:latin typeface="Calibri" panose="020F0502020204030204"/>
                <a:cs typeface="Calibri" panose="020F0502020204030204"/>
              </a:rPr>
              <a:t> </a:t>
            </a:r>
            <a:r>
              <a:rPr sz="2400" i="1" spc="-20" dirty="0">
                <a:latin typeface="Calibri" panose="020F0502020204030204"/>
                <a:cs typeface="Calibri" panose="020F0502020204030204"/>
              </a:rPr>
              <a:t>use!</a:t>
            </a:r>
            <a:endParaRPr sz="2400">
              <a:latin typeface="Calibri" panose="020F0502020204030204"/>
              <a:cs typeface="Calibri" panose="020F0502020204030204"/>
            </a:endParaRPr>
          </a:p>
          <a:p>
            <a:pPr marL="12700" marR="5080" indent="219710">
              <a:lnSpc>
                <a:spcPts val="2800"/>
              </a:lnSpc>
              <a:spcBef>
                <a:spcPts val="160"/>
              </a:spcBef>
              <a:buChar char="–"/>
              <a:tabLst>
                <a:tab pos="232410" algn="l"/>
                <a:tab pos="1562735" algn="l"/>
              </a:tabLst>
            </a:pPr>
            <a:r>
              <a:rPr sz="2400" dirty="0">
                <a:latin typeface="Calibri" panose="020F0502020204030204"/>
                <a:cs typeface="Calibri" panose="020F0502020204030204"/>
              </a:rPr>
              <a:t>Be</a:t>
            </a:r>
            <a:r>
              <a:rPr sz="2400" spc="-50" dirty="0">
                <a:latin typeface="Calibri" panose="020F0502020204030204"/>
                <a:cs typeface="Calibri" panose="020F0502020204030204"/>
              </a:rPr>
              <a:t> </a:t>
            </a:r>
            <a:r>
              <a:rPr sz="2400" dirty="0">
                <a:latin typeface="Calibri" panose="020F0502020204030204"/>
                <a:cs typeface="Calibri" panose="020F0502020204030204"/>
              </a:rPr>
              <a:t>sure</a:t>
            </a:r>
            <a:r>
              <a:rPr sz="2400" spc="-40" dirty="0">
                <a:latin typeface="Calibri" panose="020F0502020204030204"/>
                <a:cs typeface="Calibri" panose="020F0502020204030204"/>
              </a:rPr>
              <a:t> </a:t>
            </a:r>
            <a:r>
              <a:rPr sz="2400" dirty="0">
                <a:latin typeface="Calibri" panose="020F0502020204030204"/>
                <a:cs typeface="Calibri" panose="020F0502020204030204"/>
              </a:rPr>
              <a:t>to</a:t>
            </a:r>
            <a:r>
              <a:rPr sz="2400" spc="-45" dirty="0">
                <a:latin typeface="Calibri" panose="020F0502020204030204"/>
                <a:cs typeface="Calibri" panose="020F0502020204030204"/>
              </a:rPr>
              <a:t> </a:t>
            </a:r>
            <a:r>
              <a:rPr sz="2400" dirty="0">
                <a:latin typeface="Calibri" panose="020F0502020204030204"/>
                <a:cs typeface="Calibri" panose="020F0502020204030204"/>
              </a:rPr>
              <a:t>run</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dirty="0">
                <a:latin typeface="Calibri" panose="020F0502020204030204"/>
                <a:cs typeface="Calibri" panose="020F0502020204030204"/>
              </a:rPr>
              <a:t>shell</a:t>
            </a:r>
            <a:r>
              <a:rPr sz="2400" spc="-50" dirty="0">
                <a:latin typeface="Calibri" panose="020F0502020204030204"/>
                <a:cs typeface="Calibri" panose="020F0502020204030204"/>
              </a:rPr>
              <a:t> </a:t>
            </a:r>
            <a:r>
              <a:rPr sz="2400" dirty="0">
                <a:latin typeface="Calibri" panose="020F0502020204030204"/>
                <a:cs typeface="Calibri" panose="020F0502020204030204"/>
              </a:rPr>
              <a:t>on</a:t>
            </a:r>
            <a:r>
              <a:rPr sz="2400" spc="-45" dirty="0">
                <a:latin typeface="Calibri" panose="020F0502020204030204"/>
                <a:cs typeface="Calibri" panose="020F0502020204030204"/>
              </a:rPr>
              <a:t> </a:t>
            </a:r>
            <a:r>
              <a:rPr sz="2400" dirty="0">
                <a:latin typeface="Calibri" panose="020F0502020204030204"/>
                <a:cs typeface="Calibri" panose="020F0502020204030204"/>
              </a:rPr>
              <a:t>a</a:t>
            </a:r>
            <a:r>
              <a:rPr sz="2400" spc="-50" dirty="0">
                <a:latin typeface="Calibri" panose="020F0502020204030204"/>
                <a:cs typeface="Calibri" panose="020F0502020204030204"/>
              </a:rPr>
              <a:t> </a:t>
            </a:r>
            <a:r>
              <a:rPr sz="2400" dirty="0">
                <a:latin typeface="Calibri" panose="020F0502020204030204"/>
                <a:cs typeface="Calibri" panose="020F0502020204030204"/>
              </a:rPr>
              <a:t>cluster</a:t>
            </a:r>
            <a:r>
              <a:rPr sz="2400" spc="-50" dirty="0">
                <a:latin typeface="Calibri" panose="020F0502020204030204"/>
                <a:cs typeface="Calibri" panose="020F0502020204030204"/>
              </a:rPr>
              <a:t> </a:t>
            </a:r>
            <a:r>
              <a:rPr sz="2400" dirty="0">
                <a:latin typeface="Calibri" panose="020F0502020204030204"/>
                <a:cs typeface="Calibri" panose="020F0502020204030204"/>
              </a:rPr>
              <a:t>with</a:t>
            </a:r>
            <a:r>
              <a:rPr sz="2400" spc="-60" dirty="0">
                <a:latin typeface="Calibri" panose="020F0502020204030204"/>
                <a:cs typeface="Calibri" panose="020F0502020204030204"/>
              </a:rPr>
              <a:t> </a:t>
            </a:r>
            <a:r>
              <a:rPr sz="2400" dirty="0">
                <a:latin typeface="Calibri" panose="020F0502020204030204"/>
                <a:cs typeface="Calibri" panose="020F0502020204030204"/>
              </a:rPr>
              <a:t>at</a:t>
            </a:r>
            <a:r>
              <a:rPr sz="2400" spc="-50" dirty="0">
                <a:latin typeface="Calibri" panose="020F0502020204030204"/>
                <a:cs typeface="Calibri" panose="020F0502020204030204"/>
              </a:rPr>
              <a:t> </a:t>
            </a:r>
            <a:r>
              <a:rPr sz="2400" dirty="0">
                <a:latin typeface="Calibri" panose="020F0502020204030204"/>
                <a:cs typeface="Calibri" panose="020F0502020204030204"/>
              </a:rPr>
              <a:t>least</a:t>
            </a:r>
            <a:r>
              <a:rPr sz="2400" spc="-55" dirty="0">
                <a:latin typeface="Calibri" panose="020F0502020204030204"/>
                <a:cs typeface="Calibri" panose="020F0502020204030204"/>
              </a:rPr>
              <a:t> </a:t>
            </a:r>
            <a:r>
              <a:rPr sz="2400" dirty="0">
                <a:latin typeface="Calibri" panose="020F0502020204030204"/>
                <a:cs typeface="Calibri" panose="020F0502020204030204"/>
              </a:rPr>
              <a:t>2</a:t>
            </a:r>
            <a:r>
              <a:rPr sz="2400" spc="-50" dirty="0">
                <a:latin typeface="Calibri" panose="020F0502020204030204"/>
                <a:cs typeface="Calibri" panose="020F0502020204030204"/>
              </a:rPr>
              <a:t> </a:t>
            </a:r>
            <a:r>
              <a:rPr sz="2400" dirty="0">
                <a:latin typeface="Calibri" panose="020F0502020204030204"/>
                <a:cs typeface="Calibri" panose="020F0502020204030204"/>
              </a:rPr>
              <a:t>cores,</a:t>
            </a:r>
            <a:r>
              <a:rPr sz="2400" spc="-40" dirty="0">
                <a:latin typeface="Calibri" panose="020F0502020204030204"/>
                <a:cs typeface="Calibri" panose="020F0502020204030204"/>
              </a:rPr>
              <a:t> </a:t>
            </a:r>
            <a:r>
              <a:rPr sz="2400" spc="-25" dirty="0">
                <a:latin typeface="Calibri" panose="020F0502020204030204"/>
                <a:cs typeface="Calibri" panose="020F0502020204030204"/>
              </a:rPr>
              <a:t>or </a:t>
            </a:r>
            <a:r>
              <a:rPr sz="2400" dirty="0">
                <a:latin typeface="Calibri" panose="020F0502020204030204"/>
                <a:cs typeface="Calibri" panose="020F0502020204030204"/>
              </a:rPr>
              <a:t>locally</a:t>
            </a:r>
            <a:r>
              <a:rPr sz="2400" spc="-40" dirty="0">
                <a:latin typeface="Calibri" panose="020F0502020204030204"/>
                <a:cs typeface="Calibri" panose="020F0502020204030204"/>
              </a:rPr>
              <a:t> </a:t>
            </a:r>
            <a:r>
              <a:rPr sz="2400" spc="-20" dirty="0">
                <a:latin typeface="Calibri" panose="020F0502020204030204"/>
                <a:cs typeface="Calibri" panose="020F0502020204030204"/>
              </a:rPr>
              <a:t>with</a:t>
            </a:r>
            <a:r>
              <a:rPr sz="2400" dirty="0">
                <a:latin typeface="Calibri" panose="020F0502020204030204"/>
                <a:cs typeface="Calibri" panose="020F0502020204030204"/>
              </a:rPr>
              <a:t>	at</a:t>
            </a:r>
            <a:r>
              <a:rPr sz="2400" spc="-45" dirty="0">
                <a:latin typeface="Calibri" panose="020F0502020204030204"/>
                <a:cs typeface="Calibri" panose="020F0502020204030204"/>
              </a:rPr>
              <a:t> </a:t>
            </a:r>
            <a:r>
              <a:rPr sz="2400" dirty="0">
                <a:latin typeface="Calibri" panose="020F0502020204030204"/>
                <a:cs typeface="Calibri" panose="020F0502020204030204"/>
              </a:rPr>
              <a:t>least</a:t>
            </a:r>
            <a:r>
              <a:rPr sz="2400" spc="-50" dirty="0">
                <a:latin typeface="Calibri" panose="020F0502020204030204"/>
                <a:cs typeface="Calibri" panose="020F0502020204030204"/>
              </a:rPr>
              <a:t> </a:t>
            </a:r>
            <a:r>
              <a:rPr sz="2400" dirty="0">
                <a:latin typeface="Calibri" panose="020F0502020204030204"/>
                <a:cs typeface="Calibri" panose="020F0502020204030204"/>
              </a:rPr>
              <a:t>2</a:t>
            </a:r>
            <a:r>
              <a:rPr sz="2400" spc="-60" dirty="0">
                <a:latin typeface="Calibri" panose="020F0502020204030204"/>
                <a:cs typeface="Calibri" panose="020F0502020204030204"/>
              </a:rPr>
              <a:t> </a:t>
            </a:r>
            <a:r>
              <a:rPr sz="2400" spc="-10" dirty="0">
                <a:latin typeface="Calibri" panose="020F0502020204030204"/>
                <a:cs typeface="Calibri" panose="020F0502020204030204"/>
              </a:rPr>
              <a:t>threads</a:t>
            </a:r>
            <a:endParaRPr sz="2400">
              <a:latin typeface="Calibri" panose="020F0502020204030204"/>
              <a:cs typeface="Calibri" panose="020F0502020204030204"/>
            </a:endParaRPr>
          </a:p>
          <a:p>
            <a:pPr marL="12700">
              <a:lnSpc>
                <a:spcPct val="100000"/>
              </a:lnSpc>
              <a:spcBef>
                <a:spcPts val="5"/>
              </a:spcBef>
            </a:pPr>
            <a:r>
              <a:rPr sz="2400" dirty="0">
                <a:latin typeface="Calibri" panose="020F0502020204030204"/>
                <a:cs typeface="Calibri" panose="020F0502020204030204"/>
              </a:rPr>
              <a:t>Using</a:t>
            </a:r>
            <a:r>
              <a:rPr sz="2400" spc="-20" dirty="0">
                <a:latin typeface="Calibri" panose="020F0502020204030204"/>
                <a:cs typeface="Calibri" panose="020F0502020204030204"/>
              </a:rPr>
              <a:t> </a:t>
            </a:r>
            <a:r>
              <a:rPr sz="2400" dirty="0">
                <a:latin typeface="Calibri" panose="020F0502020204030204"/>
                <a:cs typeface="Calibri" panose="020F0502020204030204"/>
              </a:rPr>
              <a:t>Spark</a:t>
            </a:r>
            <a:r>
              <a:rPr sz="2400" spc="-30" dirty="0">
                <a:latin typeface="Calibri" panose="020F0502020204030204"/>
                <a:cs typeface="Calibri" panose="020F0502020204030204"/>
              </a:rPr>
              <a:t> </a:t>
            </a:r>
            <a:r>
              <a:rPr sz="2400" dirty="0">
                <a:latin typeface="Calibri" panose="020F0502020204030204"/>
                <a:cs typeface="Calibri" panose="020F0502020204030204"/>
              </a:rPr>
              <a:t>Streaming</a:t>
            </a:r>
            <a:r>
              <a:rPr sz="2400" spc="-50" dirty="0">
                <a:latin typeface="Calibri" panose="020F0502020204030204"/>
                <a:cs typeface="Calibri" panose="020F0502020204030204"/>
              </a:rPr>
              <a:t> </a:t>
            </a:r>
            <a:r>
              <a:rPr sz="2400" dirty="0">
                <a:latin typeface="Calibri" panose="020F0502020204030204"/>
                <a:cs typeface="Calibri" panose="020F0502020204030204"/>
              </a:rPr>
              <a:t>with</a:t>
            </a:r>
            <a:r>
              <a:rPr sz="2400" spc="-35" dirty="0">
                <a:latin typeface="Calibri" panose="020F0502020204030204"/>
                <a:cs typeface="Calibri" panose="020F0502020204030204"/>
              </a:rPr>
              <a:t> </a:t>
            </a:r>
            <a:r>
              <a:rPr sz="2400" dirty="0">
                <a:latin typeface="Calibri" panose="020F0502020204030204"/>
                <a:cs typeface="Calibri" panose="020F0502020204030204"/>
              </a:rPr>
              <a:t>Spark</a:t>
            </a:r>
            <a:r>
              <a:rPr sz="2400" spc="-30" dirty="0">
                <a:latin typeface="Calibri" panose="020F0502020204030204"/>
                <a:cs typeface="Calibri" panose="020F0502020204030204"/>
              </a:rPr>
              <a:t> </a:t>
            </a:r>
            <a:r>
              <a:rPr sz="2400" spc="-10" dirty="0">
                <a:latin typeface="Calibri" panose="020F0502020204030204"/>
                <a:cs typeface="Calibri" panose="020F0502020204030204"/>
              </a:rPr>
              <a:t>Shell</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544645" y="4391072"/>
            <a:ext cx="6389370" cy="1584031"/>
          </a:xfrm>
          <a:prstGeom prst="rect">
            <a:avLst/>
          </a:prstGeom>
        </p:spPr>
      </p:pic>
      <p:pic>
        <p:nvPicPr>
          <p:cNvPr id="5" name="Picture 4" descr="wingspan_logo.png"/>
          <p:cNvPicPr>
            <a:picLocks noChangeAspect="1"/>
          </p:cNvPicPr>
          <p:nvPr/>
        </p:nvPicPr>
        <p:blipFill>
          <a:blip r:embed="rId3"/>
          <a:stretch>
            <a:fillRect/>
          </a:stretch>
        </p:blipFill>
        <p:spPr>
          <a:xfrm>
            <a:off x="8458200" y="-18026"/>
            <a:ext cx="749808" cy="630936"/>
          </a:xfrm>
          <a:prstGeom prst="rect">
            <a:avLst/>
          </a:prstGeom>
        </p:spPr>
      </p:pic>
    </p:spTree>
  </p:cSld>
  <p:clrMapOvr>
    <a:masterClrMapping/>
  </p:clrMapOvr>
  <p:timing>
    <p:tnLst>
      <p:par>
        <p:cTn id="1" dur="indefinite" restart="never" nodeType="tmRoot"/>
      </p:par>
    </p:tnLst>
  </p:timing>
</p:sld>
</file>

<file path=ppt/slides/slide1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283083" rIns="0" bIns="0" rtlCol="0">
            <a:spAutoFit/>
          </a:bodyPr>
          <a:lstStyle/>
          <a:p>
            <a:pPr marL="24765">
              <a:lnSpc>
                <a:spcPct val="100000"/>
              </a:lnSpc>
              <a:spcBef>
                <a:spcPts val="105"/>
              </a:spcBef>
            </a:pPr>
            <a:r>
              <a:rPr dirty="0"/>
              <a:t>The</a:t>
            </a:r>
            <a:r>
              <a:rPr spc="-65" dirty="0"/>
              <a:t> </a:t>
            </a:r>
            <a:r>
              <a:rPr dirty="0"/>
              <a:t>Spark</a:t>
            </a:r>
            <a:r>
              <a:rPr spc="-60" dirty="0"/>
              <a:t> </a:t>
            </a:r>
            <a:r>
              <a:rPr dirty="0"/>
              <a:t>Streaming</a:t>
            </a:r>
            <a:r>
              <a:rPr spc="-80" dirty="0"/>
              <a:t> </a:t>
            </a:r>
            <a:r>
              <a:rPr dirty="0"/>
              <a:t>Application</a:t>
            </a:r>
            <a:r>
              <a:rPr spc="-55" dirty="0"/>
              <a:t> </a:t>
            </a:r>
            <a:r>
              <a:rPr spc="-25" dirty="0"/>
              <a:t>UI</a:t>
            </a:r>
          </a:p>
        </p:txBody>
      </p:sp>
      <p:pic>
        <p:nvPicPr>
          <p:cNvPr id="3" name="object 3"/>
          <p:cNvPicPr/>
          <p:nvPr/>
        </p:nvPicPr>
        <p:blipFill>
          <a:blip r:embed="rId2" cstate="print"/>
          <a:stretch>
            <a:fillRect/>
          </a:stretch>
        </p:blipFill>
        <p:spPr>
          <a:xfrm>
            <a:off x="762000" y="1447800"/>
            <a:ext cx="7718799" cy="4981575"/>
          </a:xfrm>
          <a:prstGeom prst="rect">
            <a:avLst/>
          </a:prstGeom>
        </p:spPr>
      </p:pic>
      <p:pic>
        <p:nvPicPr>
          <p:cNvPr id="4" name="Picture 3" descr="wingspan_logo.png"/>
          <p:cNvPicPr>
            <a:picLocks noChangeAspect="1"/>
          </p:cNvPicPr>
          <p:nvPr/>
        </p:nvPicPr>
        <p:blipFill>
          <a:blip r:embed="rId3"/>
          <a:stretch>
            <a:fillRect/>
          </a:stretch>
        </p:blipFill>
        <p:spPr>
          <a:xfrm>
            <a:off x="8394192" y="-1555"/>
            <a:ext cx="749808" cy="630936"/>
          </a:xfrm>
          <a:prstGeom prst="rect">
            <a:avLst/>
          </a:prstGeom>
        </p:spPr>
      </p:pic>
    </p:spTree>
  </p:cSld>
  <p:clrMapOvr>
    <a:masterClrMapping/>
  </p:clrMapOvr>
  <p:timing>
    <p:tnLst>
      <p:par>
        <p:cTn id="1" dur="indefinite" restart="never" nodeType="tmRoot"/>
      </p:par>
    </p:tnLst>
  </p:timing>
</p:sld>
</file>

<file path=ppt/slides/slide1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939165">
              <a:lnSpc>
                <a:spcPct val="100000"/>
              </a:lnSpc>
              <a:spcBef>
                <a:spcPts val="105"/>
              </a:spcBef>
            </a:pPr>
            <a:r>
              <a:rPr dirty="0"/>
              <a:t>Sliding</a:t>
            </a:r>
            <a:r>
              <a:rPr spc="5" dirty="0"/>
              <a:t> </a:t>
            </a:r>
            <a:r>
              <a:rPr dirty="0"/>
              <a:t>Window </a:t>
            </a:r>
            <a:r>
              <a:rPr spc="-10" dirty="0"/>
              <a:t>Operations</a:t>
            </a:r>
          </a:p>
        </p:txBody>
      </p:sp>
      <p:sp>
        <p:nvSpPr>
          <p:cNvPr id="3" name="object 3"/>
          <p:cNvSpPr txBox="1"/>
          <p:nvPr/>
        </p:nvSpPr>
        <p:spPr>
          <a:xfrm>
            <a:off x="535940" y="1537461"/>
            <a:ext cx="7341234" cy="1854835"/>
          </a:xfrm>
          <a:prstGeom prst="rect">
            <a:avLst/>
          </a:prstGeom>
        </p:spPr>
        <p:txBody>
          <a:bodyPr vert="horz" wrap="square" lIns="0" tIns="33020" rIns="0" bIns="0" rtlCol="0">
            <a:spAutoFit/>
          </a:bodyPr>
          <a:lstStyle/>
          <a:p>
            <a:pPr marL="12700" marR="5080">
              <a:lnSpc>
                <a:spcPts val="2800"/>
              </a:lnSpc>
              <a:spcBef>
                <a:spcPts val="260"/>
              </a:spcBef>
            </a:pPr>
            <a:r>
              <a:rPr sz="1800" dirty="0">
                <a:latin typeface="Calibri" panose="020F0502020204030204"/>
                <a:cs typeface="Calibri" panose="020F0502020204030204"/>
              </a:rPr>
              <a:t>§</a:t>
            </a:r>
            <a:r>
              <a:rPr sz="1800" spc="-50" dirty="0">
                <a:latin typeface="Calibri" panose="020F0502020204030204"/>
                <a:cs typeface="Calibri" panose="020F0502020204030204"/>
              </a:rPr>
              <a:t> </a:t>
            </a:r>
            <a:r>
              <a:rPr sz="2400" b="1" dirty="0">
                <a:latin typeface="Calibri" panose="020F0502020204030204"/>
                <a:cs typeface="Calibri" panose="020F0502020204030204"/>
              </a:rPr>
              <a:t>Regular</a:t>
            </a:r>
            <a:r>
              <a:rPr sz="2400" b="1" spc="-60" dirty="0">
                <a:latin typeface="Calibri" panose="020F0502020204030204"/>
                <a:cs typeface="Calibri" panose="020F0502020204030204"/>
              </a:rPr>
              <a:t> </a:t>
            </a:r>
            <a:r>
              <a:rPr sz="2400" b="1" dirty="0">
                <a:latin typeface="Calibri" panose="020F0502020204030204"/>
                <a:cs typeface="Calibri" panose="020F0502020204030204"/>
              </a:rPr>
              <a:t>DStream</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65" dirty="0">
                <a:latin typeface="Calibri" panose="020F0502020204030204"/>
                <a:cs typeface="Calibri" panose="020F0502020204030204"/>
              </a:rPr>
              <a:t> </a:t>
            </a:r>
            <a:r>
              <a:rPr sz="2400" b="1" spc="-10" dirty="0">
                <a:latin typeface="Calibri" panose="020F0502020204030204"/>
                <a:cs typeface="Calibri" panose="020F0502020204030204"/>
              </a:rPr>
              <a:t>execute</a:t>
            </a:r>
            <a:r>
              <a:rPr sz="2400" b="1" spc="-75" dirty="0">
                <a:latin typeface="Calibri" panose="020F0502020204030204"/>
                <a:cs typeface="Calibri" panose="020F0502020204030204"/>
              </a:rPr>
              <a:t> </a:t>
            </a:r>
            <a:r>
              <a:rPr sz="2400" b="1" dirty="0">
                <a:latin typeface="Calibri" panose="020F0502020204030204"/>
                <a:cs typeface="Calibri" panose="020F0502020204030204"/>
              </a:rPr>
              <a:t>for</a:t>
            </a:r>
            <a:r>
              <a:rPr sz="2400" b="1" spc="-65" dirty="0">
                <a:latin typeface="Calibri" panose="020F0502020204030204"/>
                <a:cs typeface="Calibri" panose="020F0502020204030204"/>
              </a:rPr>
              <a:t> </a:t>
            </a:r>
            <a:r>
              <a:rPr sz="2400" b="1" dirty="0">
                <a:latin typeface="Calibri" panose="020F0502020204030204"/>
                <a:cs typeface="Calibri" panose="020F0502020204030204"/>
              </a:rPr>
              <a:t>each</a:t>
            </a:r>
            <a:r>
              <a:rPr sz="2400" b="1" spc="-80" dirty="0">
                <a:latin typeface="Calibri" panose="020F0502020204030204"/>
                <a:cs typeface="Calibri" panose="020F0502020204030204"/>
              </a:rPr>
              <a:t> </a:t>
            </a:r>
            <a:r>
              <a:rPr sz="2400" b="1" dirty="0">
                <a:latin typeface="Calibri" panose="020F0502020204030204"/>
                <a:cs typeface="Calibri" panose="020F0502020204030204"/>
              </a:rPr>
              <a:t>RDD</a:t>
            </a:r>
            <a:r>
              <a:rPr sz="2400" b="1" spc="-80" dirty="0">
                <a:latin typeface="Calibri" panose="020F0502020204030204"/>
                <a:cs typeface="Calibri" panose="020F0502020204030204"/>
              </a:rPr>
              <a:t> </a:t>
            </a:r>
            <a:r>
              <a:rPr sz="2400" b="1" spc="-20" dirty="0">
                <a:latin typeface="Calibri" panose="020F0502020204030204"/>
                <a:cs typeface="Calibri" panose="020F0502020204030204"/>
              </a:rPr>
              <a:t>based </a:t>
            </a:r>
            <a:r>
              <a:rPr sz="2400" b="1" dirty="0">
                <a:latin typeface="Calibri" panose="020F0502020204030204"/>
                <a:cs typeface="Calibri" panose="020F0502020204030204"/>
              </a:rPr>
              <a:t>on</a:t>
            </a:r>
            <a:r>
              <a:rPr sz="2400" b="1" spc="-35" dirty="0">
                <a:latin typeface="Calibri" panose="020F0502020204030204"/>
                <a:cs typeface="Calibri" panose="020F0502020204030204"/>
              </a:rPr>
              <a:t> </a:t>
            </a:r>
            <a:r>
              <a:rPr sz="2400" b="1" dirty="0">
                <a:latin typeface="Calibri" panose="020F0502020204030204"/>
                <a:cs typeface="Calibri" panose="020F0502020204030204"/>
              </a:rPr>
              <a:t>SSC</a:t>
            </a:r>
            <a:r>
              <a:rPr sz="2400" b="1" spc="-20" dirty="0">
                <a:latin typeface="Calibri" panose="020F0502020204030204"/>
                <a:cs typeface="Calibri" panose="020F0502020204030204"/>
              </a:rPr>
              <a:t> </a:t>
            </a:r>
            <a:r>
              <a:rPr sz="2400" b="1" spc="-10" dirty="0">
                <a:latin typeface="Calibri" panose="020F0502020204030204"/>
                <a:cs typeface="Calibri" panose="020F0502020204030204"/>
              </a:rPr>
              <a:t>duration</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b="1" dirty="0">
                <a:latin typeface="Calibri" panose="020F0502020204030204"/>
                <a:cs typeface="Calibri" panose="020F0502020204030204"/>
              </a:rPr>
              <a:t>“Window”</a:t>
            </a:r>
            <a:r>
              <a:rPr sz="2400" b="1" spc="-25" dirty="0">
                <a:latin typeface="Calibri" panose="020F0502020204030204"/>
                <a:cs typeface="Calibri" panose="020F0502020204030204"/>
              </a:rPr>
              <a:t> </a:t>
            </a:r>
            <a:r>
              <a:rPr sz="2400" b="1" spc="-10" dirty="0">
                <a:latin typeface="Calibri" panose="020F0502020204030204"/>
                <a:cs typeface="Calibri" panose="020F0502020204030204"/>
              </a:rPr>
              <a:t>operations</a:t>
            </a:r>
            <a:r>
              <a:rPr sz="2400" b="1" spc="-45" dirty="0">
                <a:latin typeface="Calibri" panose="020F0502020204030204"/>
                <a:cs typeface="Calibri" panose="020F0502020204030204"/>
              </a:rPr>
              <a:t> </a:t>
            </a:r>
            <a:r>
              <a:rPr sz="2400" b="1" dirty="0">
                <a:latin typeface="Calibri" panose="020F0502020204030204"/>
                <a:cs typeface="Calibri" panose="020F0502020204030204"/>
              </a:rPr>
              <a:t>span</a:t>
            </a:r>
            <a:r>
              <a:rPr sz="2400" b="1" spc="-35" dirty="0">
                <a:latin typeface="Calibri" panose="020F0502020204030204"/>
                <a:cs typeface="Calibri" panose="020F0502020204030204"/>
              </a:rPr>
              <a:t> </a:t>
            </a:r>
            <a:r>
              <a:rPr sz="2400" b="1" dirty="0">
                <a:latin typeface="Calibri" panose="020F0502020204030204"/>
                <a:cs typeface="Calibri" panose="020F0502020204030204"/>
              </a:rPr>
              <a:t>RDDs</a:t>
            </a:r>
            <a:r>
              <a:rPr sz="2400" b="1" spc="-45" dirty="0">
                <a:latin typeface="Calibri" panose="020F0502020204030204"/>
                <a:cs typeface="Calibri" panose="020F0502020204030204"/>
              </a:rPr>
              <a:t> </a:t>
            </a:r>
            <a:r>
              <a:rPr sz="2400" b="1" dirty="0">
                <a:latin typeface="Calibri" panose="020F0502020204030204"/>
                <a:cs typeface="Calibri" panose="020F0502020204030204"/>
              </a:rPr>
              <a:t>over</a:t>
            </a:r>
            <a:r>
              <a:rPr sz="2400" b="1" spc="-45" dirty="0">
                <a:latin typeface="Calibri" panose="020F0502020204030204"/>
                <a:cs typeface="Calibri" panose="020F0502020204030204"/>
              </a:rPr>
              <a:t> </a:t>
            </a:r>
            <a:r>
              <a:rPr sz="2400" b="1" dirty="0">
                <a:latin typeface="Calibri" panose="020F0502020204030204"/>
                <a:cs typeface="Calibri" panose="020F0502020204030204"/>
              </a:rPr>
              <a:t>a</a:t>
            </a:r>
            <a:r>
              <a:rPr sz="2400" b="1" spc="-30" dirty="0">
                <a:latin typeface="Calibri" panose="020F0502020204030204"/>
                <a:cs typeface="Calibri" panose="020F0502020204030204"/>
              </a:rPr>
              <a:t> </a:t>
            </a:r>
            <a:r>
              <a:rPr sz="2400" b="1" dirty="0">
                <a:latin typeface="Calibri" panose="020F0502020204030204"/>
                <a:cs typeface="Calibri" panose="020F0502020204030204"/>
              </a:rPr>
              <a:t>given</a:t>
            </a:r>
            <a:r>
              <a:rPr sz="2400" b="1" spc="-30" dirty="0">
                <a:latin typeface="Calibri" panose="020F0502020204030204"/>
                <a:cs typeface="Calibri" panose="020F0502020204030204"/>
              </a:rPr>
              <a:t> </a:t>
            </a:r>
            <a:r>
              <a:rPr sz="2400" b="1" spc="-10" dirty="0">
                <a:latin typeface="Calibri" panose="020F0502020204030204"/>
                <a:cs typeface="Calibri" panose="020F0502020204030204"/>
              </a:rPr>
              <a:t>duration</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55" dirty="0">
                <a:latin typeface="Calibri" panose="020F0502020204030204"/>
                <a:cs typeface="Calibri" panose="020F0502020204030204"/>
              </a:rPr>
              <a:t> </a:t>
            </a:r>
            <a:r>
              <a:rPr sz="2400" dirty="0">
                <a:latin typeface="Calibri" panose="020F0502020204030204"/>
                <a:cs typeface="Calibri" panose="020F0502020204030204"/>
              </a:rPr>
              <a:t>For</a:t>
            </a:r>
            <a:r>
              <a:rPr sz="2400" spc="-70" dirty="0">
                <a:latin typeface="Calibri" panose="020F0502020204030204"/>
                <a:cs typeface="Calibri" panose="020F0502020204030204"/>
              </a:rPr>
              <a:t> </a:t>
            </a:r>
            <a:r>
              <a:rPr sz="2400" spc="-10" dirty="0">
                <a:latin typeface="Calibri" panose="020F0502020204030204"/>
                <a:cs typeface="Calibri" panose="020F0502020204030204"/>
              </a:rPr>
              <a:t>example</a:t>
            </a:r>
            <a:r>
              <a:rPr sz="2400" spc="-60" dirty="0">
                <a:latin typeface="Calibri" panose="020F0502020204030204"/>
                <a:cs typeface="Calibri" panose="020F0502020204030204"/>
              </a:rPr>
              <a:t> </a:t>
            </a:r>
            <a:r>
              <a:rPr sz="2400" b="1" spc="-10" dirty="0">
                <a:latin typeface="Calibri" panose="020F0502020204030204"/>
                <a:cs typeface="Calibri" panose="020F0502020204030204"/>
              </a:rPr>
              <a:t>reduceByKeyAndWindow</a:t>
            </a:r>
            <a:r>
              <a:rPr sz="2400" spc="-10" dirty="0">
                <a:latin typeface="Calibri" panose="020F0502020204030204"/>
                <a:cs typeface="Calibri" panose="020F0502020204030204"/>
              </a:rPr>
              <a:t>,</a:t>
            </a:r>
            <a:r>
              <a:rPr sz="2400" spc="-45" dirty="0">
                <a:latin typeface="Calibri" panose="020F0502020204030204"/>
                <a:cs typeface="Calibri" panose="020F0502020204030204"/>
              </a:rPr>
              <a:t> </a:t>
            </a:r>
            <a:r>
              <a:rPr sz="2400" b="1" spc="-10" dirty="0">
                <a:latin typeface="Calibri" panose="020F0502020204030204"/>
                <a:cs typeface="Calibri" panose="020F0502020204030204"/>
              </a:rPr>
              <a:t>countByWindow</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904685" y="3551586"/>
            <a:ext cx="7845295" cy="2803429"/>
          </a:xfrm>
          <a:prstGeom prst="rect">
            <a:avLst/>
          </a:prstGeom>
        </p:spPr>
      </p:pic>
      <p:pic>
        <p:nvPicPr>
          <p:cNvPr id="5" name="Picture 4" descr="wingspan_logo.png"/>
          <p:cNvPicPr>
            <a:picLocks noChangeAspect="1"/>
          </p:cNvPicPr>
          <p:nvPr/>
        </p:nvPicPr>
        <p:blipFill>
          <a:blip r:embed="rId3"/>
          <a:stretch>
            <a:fillRect/>
          </a:stretch>
        </p:blipFill>
        <p:spPr>
          <a:xfrm>
            <a:off x="8373976" y="0"/>
            <a:ext cx="749808" cy="630936"/>
          </a:xfrm>
          <a:prstGeom prst="rect">
            <a:avLst/>
          </a:prstGeom>
        </p:spPr>
      </p:pic>
    </p:spTree>
  </p:cSld>
  <p:clrMapOvr>
    <a:masterClrMapping/>
  </p:clrMapOvr>
  <p:timing>
    <p:tnLst>
      <p:par>
        <p:cTn id="1" dur="indefinite" restart="never" nodeType="tmRoot"/>
      </p:par>
    </p:tnLst>
  </p:timing>
</p:sld>
</file>

<file path=ppt/slides/slide1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939165">
              <a:lnSpc>
                <a:spcPct val="100000"/>
              </a:lnSpc>
              <a:spcBef>
                <a:spcPts val="105"/>
              </a:spcBef>
            </a:pPr>
            <a:r>
              <a:rPr dirty="0"/>
              <a:t>Sliding</a:t>
            </a:r>
            <a:r>
              <a:rPr spc="5" dirty="0"/>
              <a:t> </a:t>
            </a:r>
            <a:r>
              <a:rPr dirty="0"/>
              <a:t>Window </a:t>
            </a:r>
            <a:r>
              <a:rPr spc="-10" dirty="0"/>
              <a:t>Operations</a:t>
            </a:r>
          </a:p>
        </p:txBody>
      </p:sp>
      <p:sp>
        <p:nvSpPr>
          <p:cNvPr id="3" name="object 3"/>
          <p:cNvSpPr txBox="1">
            <a:spLocks noGrp="1"/>
          </p:cNvSpPr>
          <p:nvPr>
            <p:ph type="body" idx="1"/>
          </p:nvPr>
        </p:nvSpPr>
        <p:spPr>
          <a:prstGeom prst="rect">
            <a:avLst/>
          </a:prstGeom>
        </p:spPr>
        <p:txBody>
          <a:bodyPr vert="horz" wrap="square" lIns="0" tIns="12700" rIns="0" bIns="0" rtlCol="0">
            <a:spAutoFit/>
          </a:bodyPr>
          <a:lstStyle/>
          <a:p>
            <a:pPr marL="160020" marR="653415">
              <a:lnSpc>
                <a:spcPct val="100000"/>
              </a:lnSpc>
              <a:spcBef>
                <a:spcPts val="100"/>
              </a:spcBef>
            </a:pPr>
            <a:r>
              <a:rPr sz="1800" b="0" dirty="0">
                <a:latin typeface="Calibri" panose="020F0502020204030204"/>
                <a:cs typeface="Calibri" panose="020F0502020204030204"/>
              </a:rPr>
              <a:t>§</a:t>
            </a:r>
            <a:r>
              <a:rPr sz="1800" b="0" spc="-45" dirty="0">
                <a:latin typeface="Calibri" panose="020F0502020204030204"/>
                <a:cs typeface="Calibri" panose="020F0502020204030204"/>
              </a:rPr>
              <a:t> </a:t>
            </a:r>
            <a:r>
              <a:rPr dirty="0"/>
              <a:t>By</a:t>
            </a:r>
            <a:r>
              <a:rPr spc="-60" dirty="0"/>
              <a:t> </a:t>
            </a:r>
            <a:r>
              <a:rPr dirty="0"/>
              <a:t>default,</a:t>
            </a:r>
            <a:r>
              <a:rPr spc="-35" dirty="0"/>
              <a:t> </a:t>
            </a:r>
            <a:r>
              <a:rPr dirty="0"/>
              <a:t>window</a:t>
            </a:r>
            <a:r>
              <a:rPr spc="-75" dirty="0"/>
              <a:t> </a:t>
            </a:r>
            <a:r>
              <a:rPr spc="-10" dirty="0"/>
              <a:t>operations</a:t>
            </a:r>
            <a:r>
              <a:rPr spc="-70" dirty="0"/>
              <a:t> </a:t>
            </a:r>
            <a:r>
              <a:rPr dirty="0"/>
              <a:t>will</a:t>
            </a:r>
            <a:r>
              <a:rPr spc="-65" dirty="0"/>
              <a:t> </a:t>
            </a:r>
            <a:r>
              <a:rPr spc="-10" dirty="0"/>
              <a:t>execute</a:t>
            </a:r>
            <a:r>
              <a:rPr spc="-60" dirty="0"/>
              <a:t> </a:t>
            </a:r>
            <a:r>
              <a:rPr dirty="0"/>
              <a:t>with</a:t>
            </a:r>
            <a:r>
              <a:rPr spc="-65" dirty="0"/>
              <a:t> </a:t>
            </a:r>
            <a:r>
              <a:rPr spc="-25" dirty="0"/>
              <a:t>an </a:t>
            </a:r>
            <a:r>
              <a:rPr spc="-10" dirty="0"/>
              <a:t>“interval”</a:t>
            </a:r>
            <a:r>
              <a:rPr spc="-60" dirty="0"/>
              <a:t> </a:t>
            </a:r>
            <a:r>
              <a:rPr dirty="0"/>
              <a:t>the</a:t>
            </a:r>
            <a:r>
              <a:rPr spc="-60" dirty="0"/>
              <a:t> </a:t>
            </a:r>
            <a:r>
              <a:rPr dirty="0"/>
              <a:t>same</a:t>
            </a:r>
            <a:r>
              <a:rPr spc="-80" dirty="0"/>
              <a:t> </a:t>
            </a:r>
            <a:r>
              <a:rPr spc="-25" dirty="0"/>
              <a:t>as</a:t>
            </a:r>
            <a:endParaRPr sz="1800">
              <a:latin typeface="Calibri" panose="020F0502020204030204"/>
              <a:cs typeface="Calibri" panose="020F0502020204030204"/>
            </a:endParaRPr>
          </a:p>
          <a:p>
            <a:pPr marL="160020">
              <a:lnSpc>
                <a:spcPct val="100000"/>
              </a:lnSpc>
            </a:pPr>
            <a:r>
              <a:rPr dirty="0"/>
              <a:t>the</a:t>
            </a:r>
            <a:r>
              <a:rPr spc="-30" dirty="0"/>
              <a:t> </a:t>
            </a:r>
            <a:r>
              <a:rPr dirty="0"/>
              <a:t>SSC</a:t>
            </a:r>
            <a:r>
              <a:rPr spc="-40" dirty="0"/>
              <a:t> </a:t>
            </a:r>
            <a:r>
              <a:rPr spc="-10" dirty="0"/>
              <a:t>duration</a:t>
            </a:r>
          </a:p>
          <a:p>
            <a:pPr marL="160020" marR="5080">
              <a:lnSpc>
                <a:spcPct val="100000"/>
              </a:lnSpc>
            </a:pPr>
            <a:r>
              <a:rPr b="0" dirty="0">
                <a:latin typeface="Calibri" panose="020F0502020204030204"/>
                <a:cs typeface="Calibri" panose="020F0502020204030204"/>
              </a:rPr>
              <a:t>–</a:t>
            </a:r>
            <a:r>
              <a:rPr b="0" spc="-40" dirty="0">
                <a:latin typeface="Calibri" panose="020F0502020204030204"/>
                <a:cs typeface="Calibri" panose="020F0502020204030204"/>
              </a:rPr>
              <a:t> </a:t>
            </a:r>
            <a:r>
              <a:rPr b="0" dirty="0">
                <a:latin typeface="Calibri" panose="020F0502020204030204"/>
                <a:cs typeface="Calibri" panose="020F0502020204030204"/>
              </a:rPr>
              <a:t>For</a:t>
            </a:r>
            <a:r>
              <a:rPr b="0" spc="-55" dirty="0">
                <a:latin typeface="Calibri" panose="020F0502020204030204"/>
                <a:cs typeface="Calibri" panose="020F0502020204030204"/>
              </a:rPr>
              <a:t> </a:t>
            </a:r>
            <a:r>
              <a:rPr b="0" spc="-20" dirty="0">
                <a:latin typeface="Calibri" panose="020F0502020204030204"/>
                <a:cs typeface="Calibri" panose="020F0502020204030204"/>
              </a:rPr>
              <a:t>two-</a:t>
            </a:r>
            <a:r>
              <a:rPr b="0" dirty="0">
                <a:latin typeface="Calibri" panose="020F0502020204030204"/>
                <a:cs typeface="Calibri" panose="020F0502020204030204"/>
              </a:rPr>
              <a:t>second</a:t>
            </a:r>
            <a:r>
              <a:rPr b="0" spc="-40" dirty="0">
                <a:latin typeface="Calibri" panose="020F0502020204030204"/>
                <a:cs typeface="Calibri" panose="020F0502020204030204"/>
              </a:rPr>
              <a:t> </a:t>
            </a:r>
            <a:r>
              <a:rPr b="0" dirty="0">
                <a:latin typeface="Calibri" panose="020F0502020204030204"/>
                <a:cs typeface="Calibri" panose="020F0502020204030204"/>
              </a:rPr>
              <a:t>batch</a:t>
            </a:r>
            <a:r>
              <a:rPr b="0" spc="-50" dirty="0">
                <a:latin typeface="Calibri" panose="020F0502020204030204"/>
                <a:cs typeface="Calibri" panose="020F0502020204030204"/>
              </a:rPr>
              <a:t> </a:t>
            </a:r>
            <a:r>
              <a:rPr b="0" spc="-10" dirty="0">
                <a:latin typeface="Calibri" panose="020F0502020204030204"/>
                <a:cs typeface="Calibri" panose="020F0502020204030204"/>
              </a:rPr>
              <a:t>duration,</a:t>
            </a:r>
            <a:r>
              <a:rPr b="0" spc="-55" dirty="0">
                <a:latin typeface="Calibri" panose="020F0502020204030204"/>
                <a:cs typeface="Calibri" panose="020F0502020204030204"/>
              </a:rPr>
              <a:t> </a:t>
            </a:r>
            <a:r>
              <a:rPr b="0" dirty="0">
                <a:latin typeface="Calibri" panose="020F0502020204030204"/>
                <a:cs typeface="Calibri" panose="020F0502020204030204"/>
              </a:rPr>
              <a:t>window</a:t>
            </a:r>
            <a:r>
              <a:rPr b="0" spc="-35" dirty="0">
                <a:latin typeface="Calibri" panose="020F0502020204030204"/>
                <a:cs typeface="Calibri" panose="020F0502020204030204"/>
              </a:rPr>
              <a:t> </a:t>
            </a:r>
            <a:r>
              <a:rPr b="0" dirty="0">
                <a:latin typeface="Calibri" panose="020F0502020204030204"/>
                <a:cs typeface="Calibri" panose="020F0502020204030204"/>
              </a:rPr>
              <a:t>will</a:t>
            </a:r>
            <a:r>
              <a:rPr b="0" spc="-55" dirty="0">
                <a:latin typeface="Calibri" panose="020F0502020204030204"/>
                <a:cs typeface="Calibri" panose="020F0502020204030204"/>
              </a:rPr>
              <a:t> </a:t>
            </a:r>
            <a:r>
              <a:rPr b="0" spc="-10" dirty="0">
                <a:latin typeface="Calibri" panose="020F0502020204030204"/>
                <a:cs typeface="Calibri" panose="020F0502020204030204"/>
              </a:rPr>
              <a:t>“slide”</a:t>
            </a:r>
            <a:r>
              <a:rPr b="0" spc="-60" dirty="0">
                <a:latin typeface="Calibri" panose="020F0502020204030204"/>
                <a:cs typeface="Calibri" panose="020F0502020204030204"/>
              </a:rPr>
              <a:t> </a:t>
            </a:r>
            <a:r>
              <a:rPr b="0" spc="-10" dirty="0">
                <a:latin typeface="Calibri" panose="020F0502020204030204"/>
                <a:cs typeface="Calibri" panose="020F0502020204030204"/>
              </a:rPr>
              <a:t>every </a:t>
            </a:r>
            <a:r>
              <a:rPr b="0" dirty="0">
                <a:latin typeface="Calibri" panose="020F0502020204030204"/>
                <a:cs typeface="Calibri" panose="020F0502020204030204"/>
              </a:rPr>
              <a:t>two</a:t>
            </a:r>
            <a:r>
              <a:rPr b="0" spc="-50" dirty="0">
                <a:latin typeface="Calibri" panose="020F0502020204030204"/>
                <a:cs typeface="Calibri" panose="020F0502020204030204"/>
              </a:rPr>
              <a:t> </a:t>
            </a:r>
            <a:r>
              <a:rPr b="0" spc="-10" dirty="0">
                <a:latin typeface="Calibri" panose="020F0502020204030204"/>
                <a:cs typeface="Calibri" panose="020F0502020204030204"/>
              </a:rPr>
              <a:t>seconds</a:t>
            </a:r>
          </a:p>
        </p:txBody>
      </p:sp>
      <p:pic>
        <p:nvPicPr>
          <p:cNvPr id="4" name="object 4"/>
          <p:cNvPicPr/>
          <p:nvPr/>
        </p:nvPicPr>
        <p:blipFill>
          <a:blip r:embed="rId2" cstate="print"/>
          <a:stretch>
            <a:fillRect/>
          </a:stretch>
        </p:blipFill>
        <p:spPr>
          <a:xfrm>
            <a:off x="609600" y="3276600"/>
            <a:ext cx="7740396" cy="3076575"/>
          </a:xfrm>
          <a:prstGeom prst="rect">
            <a:avLst/>
          </a:prstGeom>
        </p:spPr>
      </p:pic>
      <p:pic>
        <p:nvPicPr>
          <p:cNvPr id="5" name="Picture 4" descr="wingspan_logo.png"/>
          <p:cNvPicPr>
            <a:picLocks noChangeAspect="1"/>
          </p:cNvPicPr>
          <p:nvPr/>
        </p:nvPicPr>
        <p:blipFill>
          <a:blip r:embed="rId3"/>
          <a:stretch>
            <a:fillRect/>
          </a:stretch>
        </p:blipFill>
        <p:spPr>
          <a:xfrm>
            <a:off x="8381098" y="-11560"/>
            <a:ext cx="749808" cy="630936"/>
          </a:xfrm>
          <a:prstGeom prst="rect">
            <a:avLst/>
          </a:prstGeom>
        </p:spPr>
      </p:pic>
    </p:spTree>
  </p:cSld>
  <p:clrMapOvr>
    <a:masterClrMapping/>
  </p:clrMapOvr>
  <p:timing>
    <p:tnLst>
      <p:par>
        <p:cTn id="1" dur="indefinite" restart="never" nodeType="tmRoot"/>
      </p:par>
    </p:tnLst>
  </p:timing>
</p:sld>
</file>

<file path=ppt/slides/slide1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ctrTitle"/>
          </p:nvPr>
        </p:nvSpPr>
        <p:spPr>
          <a:prstGeom prst="rect">
            <a:avLst/>
          </a:prstGeom>
        </p:spPr>
        <p:txBody>
          <a:bodyPr vert="horz" wrap="square" lIns="0" tIns="13335" rIns="0" bIns="0" rtlCol="0">
            <a:spAutoFit/>
          </a:bodyPr>
          <a:lstStyle/>
          <a:p>
            <a:pPr marL="715645">
              <a:lnSpc>
                <a:spcPct val="100000"/>
              </a:lnSpc>
              <a:spcBef>
                <a:spcPts val="105"/>
              </a:spcBef>
            </a:pPr>
            <a:r>
              <a:rPr dirty="0"/>
              <a:t>Sliding</a:t>
            </a:r>
            <a:r>
              <a:rPr spc="5" dirty="0"/>
              <a:t> </a:t>
            </a:r>
            <a:r>
              <a:rPr dirty="0"/>
              <a:t>Window </a:t>
            </a:r>
            <a:r>
              <a:rPr spc="-10" dirty="0"/>
              <a:t>Operations</a:t>
            </a:r>
          </a:p>
        </p:txBody>
      </p:sp>
      <p:sp>
        <p:nvSpPr>
          <p:cNvPr id="3" name="object 3"/>
          <p:cNvSpPr txBox="1"/>
          <p:nvPr/>
        </p:nvSpPr>
        <p:spPr>
          <a:xfrm>
            <a:off x="917244" y="1613661"/>
            <a:ext cx="6719570" cy="746760"/>
          </a:xfrm>
          <a:prstGeom prst="rect">
            <a:avLst/>
          </a:prstGeom>
        </p:spPr>
        <p:txBody>
          <a:bodyPr vert="horz" wrap="square" lIns="0" tIns="33020" rIns="0" bIns="0" rtlCol="0">
            <a:spAutoFit/>
          </a:bodyPr>
          <a:lstStyle/>
          <a:p>
            <a:pPr marL="12700" marR="5080">
              <a:lnSpc>
                <a:spcPts val="2800"/>
              </a:lnSpc>
              <a:spcBef>
                <a:spcPts val="260"/>
              </a:spcBef>
              <a:tabLst>
                <a:tab pos="2564130" algn="l"/>
              </a:tabLst>
            </a:pPr>
            <a:r>
              <a:rPr sz="1800" dirty="0">
                <a:latin typeface="Calibri" panose="020F0502020204030204"/>
                <a:cs typeface="Calibri" panose="020F0502020204030204"/>
              </a:rPr>
              <a:t>§</a:t>
            </a:r>
            <a:r>
              <a:rPr sz="1800" spc="-45" dirty="0">
                <a:latin typeface="Calibri" panose="020F0502020204030204"/>
                <a:cs typeface="Calibri" panose="020F0502020204030204"/>
              </a:rPr>
              <a:t> </a:t>
            </a:r>
            <a:r>
              <a:rPr sz="2400" b="1" spc="-40" dirty="0">
                <a:latin typeface="Calibri" panose="020F0502020204030204"/>
                <a:cs typeface="Calibri" panose="020F0502020204030204"/>
              </a:rPr>
              <a:t>You</a:t>
            </a:r>
            <a:r>
              <a:rPr sz="2400" b="1" spc="-55" dirty="0">
                <a:latin typeface="Calibri" panose="020F0502020204030204"/>
                <a:cs typeface="Calibri" panose="020F0502020204030204"/>
              </a:rPr>
              <a:t> </a:t>
            </a:r>
            <a:r>
              <a:rPr sz="2400" b="1" dirty="0">
                <a:latin typeface="Calibri" panose="020F0502020204030204"/>
                <a:cs typeface="Calibri" panose="020F0502020204030204"/>
              </a:rPr>
              <a:t>can</a:t>
            </a:r>
            <a:r>
              <a:rPr sz="2400" b="1" spc="-75" dirty="0">
                <a:latin typeface="Calibri" panose="020F0502020204030204"/>
                <a:cs typeface="Calibri" panose="020F0502020204030204"/>
              </a:rPr>
              <a:t> </a:t>
            </a:r>
            <a:r>
              <a:rPr sz="2400" b="1" dirty="0">
                <a:latin typeface="Calibri" panose="020F0502020204030204"/>
                <a:cs typeface="Calibri" panose="020F0502020204030204"/>
              </a:rPr>
              <a:t>specify</a:t>
            </a:r>
            <a:r>
              <a:rPr sz="2400" b="1" spc="-50" dirty="0">
                <a:latin typeface="Calibri" panose="020F0502020204030204"/>
                <a:cs typeface="Calibri" panose="020F0502020204030204"/>
              </a:rPr>
              <a:t> </a:t>
            </a:r>
            <a:r>
              <a:rPr sz="2400" b="1" dirty="0">
                <a:latin typeface="Calibri" panose="020F0502020204030204"/>
                <a:cs typeface="Calibri" panose="020F0502020204030204"/>
              </a:rPr>
              <a:t>a</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different</a:t>
            </a:r>
            <a:r>
              <a:rPr sz="2400" b="1" spc="-55" dirty="0">
                <a:latin typeface="Calibri" panose="020F0502020204030204"/>
                <a:cs typeface="Calibri" panose="020F0502020204030204"/>
              </a:rPr>
              <a:t> </a:t>
            </a:r>
            <a:r>
              <a:rPr sz="2400" b="1" dirty="0">
                <a:latin typeface="Calibri" panose="020F0502020204030204"/>
                <a:cs typeface="Calibri" panose="020F0502020204030204"/>
              </a:rPr>
              <a:t>slide</a:t>
            </a:r>
            <a:r>
              <a:rPr sz="2400" b="1" spc="-60" dirty="0">
                <a:latin typeface="Calibri" panose="020F0502020204030204"/>
                <a:cs typeface="Calibri" panose="020F0502020204030204"/>
              </a:rPr>
              <a:t> </a:t>
            </a:r>
            <a:r>
              <a:rPr sz="2400" b="1" spc="-10" dirty="0">
                <a:latin typeface="Calibri" panose="020F0502020204030204"/>
                <a:cs typeface="Calibri" panose="020F0502020204030204"/>
              </a:rPr>
              <a:t>duration</a:t>
            </a:r>
            <a:r>
              <a:rPr sz="2400" b="1" spc="-55" dirty="0">
                <a:latin typeface="Calibri" panose="020F0502020204030204"/>
                <a:cs typeface="Calibri" panose="020F0502020204030204"/>
              </a:rPr>
              <a:t> </a:t>
            </a:r>
            <a:r>
              <a:rPr sz="2400" b="1" dirty="0">
                <a:latin typeface="Calibri" panose="020F0502020204030204"/>
                <a:cs typeface="Calibri" panose="020F0502020204030204"/>
              </a:rPr>
              <a:t>(must</a:t>
            </a:r>
            <a:r>
              <a:rPr sz="2400" b="1" spc="-55" dirty="0">
                <a:latin typeface="Calibri" panose="020F0502020204030204"/>
                <a:cs typeface="Calibri" panose="020F0502020204030204"/>
              </a:rPr>
              <a:t> </a:t>
            </a:r>
            <a:r>
              <a:rPr sz="2400" b="1" dirty="0">
                <a:latin typeface="Calibri" panose="020F0502020204030204"/>
                <a:cs typeface="Calibri" panose="020F0502020204030204"/>
              </a:rPr>
              <a:t>be</a:t>
            </a:r>
            <a:r>
              <a:rPr sz="2400" b="1" spc="-60" dirty="0">
                <a:latin typeface="Calibri" panose="020F0502020204030204"/>
                <a:cs typeface="Calibri" panose="020F0502020204030204"/>
              </a:rPr>
              <a:t> </a:t>
            </a:r>
            <a:r>
              <a:rPr sz="2400" b="1" spc="-50" dirty="0">
                <a:latin typeface="Calibri" panose="020F0502020204030204"/>
                <a:cs typeface="Calibri" panose="020F0502020204030204"/>
              </a:rPr>
              <a:t>a </a:t>
            </a:r>
            <a:r>
              <a:rPr sz="2400" b="1" dirty="0">
                <a:latin typeface="Calibri" panose="020F0502020204030204"/>
                <a:cs typeface="Calibri" panose="020F0502020204030204"/>
              </a:rPr>
              <a:t>multiple</a:t>
            </a:r>
            <a:r>
              <a:rPr sz="2400" b="1" spc="-30" dirty="0">
                <a:latin typeface="Calibri" panose="020F0502020204030204"/>
                <a:cs typeface="Calibri" panose="020F0502020204030204"/>
              </a:rPr>
              <a:t> </a:t>
            </a:r>
            <a:r>
              <a:rPr sz="2400" b="1" dirty="0">
                <a:latin typeface="Calibri" panose="020F0502020204030204"/>
                <a:cs typeface="Calibri" panose="020F0502020204030204"/>
              </a:rPr>
              <a:t>of</a:t>
            </a:r>
            <a:r>
              <a:rPr sz="2400" b="1" spc="-50" dirty="0">
                <a:latin typeface="Calibri" panose="020F0502020204030204"/>
                <a:cs typeface="Calibri" panose="020F0502020204030204"/>
              </a:rPr>
              <a:t> </a:t>
            </a:r>
            <a:r>
              <a:rPr sz="2400" b="1" dirty="0">
                <a:latin typeface="Calibri" panose="020F0502020204030204"/>
                <a:cs typeface="Calibri" panose="020F0502020204030204"/>
              </a:rPr>
              <a:t>the</a:t>
            </a:r>
            <a:r>
              <a:rPr sz="2400" b="1" spc="-15" dirty="0">
                <a:latin typeface="Calibri" panose="020F0502020204030204"/>
                <a:cs typeface="Calibri" panose="020F0502020204030204"/>
              </a:rPr>
              <a:t> </a:t>
            </a:r>
            <a:r>
              <a:rPr sz="2400" b="1" spc="-25" dirty="0">
                <a:latin typeface="Calibri" panose="020F0502020204030204"/>
                <a:cs typeface="Calibri" panose="020F0502020204030204"/>
              </a:rPr>
              <a:t>SSC</a:t>
            </a:r>
            <a:r>
              <a:rPr sz="2400" b="1" dirty="0">
                <a:latin typeface="Calibri" panose="020F0502020204030204"/>
                <a:cs typeface="Calibri" panose="020F0502020204030204"/>
              </a:rPr>
              <a:t>	</a:t>
            </a:r>
            <a:r>
              <a:rPr sz="2400" b="1" spc="-10" dirty="0">
                <a:latin typeface="Calibri" panose="020F0502020204030204"/>
                <a:cs typeface="Calibri" panose="020F0502020204030204"/>
              </a:rPr>
              <a:t>duration)</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457200" y="2778034"/>
            <a:ext cx="8402193" cy="3089365"/>
          </a:xfrm>
          <a:prstGeom prst="rect">
            <a:avLst/>
          </a:prstGeom>
        </p:spPr>
      </p:pic>
      <p:pic>
        <p:nvPicPr>
          <p:cNvPr id="5" name="Picture 4" descr="wingspan_logo.png"/>
          <p:cNvPicPr>
            <a:picLocks noChangeAspect="1"/>
          </p:cNvPicPr>
          <p:nvPr/>
        </p:nvPicPr>
        <p:blipFill>
          <a:blip r:embed="rId3"/>
          <a:stretch>
            <a:fillRect/>
          </a:stretch>
        </p:blipFill>
        <p:spPr>
          <a:xfrm>
            <a:off x="8373134" y="-21771"/>
            <a:ext cx="749808" cy="630936"/>
          </a:xfrm>
          <a:prstGeom prst="rect">
            <a:avLst/>
          </a:prstGeom>
        </p:spPr>
      </p:pic>
    </p:spTree>
  </p:cSld>
  <p:clrMapOvr>
    <a:masterClrMapping/>
  </p:clrMapOvr>
  <p:timing>
    <p:tnLst>
      <p:par>
        <p:cTn id="1" dur="indefinite" restart="never" nodeType="tmRoot"/>
      </p:par>
    </p:tnLst>
  </p:timing>
</p:sld>
</file>

<file path=ppt/slides/slide1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prstGeom prst="rect">
            <a:avLst/>
          </a:prstGeom>
        </p:spPr>
        <p:txBody>
          <a:bodyPr vert="horz" wrap="square" lIns="0" tIns="12065" rIns="0" bIns="0" rtlCol="0">
            <a:spAutoFit/>
          </a:bodyPr>
          <a:lstStyle/>
          <a:p>
            <a:pPr marL="1863725" marR="5080" indent="-1498600">
              <a:lnSpc>
                <a:spcPct val="100000"/>
              </a:lnSpc>
              <a:spcBef>
                <a:spcPts val="95"/>
              </a:spcBef>
            </a:pPr>
            <a:r>
              <a:rPr sz="4000" dirty="0"/>
              <a:t>Scala</a:t>
            </a:r>
            <a:r>
              <a:rPr sz="4000" spc="-90" dirty="0"/>
              <a:t> </a:t>
            </a:r>
            <a:r>
              <a:rPr sz="4000" spc="-10" dirty="0"/>
              <a:t>Example:</a:t>
            </a:r>
            <a:r>
              <a:rPr sz="4000" spc="-75" dirty="0"/>
              <a:t> </a:t>
            </a:r>
            <a:r>
              <a:rPr sz="4000" dirty="0"/>
              <a:t>Count</a:t>
            </a:r>
            <a:r>
              <a:rPr sz="4000" spc="-70" dirty="0"/>
              <a:t> </a:t>
            </a:r>
            <a:r>
              <a:rPr sz="4000" dirty="0"/>
              <a:t>and</a:t>
            </a:r>
            <a:r>
              <a:rPr sz="4000" spc="-75" dirty="0"/>
              <a:t> </a:t>
            </a:r>
            <a:r>
              <a:rPr sz="4000" dirty="0"/>
              <a:t>Sort</a:t>
            </a:r>
            <a:r>
              <a:rPr sz="4000" spc="-55" dirty="0"/>
              <a:t> </a:t>
            </a:r>
            <a:r>
              <a:rPr sz="4000" spc="-20" dirty="0"/>
              <a:t>User </a:t>
            </a:r>
            <a:r>
              <a:rPr sz="4000" dirty="0"/>
              <a:t>Requests</a:t>
            </a:r>
            <a:r>
              <a:rPr sz="4000" spc="-150" dirty="0"/>
              <a:t> </a:t>
            </a:r>
            <a:r>
              <a:rPr sz="4000" dirty="0"/>
              <a:t>by</a:t>
            </a:r>
            <a:r>
              <a:rPr sz="4000" spc="-140" dirty="0"/>
              <a:t> </a:t>
            </a:r>
            <a:r>
              <a:rPr sz="4000" spc="-10" dirty="0"/>
              <a:t>Window</a:t>
            </a:r>
            <a:endParaRPr sz="4000"/>
          </a:p>
        </p:txBody>
      </p:sp>
      <p:pic>
        <p:nvPicPr>
          <p:cNvPr id="3" name="object 3"/>
          <p:cNvPicPr/>
          <p:nvPr/>
        </p:nvPicPr>
        <p:blipFill>
          <a:blip r:embed="rId2" cstate="print"/>
          <a:stretch>
            <a:fillRect/>
          </a:stretch>
        </p:blipFill>
        <p:spPr>
          <a:xfrm>
            <a:off x="484847" y="1295400"/>
            <a:ext cx="8100186" cy="5029200"/>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631190">
              <a:lnSpc>
                <a:spcPct val="100000"/>
              </a:lnSpc>
              <a:spcBef>
                <a:spcPts val="105"/>
              </a:spcBef>
            </a:pPr>
            <a:r>
              <a:rPr dirty="0"/>
              <a:t>Spark</a:t>
            </a:r>
            <a:r>
              <a:rPr spc="-85" dirty="0"/>
              <a:t> </a:t>
            </a:r>
            <a:r>
              <a:rPr dirty="0"/>
              <a:t>Streaming</a:t>
            </a:r>
            <a:r>
              <a:rPr spc="-85" dirty="0"/>
              <a:t> </a:t>
            </a:r>
            <a:r>
              <a:rPr dirty="0"/>
              <a:t>Data</a:t>
            </a:r>
            <a:r>
              <a:rPr spc="-80" dirty="0"/>
              <a:t> </a:t>
            </a:r>
            <a:r>
              <a:rPr spc="-10" dirty="0"/>
              <a:t>Sources</a:t>
            </a:r>
          </a:p>
        </p:txBody>
      </p:sp>
      <p:sp>
        <p:nvSpPr>
          <p:cNvPr id="3" name="object 3"/>
          <p:cNvSpPr txBox="1"/>
          <p:nvPr/>
        </p:nvSpPr>
        <p:spPr>
          <a:xfrm>
            <a:off x="840739" y="1457325"/>
            <a:ext cx="7151370" cy="4770755"/>
          </a:xfrm>
          <a:prstGeom prst="rect">
            <a:avLst/>
          </a:prstGeom>
        </p:spPr>
        <p:txBody>
          <a:bodyPr vert="horz" wrap="square" lIns="0" tIns="12700" rIns="0" bIns="0" rtlCol="0">
            <a:spAutoFit/>
          </a:bodyPr>
          <a:lstStyle/>
          <a:p>
            <a:pPr marL="12700">
              <a:lnSpc>
                <a:spcPct val="100000"/>
              </a:lnSpc>
              <a:spcBef>
                <a:spcPts val="100"/>
              </a:spcBef>
            </a:pP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b="1" dirty="0">
                <a:latin typeface="Calibri" panose="020F0502020204030204"/>
                <a:cs typeface="Calibri" panose="020F0502020204030204"/>
              </a:rPr>
              <a:t>Basic</a:t>
            </a:r>
            <a:r>
              <a:rPr sz="2400" b="1" spc="-50" dirty="0">
                <a:latin typeface="Calibri" panose="020F0502020204030204"/>
                <a:cs typeface="Calibri" panose="020F0502020204030204"/>
              </a:rPr>
              <a:t> </a:t>
            </a:r>
            <a:r>
              <a:rPr sz="2400" b="1" dirty="0">
                <a:latin typeface="Calibri" panose="020F0502020204030204"/>
                <a:cs typeface="Calibri" panose="020F0502020204030204"/>
              </a:rPr>
              <a:t>data</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sources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Network</a:t>
            </a:r>
            <a:r>
              <a:rPr sz="2400" spc="-85" dirty="0">
                <a:latin typeface="Calibri" panose="020F0502020204030204"/>
                <a:cs typeface="Calibri" panose="020F0502020204030204"/>
              </a:rPr>
              <a:t> </a:t>
            </a:r>
            <a:r>
              <a:rPr sz="2400" spc="-10" dirty="0">
                <a:latin typeface="Calibri" panose="020F0502020204030204"/>
                <a:cs typeface="Calibri" panose="020F0502020204030204"/>
              </a:rPr>
              <a:t>socket</a:t>
            </a:r>
            <a:endParaRPr sz="2400">
              <a:latin typeface="Calibri" panose="020F0502020204030204"/>
              <a:cs typeface="Calibri" panose="020F0502020204030204"/>
            </a:endParaRPr>
          </a:p>
          <a:p>
            <a:pPr marL="232410" indent="-219710">
              <a:lnSpc>
                <a:spcPct val="100000"/>
              </a:lnSpc>
              <a:buChar char="–"/>
              <a:tabLst>
                <a:tab pos="232410" algn="l"/>
              </a:tabLst>
            </a:pPr>
            <a:r>
              <a:rPr sz="2400" spc="-50" dirty="0">
                <a:latin typeface="Calibri" panose="020F0502020204030204"/>
                <a:cs typeface="Calibri" panose="020F0502020204030204"/>
              </a:rPr>
              <a:t>Text</a:t>
            </a:r>
            <a:r>
              <a:rPr sz="2400" spc="-75" dirty="0">
                <a:latin typeface="Calibri" panose="020F0502020204030204"/>
                <a:cs typeface="Calibri" panose="020F0502020204030204"/>
              </a:rPr>
              <a:t> </a:t>
            </a:r>
            <a:r>
              <a:rPr sz="2400" spc="-20" dirty="0">
                <a:latin typeface="Calibri" panose="020F0502020204030204"/>
                <a:cs typeface="Calibri" panose="020F0502020204030204"/>
              </a:rPr>
              <a:t>file</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65" dirty="0">
                <a:latin typeface="Calibri" panose="020F0502020204030204"/>
                <a:cs typeface="Calibri" panose="020F0502020204030204"/>
              </a:rPr>
              <a:t> </a:t>
            </a:r>
            <a:r>
              <a:rPr sz="2400" b="1" dirty="0">
                <a:latin typeface="Calibri" panose="020F0502020204030204"/>
                <a:cs typeface="Calibri" panose="020F0502020204030204"/>
              </a:rPr>
              <a:t>Advanced</a:t>
            </a:r>
            <a:r>
              <a:rPr sz="2400" b="1" spc="-70" dirty="0">
                <a:latin typeface="Calibri" panose="020F0502020204030204"/>
                <a:cs typeface="Calibri" panose="020F0502020204030204"/>
              </a:rPr>
              <a:t> </a:t>
            </a:r>
            <a:r>
              <a:rPr sz="2400" b="1" dirty="0">
                <a:latin typeface="Calibri" panose="020F0502020204030204"/>
                <a:cs typeface="Calibri" panose="020F0502020204030204"/>
              </a:rPr>
              <a:t>data</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sources</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Kafka</a:t>
            </a: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spc="-10" dirty="0">
                <a:latin typeface="Calibri" panose="020F0502020204030204"/>
                <a:cs typeface="Calibri" panose="020F0502020204030204"/>
              </a:rPr>
              <a:t>Flume</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Twitter</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ZeroMQ</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Kinesis</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a:t>
            </a:r>
            <a:r>
              <a:rPr sz="2400" spc="-20" dirty="0">
                <a:latin typeface="Calibri" panose="020F0502020204030204"/>
                <a:cs typeface="Calibri" panose="020F0502020204030204"/>
              </a:rPr>
              <a:t>MQTT</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and</a:t>
            </a:r>
            <a:r>
              <a:rPr sz="2400" spc="-40" dirty="0">
                <a:latin typeface="Calibri" panose="020F0502020204030204"/>
                <a:cs typeface="Calibri" panose="020F0502020204030204"/>
              </a:rPr>
              <a:t> </a:t>
            </a:r>
            <a:r>
              <a:rPr sz="2400" dirty="0">
                <a:latin typeface="Calibri" panose="020F0502020204030204"/>
                <a:cs typeface="Calibri" panose="020F0502020204030204"/>
              </a:rPr>
              <a:t>more</a:t>
            </a:r>
            <a:r>
              <a:rPr sz="2400" spc="-35" dirty="0">
                <a:latin typeface="Calibri" panose="020F0502020204030204"/>
                <a:cs typeface="Calibri" panose="020F0502020204030204"/>
              </a:rPr>
              <a:t> </a:t>
            </a:r>
            <a:r>
              <a:rPr sz="2400" dirty="0">
                <a:latin typeface="Calibri" panose="020F0502020204030204"/>
                <a:cs typeface="Calibri" panose="020F0502020204030204"/>
              </a:rPr>
              <a:t>coming</a:t>
            </a:r>
            <a:r>
              <a:rPr sz="2400" spc="-45" dirty="0">
                <a:latin typeface="Calibri" panose="020F0502020204030204"/>
                <a:cs typeface="Calibri" panose="020F0502020204030204"/>
              </a:rPr>
              <a:t> </a:t>
            </a:r>
            <a:r>
              <a:rPr sz="2400" dirty="0">
                <a:latin typeface="Calibri" panose="020F0502020204030204"/>
                <a:cs typeface="Calibri" panose="020F0502020204030204"/>
              </a:rPr>
              <a:t>in</a:t>
            </a:r>
            <a:r>
              <a:rPr sz="2400" spc="-40" dirty="0">
                <a:latin typeface="Calibri" panose="020F0502020204030204"/>
                <a:cs typeface="Calibri" panose="020F0502020204030204"/>
              </a:rPr>
              <a:t> </a:t>
            </a:r>
            <a:r>
              <a:rPr sz="2400" dirty="0">
                <a:latin typeface="Calibri" panose="020F0502020204030204"/>
                <a:cs typeface="Calibri" panose="020F0502020204030204"/>
              </a:rPr>
              <a:t>the</a:t>
            </a:r>
            <a:r>
              <a:rPr sz="2400" spc="-25" dirty="0">
                <a:latin typeface="Calibri" panose="020F0502020204030204"/>
                <a:cs typeface="Calibri" panose="020F0502020204030204"/>
              </a:rPr>
              <a:t> </a:t>
            </a:r>
            <a:r>
              <a:rPr sz="2400" spc="-10" dirty="0">
                <a:latin typeface="Calibri" panose="020F0502020204030204"/>
                <a:cs typeface="Calibri" panose="020F0502020204030204"/>
              </a:rPr>
              <a:t>future…</a:t>
            </a:r>
            <a:endParaRPr sz="2400">
              <a:latin typeface="Calibri" panose="020F0502020204030204"/>
              <a:cs typeface="Calibri" panose="020F0502020204030204"/>
            </a:endParaRPr>
          </a:p>
          <a:p>
            <a:pPr marL="12700" marR="5080">
              <a:lnSpc>
                <a:spcPts val="2800"/>
              </a:lnSpc>
              <a:spcBef>
                <a:spcPts val="160"/>
              </a:spcBef>
              <a:tabLst>
                <a:tab pos="1997075" algn="l"/>
              </a:tabLst>
            </a:pPr>
            <a:r>
              <a:rPr sz="2400" dirty="0">
                <a:latin typeface="Calibri" panose="020F0502020204030204"/>
                <a:cs typeface="Calibri" panose="020F0502020204030204"/>
              </a:rPr>
              <a:t>§</a:t>
            </a:r>
            <a:r>
              <a:rPr sz="2400" spc="-70" dirty="0">
                <a:latin typeface="Calibri" panose="020F0502020204030204"/>
                <a:cs typeface="Calibri" panose="020F0502020204030204"/>
              </a:rPr>
              <a:t> </a:t>
            </a:r>
            <a:r>
              <a:rPr sz="2400" b="1" spc="-90" dirty="0">
                <a:latin typeface="Calibri" panose="020F0502020204030204"/>
                <a:cs typeface="Calibri" panose="020F0502020204030204"/>
              </a:rPr>
              <a:t>To</a:t>
            </a:r>
            <a:r>
              <a:rPr sz="2400" b="1" spc="-45" dirty="0">
                <a:latin typeface="Calibri" panose="020F0502020204030204"/>
                <a:cs typeface="Calibri" panose="020F0502020204030204"/>
              </a:rPr>
              <a:t> </a:t>
            </a:r>
            <a:r>
              <a:rPr sz="2400" b="1" dirty="0">
                <a:latin typeface="Calibri" panose="020F0502020204030204"/>
                <a:cs typeface="Calibri" panose="020F0502020204030204"/>
              </a:rPr>
              <a:t>use</a:t>
            </a:r>
            <a:r>
              <a:rPr sz="2400" b="1" spc="-45" dirty="0">
                <a:latin typeface="Calibri" panose="020F0502020204030204"/>
                <a:cs typeface="Calibri" panose="020F0502020204030204"/>
              </a:rPr>
              <a:t> </a:t>
            </a:r>
            <a:r>
              <a:rPr sz="2400" b="1" dirty="0">
                <a:latin typeface="Calibri" panose="020F0502020204030204"/>
                <a:cs typeface="Calibri" panose="020F0502020204030204"/>
              </a:rPr>
              <a:t>advanced</a:t>
            </a:r>
            <a:r>
              <a:rPr sz="2400" b="1" spc="-50" dirty="0">
                <a:latin typeface="Calibri" panose="020F0502020204030204"/>
                <a:cs typeface="Calibri" panose="020F0502020204030204"/>
              </a:rPr>
              <a:t> </a:t>
            </a:r>
            <a:r>
              <a:rPr sz="2400" b="1" dirty="0">
                <a:latin typeface="Calibri" panose="020F0502020204030204"/>
                <a:cs typeface="Calibri" panose="020F0502020204030204"/>
              </a:rPr>
              <a:t>data</a:t>
            </a:r>
            <a:r>
              <a:rPr sz="2400" b="1" spc="-40" dirty="0">
                <a:latin typeface="Calibri" panose="020F0502020204030204"/>
                <a:cs typeface="Calibri" panose="020F0502020204030204"/>
              </a:rPr>
              <a:t> </a:t>
            </a:r>
            <a:r>
              <a:rPr sz="2400" b="1" dirty="0">
                <a:latin typeface="Calibri" panose="020F0502020204030204"/>
                <a:cs typeface="Calibri" panose="020F0502020204030204"/>
              </a:rPr>
              <a:t>sources,</a:t>
            </a:r>
            <a:r>
              <a:rPr sz="2400" b="1" spc="-60" dirty="0">
                <a:latin typeface="Calibri" panose="020F0502020204030204"/>
                <a:cs typeface="Calibri" panose="020F0502020204030204"/>
              </a:rPr>
              <a:t> </a:t>
            </a:r>
            <a:r>
              <a:rPr sz="2400" b="1" dirty="0">
                <a:latin typeface="Calibri" panose="020F0502020204030204"/>
                <a:cs typeface="Calibri" panose="020F0502020204030204"/>
              </a:rPr>
              <a:t>download</a:t>
            </a:r>
            <a:r>
              <a:rPr sz="2400" b="1" spc="-65" dirty="0">
                <a:latin typeface="Calibri" panose="020F0502020204030204"/>
                <a:cs typeface="Calibri" panose="020F0502020204030204"/>
              </a:rPr>
              <a:t> </a:t>
            </a:r>
            <a:r>
              <a:rPr sz="2400" b="1" dirty="0">
                <a:latin typeface="Calibri" panose="020F0502020204030204"/>
                <a:cs typeface="Calibri" panose="020F0502020204030204"/>
              </a:rPr>
              <a:t>(if</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necessary) </a:t>
            </a:r>
            <a:r>
              <a:rPr sz="2400" b="1" dirty="0">
                <a:latin typeface="Calibri" panose="020F0502020204030204"/>
                <a:cs typeface="Calibri" panose="020F0502020204030204"/>
              </a:rPr>
              <a:t>and</a:t>
            </a:r>
            <a:r>
              <a:rPr sz="2400" b="1" spc="-35" dirty="0">
                <a:latin typeface="Calibri" panose="020F0502020204030204"/>
                <a:cs typeface="Calibri" panose="020F0502020204030204"/>
              </a:rPr>
              <a:t> </a:t>
            </a:r>
            <a:r>
              <a:rPr sz="2400" b="1" dirty="0">
                <a:latin typeface="Calibri" panose="020F0502020204030204"/>
                <a:cs typeface="Calibri" panose="020F0502020204030204"/>
              </a:rPr>
              <a:t>link</a:t>
            </a:r>
            <a:r>
              <a:rPr sz="2400" b="1" spc="-35" dirty="0">
                <a:latin typeface="Calibri" panose="020F0502020204030204"/>
                <a:cs typeface="Calibri" panose="020F0502020204030204"/>
              </a:rPr>
              <a:t> </a:t>
            </a:r>
            <a:r>
              <a:rPr sz="2400" b="1" dirty="0">
                <a:latin typeface="Calibri" panose="020F0502020204030204"/>
                <a:cs typeface="Calibri" panose="020F0502020204030204"/>
              </a:rPr>
              <a:t>to</a:t>
            </a:r>
            <a:r>
              <a:rPr sz="2400" b="1" spc="-40" dirty="0">
                <a:latin typeface="Calibri" panose="020F0502020204030204"/>
                <a:cs typeface="Calibri" panose="020F0502020204030204"/>
              </a:rPr>
              <a:t> </a:t>
            </a:r>
            <a:r>
              <a:rPr sz="2400" b="1" spc="-25" dirty="0">
                <a:latin typeface="Calibri" panose="020F0502020204030204"/>
                <a:cs typeface="Calibri" panose="020F0502020204030204"/>
              </a:rPr>
              <a:t>the</a:t>
            </a:r>
            <a:r>
              <a:rPr sz="2400" b="1" dirty="0">
                <a:latin typeface="Calibri" panose="020F0502020204030204"/>
                <a:cs typeface="Calibri" panose="020F0502020204030204"/>
              </a:rPr>
              <a:t>	required</a:t>
            </a:r>
            <a:r>
              <a:rPr sz="2400" b="1" spc="-120" dirty="0">
                <a:latin typeface="Calibri" panose="020F0502020204030204"/>
                <a:cs typeface="Calibri" panose="020F0502020204030204"/>
              </a:rPr>
              <a:t> </a:t>
            </a:r>
            <a:r>
              <a:rPr sz="2400" b="1" spc="-10" dirty="0">
                <a:latin typeface="Calibri" panose="020F0502020204030204"/>
                <a:cs typeface="Calibri" panose="020F0502020204030204"/>
              </a:rPr>
              <a:t>library</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20216"/>
            <a:ext cx="749808" cy="630936"/>
          </a:xfrm>
          <a:prstGeom prst="rect">
            <a:avLst/>
          </a:prstGeom>
        </p:spPr>
      </p:pic>
    </p:spTree>
  </p:cSld>
  <p:clrMapOvr>
    <a:masterClrMapping/>
  </p:clrMapOvr>
  <p:timing>
    <p:tnLst>
      <p:par>
        <p:cTn id="1" dur="indefinite" restart="never" nodeType="tmRoot"/>
      </p:par>
    </p:tnLst>
  </p:timing>
</p:sld>
</file>

<file path=ppt/slides/slide1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963295">
              <a:lnSpc>
                <a:spcPct val="100000"/>
              </a:lnSpc>
              <a:spcBef>
                <a:spcPts val="105"/>
              </a:spcBef>
            </a:pPr>
            <a:r>
              <a:rPr spc="-25" dirty="0"/>
              <a:t>Receiver-</a:t>
            </a:r>
            <a:r>
              <a:rPr dirty="0"/>
              <a:t>Based</a:t>
            </a:r>
            <a:r>
              <a:rPr spc="60" dirty="0"/>
              <a:t> </a:t>
            </a:r>
            <a:r>
              <a:rPr spc="-10" dirty="0"/>
              <a:t>Replication</a:t>
            </a:r>
          </a:p>
        </p:txBody>
      </p:sp>
      <p:sp>
        <p:nvSpPr>
          <p:cNvPr id="3" name="object 3"/>
          <p:cNvSpPr txBox="1"/>
          <p:nvPr/>
        </p:nvSpPr>
        <p:spPr>
          <a:xfrm>
            <a:off x="535940" y="1613661"/>
            <a:ext cx="7007859" cy="7575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45" dirty="0">
                <a:latin typeface="Calibri" panose="020F0502020204030204"/>
                <a:cs typeface="Calibri" panose="020F0502020204030204"/>
              </a:rPr>
              <a:t> </a:t>
            </a:r>
            <a:r>
              <a:rPr sz="2400" b="1" dirty="0">
                <a:latin typeface="Calibri" panose="020F0502020204030204"/>
                <a:cs typeface="Calibri" panose="020F0502020204030204"/>
              </a:rPr>
              <a:t>Streaming</a:t>
            </a:r>
            <a:r>
              <a:rPr sz="2400" b="1" spc="-50" dirty="0">
                <a:latin typeface="Calibri" panose="020F0502020204030204"/>
                <a:cs typeface="Calibri" panose="020F0502020204030204"/>
              </a:rPr>
              <a:t> </a:t>
            </a:r>
            <a:r>
              <a:rPr sz="2400" b="1" dirty="0">
                <a:latin typeface="Calibri" panose="020F0502020204030204"/>
                <a:cs typeface="Calibri" panose="020F0502020204030204"/>
              </a:rPr>
              <a:t>RDD</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replication</a:t>
            </a:r>
            <a:r>
              <a:rPr sz="2400" b="1" spc="-60" dirty="0">
                <a:latin typeface="Calibri" panose="020F0502020204030204"/>
                <a:cs typeface="Calibri" panose="020F0502020204030204"/>
              </a:rPr>
              <a:t> </a:t>
            </a:r>
            <a:r>
              <a:rPr sz="2400" b="1" dirty="0">
                <a:latin typeface="Calibri" panose="020F0502020204030204"/>
                <a:cs typeface="Calibri" panose="020F0502020204030204"/>
              </a:rPr>
              <a:t>is</a:t>
            </a:r>
            <a:r>
              <a:rPr sz="2400" b="1" spc="-40" dirty="0">
                <a:latin typeface="Calibri" panose="020F0502020204030204"/>
                <a:cs typeface="Calibri" panose="020F0502020204030204"/>
              </a:rPr>
              <a:t> </a:t>
            </a:r>
            <a:r>
              <a:rPr sz="2400" b="1" dirty="0">
                <a:latin typeface="Calibri" panose="020F0502020204030204"/>
                <a:cs typeface="Calibri" panose="020F0502020204030204"/>
              </a:rPr>
              <a:t>enabled</a:t>
            </a:r>
            <a:r>
              <a:rPr sz="2400" b="1" spc="-30" dirty="0">
                <a:latin typeface="Calibri" panose="020F0502020204030204"/>
                <a:cs typeface="Calibri" panose="020F0502020204030204"/>
              </a:rPr>
              <a:t> </a:t>
            </a:r>
            <a:r>
              <a:rPr sz="2400" b="1" dirty="0">
                <a:latin typeface="Calibri" panose="020F0502020204030204"/>
                <a:cs typeface="Calibri" panose="020F0502020204030204"/>
              </a:rPr>
              <a:t>by</a:t>
            </a:r>
            <a:r>
              <a:rPr sz="2400" b="1" spc="-55" dirty="0">
                <a:latin typeface="Calibri" panose="020F0502020204030204"/>
                <a:cs typeface="Calibri" panose="020F0502020204030204"/>
              </a:rPr>
              <a:t> </a:t>
            </a:r>
            <a:r>
              <a:rPr sz="2400" b="1" spc="-10" dirty="0">
                <a:latin typeface="Calibri" panose="020F0502020204030204"/>
                <a:cs typeface="Calibri" panose="020F0502020204030204"/>
              </a:rPr>
              <a:t>default</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dirty="0">
                <a:latin typeface="Calibri" panose="020F0502020204030204"/>
                <a:cs typeface="Calibri" panose="020F0502020204030204"/>
              </a:rPr>
              <a:t>Data</a:t>
            </a:r>
            <a:r>
              <a:rPr sz="2400" spc="-60" dirty="0">
                <a:latin typeface="Calibri" panose="020F0502020204030204"/>
                <a:cs typeface="Calibri" panose="020F0502020204030204"/>
              </a:rPr>
              <a:t> </a:t>
            </a:r>
            <a:r>
              <a:rPr sz="2400" dirty="0">
                <a:latin typeface="Calibri" panose="020F0502020204030204"/>
                <a:cs typeface="Calibri" panose="020F0502020204030204"/>
              </a:rPr>
              <a:t>is</a:t>
            </a:r>
            <a:r>
              <a:rPr sz="2400" spc="-35" dirty="0">
                <a:latin typeface="Calibri" panose="020F0502020204030204"/>
                <a:cs typeface="Calibri" panose="020F0502020204030204"/>
              </a:rPr>
              <a:t> </a:t>
            </a:r>
            <a:r>
              <a:rPr sz="2400" dirty="0">
                <a:latin typeface="Calibri" panose="020F0502020204030204"/>
                <a:cs typeface="Calibri" panose="020F0502020204030204"/>
              </a:rPr>
              <a:t>copied</a:t>
            </a:r>
            <a:r>
              <a:rPr sz="2400" spc="-35" dirty="0">
                <a:latin typeface="Calibri" panose="020F0502020204030204"/>
                <a:cs typeface="Calibri" panose="020F0502020204030204"/>
              </a:rPr>
              <a:t> </a:t>
            </a:r>
            <a:r>
              <a:rPr sz="2400" dirty="0">
                <a:latin typeface="Calibri" panose="020F0502020204030204"/>
                <a:cs typeface="Calibri" panose="020F0502020204030204"/>
              </a:rPr>
              <a:t>to</a:t>
            </a:r>
            <a:r>
              <a:rPr sz="2400" spc="-45" dirty="0">
                <a:latin typeface="Calibri" panose="020F0502020204030204"/>
                <a:cs typeface="Calibri" panose="020F0502020204030204"/>
              </a:rPr>
              <a:t> </a:t>
            </a:r>
            <a:r>
              <a:rPr sz="2400" dirty="0">
                <a:latin typeface="Calibri" panose="020F0502020204030204"/>
                <a:cs typeface="Calibri" panose="020F0502020204030204"/>
              </a:rPr>
              <a:t>another</a:t>
            </a:r>
            <a:r>
              <a:rPr sz="2400" spc="-35" dirty="0">
                <a:latin typeface="Calibri" panose="020F0502020204030204"/>
                <a:cs typeface="Calibri" panose="020F0502020204030204"/>
              </a:rPr>
              <a:t> </a:t>
            </a:r>
            <a:r>
              <a:rPr sz="2400" dirty="0">
                <a:latin typeface="Calibri" panose="020F0502020204030204"/>
                <a:cs typeface="Calibri" panose="020F0502020204030204"/>
              </a:rPr>
              <a:t>node</a:t>
            </a:r>
            <a:r>
              <a:rPr sz="2400" spc="-30" dirty="0">
                <a:latin typeface="Calibri" panose="020F0502020204030204"/>
                <a:cs typeface="Calibri" panose="020F0502020204030204"/>
              </a:rPr>
              <a:t> </a:t>
            </a:r>
            <a:r>
              <a:rPr sz="2400" dirty="0">
                <a:latin typeface="Calibri" panose="020F0502020204030204"/>
                <a:cs typeface="Calibri" panose="020F0502020204030204"/>
              </a:rPr>
              <a:t>as</a:t>
            </a:r>
            <a:r>
              <a:rPr sz="2400" spc="-45" dirty="0">
                <a:latin typeface="Calibri" panose="020F0502020204030204"/>
                <a:cs typeface="Calibri" panose="020F0502020204030204"/>
              </a:rPr>
              <a:t> </a:t>
            </a:r>
            <a:r>
              <a:rPr sz="2400" dirty="0">
                <a:latin typeface="Calibri" panose="020F0502020204030204"/>
                <a:cs typeface="Calibri" panose="020F0502020204030204"/>
              </a:rPr>
              <a:t>it</a:t>
            </a:r>
            <a:r>
              <a:rPr sz="2400" spc="-50" dirty="0">
                <a:latin typeface="Calibri" panose="020F0502020204030204"/>
                <a:cs typeface="Calibri" panose="020F0502020204030204"/>
              </a:rPr>
              <a:t> </a:t>
            </a:r>
            <a:r>
              <a:rPr sz="2400" spc="-10" dirty="0">
                <a:latin typeface="Calibri" panose="020F0502020204030204"/>
                <a:cs typeface="Calibri" panose="020F0502020204030204"/>
              </a:rPr>
              <a:t>received</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2425704" y="2870200"/>
            <a:ext cx="5923021" cy="3378200"/>
          </a:xfrm>
          <a:prstGeom prst="rect">
            <a:avLst/>
          </a:prstGeom>
        </p:spPr>
      </p:pic>
      <p:pic>
        <p:nvPicPr>
          <p:cNvPr id="5" name="Picture 4" descr="wingspan_logo.png"/>
          <p:cNvPicPr>
            <a:picLocks noChangeAspect="1"/>
          </p:cNvPicPr>
          <p:nvPr/>
        </p:nvPicPr>
        <p:blipFill>
          <a:blip r:embed="rId3"/>
          <a:stretch>
            <a:fillRect/>
          </a:stretch>
        </p:blipFill>
        <p:spPr>
          <a:xfrm>
            <a:off x="8348725" y="14631"/>
            <a:ext cx="749808" cy="630936"/>
          </a:xfrm>
          <a:prstGeom prst="rect">
            <a:avLst/>
          </a:prstGeom>
        </p:spPr>
      </p:pic>
    </p:spTree>
  </p:cSld>
  <p:clrMapOvr>
    <a:masterClrMapping/>
  </p:clrMapOvr>
  <p:timing>
    <p:tnLst>
      <p:par>
        <p:cTn id="1" dur="indefinite" restart="never" nodeType="tmRoot"/>
      </p:par>
    </p:tnLst>
  </p:timing>
</p:sld>
</file>

<file path=ppt/slides/slide1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7522" y="191846"/>
            <a:ext cx="8057718" cy="1244600"/>
          </a:xfrm>
          <a:prstGeom prst="rect">
            <a:avLst/>
          </a:prstGeom>
        </p:spPr>
        <p:txBody>
          <a:bodyPr vert="horz" wrap="square" lIns="0" tIns="283083" rIns="0" bIns="0" rtlCol="0">
            <a:spAutoFit/>
          </a:bodyPr>
          <a:lstStyle/>
          <a:p>
            <a:pPr marL="509270">
              <a:lnSpc>
                <a:spcPct val="100000"/>
              </a:lnSpc>
              <a:spcBef>
                <a:spcPts val="105"/>
              </a:spcBef>
            </a:pPr>
            <a:r>
              <a:rPr spc="-25" dirty="0"/>
              <a:t>Receiver-</a:t>
            </a:r>
            <a:r>
              <a:rPr dirty="0"/>
              <a:t>Based</a:t>
            </a:r>
            <a:r>
              <a:rPr spc="-60" dirty="0"/>
              <a:t> </a:t>
            </a:r>
            <a:r>
              <a:rPr dirty="0"/>
              <a:t>Fault</a:t>
            </a:r>
            <a:r>
              <a:rPr spc="-80" dirty="0"/>
              <a:t> </a:t>
            </a:r>
            <a:r>
              <a:rPr spc="-40" dirty="0"/>
              <a:t>Tolerance</a:t>
            </a:r>
          </a:p>
        </p:txBody>
      </p:sp>
      <p:sp>
        <p:nvSpPr>
          <p:cNvPr id="3" name="object 3"/>
          <p:cNvSpPr txBox="1"/>
          <p:nvPr/>
        </p:nvSpPr>
        <p:spPr>
          <a:xfrm>
            <a:off x="840739" y="1613661"/>
            <a:ext cx="6864984" cy="1123315"/>
          </a:xfrm>
          <a:prstGeom prst="rect">
            <a:avLst/>
          </a:prstGeom>
        </p:spPr>
        <p:txBody>
          <a:bodyPr vert="horz" wrap="square" lIns="0" tIns="12700" rIns="0" bIns="0" rtlCol="0">
            <a:spAutoFit/>
          </a:bodyPr>
          <a:lstStyle/>
          <a:p>
            <a:pPr marL="12700" marR="5080">
              <a:lnSpc>
                <a:spcPct val="100000"/>
              </a:lnSpc>
              <a:spcBef>
                <a:spcPts val="100"/>
              </a:spcBef>
            </a:pPr>
            <a:r>
              <a:rPr sz="1800" dirty="0">
                <a:latin typeface="Calibri" panose="020F0502020204030204"/>
                <a:cs typeface="Calibri" panose="020F0502020204030204"/>
              </a:rPr>
              <a:t>§</a:t>
            </a:r>
            <a:r>
              <a:rPr sz="1800" spc="-30" dirty="0">
                <a:latin typeface="Calibri" panose="020F0502020204030204"/>
                <a:cs typeface="Calibri" panose="020F0502020204030204"/>
              </a:rPr>
              <a:t> </a:t>
            </a:r>
            <a:r>
              <a:rPr sz="2400" b="1" dirty="0">
                <a:latin typeface="Calibri" panose="020F0502020204030204"/>
                <a:cs typeface="Calibri" panose="020F0502020204030204"/>
              </a:rPr>
              <a:t>If</a:t>
            </a:r>
            <a:r>
              <a:rPr sz="2400" b="1" spc="-50" dirty="0">
                <a:latin typeface="Calibri" panose="020F0502020204030204"/>
                <a:cs typeface="Calibri" panose="020F0502020204030204"/>
              </a:rPr>
              <a:t> </a:t>
            </a:r>
            <a:r>
              <a:rPr sz="2400" b="1" dirty="0">
                <a:latin typeface="Calibri" panose="020F0502020204030204"/>
                <a:cs typeface="Calibri" panose="020F0502020204030204"/>
              </a:rPr>
              <a:t>the</a:t>
            </a:r>
            <a:r>
              <a:rPr sz="2400" b="1" spc="-35" dirty="0">
                <a:latin typeface="Calibri" panose="020F0502020204030204"/>
                <a:cs typeface="Calibri" panose="020F0502020204030204"/>
              </a:rPr>
              <a:t> </a:t>
            </a:r>
            <a:r>
              <a:rPr sz="2400" b="1" dirty="0">
                <a:latin typeface="Calibri" panose="020F0502020204030204"/>
                <a:cs typeface="Calibri" panose="020F0502020204030204"/>
              </a:rPr>
              <a:t>receiver</a:t>
            </a:r>
            <a:r>
              <a:rPr sz="2400" b="1" spc="-70" dirty="0">
                <a:latin typeface="Calibri" panose="020F0502020204030204"/>
                <a:cs typeface="Calibri" panose="020F0502020204030204"/>
              </a:rPr>
              <a:t> </a:t>
            </a:r>
            <a:r>
              <a:rPr sz="2400" b="1" dirty="0">
                <a:latin typeface="Calibri" panose="020F0502020204030204"/>
                <a:cs typeface="Calibri" panose="020F0502020204030204"/>
              </a:rPr>
              <a:t>fails,</a:t>
            </a:r>
            <a:r>
              <a:rPr sz="2400" b="1" spc="-30" dirty="0">
                <a:latin typeface="Calibri" panose="020F0502020204030204"/>
                <a:cs typeface="Calibri" panose="020F0502020204030204"/>
              </a:rPr>
              <a:t> </a:t>
            </a:r>
            <a:r>
              <a:rPr sz="2400" b="1" dirty="0">
                <a:latin typeface="Calibri" panose="020F0502020204030204"/>
                <a:cs typeface="Calibri" panose="020F0502020204030204"/>
              </a:rPr>
              <a:t>Spark</a:t>
            </a:r>
            <a:r>
              <a:rPr sz="2400" b="1" spc="-60" dirty="0">
                <a:latin typeface="Calibri" panose="020F0502020204030204"/>
                <a:cs typeface="Calibri" panose="020F0502020204030204"/>
              </a:rPr>
              <a:t> </a:t>
            </a:r>
            <a:r>
              <a:rPr sz="2400" b="1" dirty="0">
                <a:latin typeface="Calibri" panose="020F0502020204030204"/>
                <a:cs typeface="Calibri" panose="020F0502020204030204"/>
              </a:rPr>
              <a:t>will</a:t>
            </a:r>
            <a:r>
              <a:rPr sz="2400" b="1" spc="-40" dirty="0">
                <a:latin typeface="Calibri" panose="020F0502020204030204"/>
                <a:cs typeface="Calibri" panose="020F0502020204030204"/>
              </a:rPr>
              <a:t> </a:t>
            </a:r>
            <a:r>
              <a:rPr sz="2400" b="1" dirty="0">
                <a:latin typeface="Calibri" panose="020F0502020204030204"/>
                <a:cs typeface="Calibri" panose="020F0502020204030204"/>
              </a:rPr>
              <a:t>restart</a:t>
            </a:r>
            <a:r>
              <a:rPr sz="2400" b="1" spc="-40" dirty="0">
                <a:latin typeface="Calibri" panose="020F0502020204030204"/>
                <a:cs typeface="Calibri" panose="020F0502020204030204"/>
              </a:rPr>
              <a:t> </a:t>
            </a:r>
            <a:r>
              <a:rPr sz="2400" b="1" dirty="0">
                <a:latin typeface="Calibri" panose="020F0502020204030204"/>
                <a:cs typeface="Calibri" panose="020F0502020204030204"/>
              </a:rPr>
              <a:t>it</a:t>
            </a:r>
            <a:r>
              <a:rPr sz="2400" b="1" spc="-50" dirty="0">
                <a:latin typeface="Calibri" panose="020F0502020204030204"/>
                <a:cs typeface="Calibri" panose="020F0502020204030204"/>
              </a:rPr>
              <a:t> </a:t>
            </a:r>
            <a:r>
              <a:rPr sz="2400" b="1" dirty="0">
                <a:latin typeface="Calibri" panose="020F0502020204030204"/>
                <a:cs typeface="Calibri" panose="020F0502020204030204"/>
              </a:rPr>
              <a:t>on</a:t>
            </a:r>
            <a:r>
              <a:rPr sz="2400" b="1" spc="-60" dirty="0">
                <a:latin typeface="Calibri" panose="020F0502020204030204"/>
                <a:cs typeface="Calibri" panose="020F0502020204030204"/>
              </a:rPr>
              <a:t> </a:t>
            </a:r>
            <a:r>
              <a:rPr sz="2400" b="1" dirty="0">
                <a:latin typeface="Calibri" panose="020F0502020204030204"/>
                <a:cs typeface="Calibri" panose="020F0502020204030204"/>
              </a:rPr>
              <a:t>a</a:t>
            </a:r>
            <a:r>
              <a:rPr sz="2400" b="1" spc="-40" dirty="0">
                <a:latin typeface="Calibri" panose="020F0502020204030204"/>
                <a:cs typeface="Calibri" panose="020F0502020204030204"/>
              </a:rPr>
              <a:t> </a:t>
            </a:r>
            <a:r>
              <a:rPr sz="2400" b="1" spc="-10" dirty="0">
                <a:latin typeface="Calibri" panose="020F0502020204030204"/>
                <a:cs typeface="Calibri" panose="020F0502020204030204"/>
              </a:rPr>
              <a:t>different executor</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a:t>
            </a:r>
            <a:r>
              <a:rPr sz="2400" spc="-35" dirty="0">
                <a:latin typeface="Calibri" panose="020F0502020204030204"/>
                <a:cs typeface="Calibri" panose="020F0502020204030204"/>
              </a:rPr>
              <a:t> </a:t>
            </a:r>
            <a:r>
              <a:rPr sz="2400" spc="-10" dirty="0">
                <a:latin typeface="Calibri" panose="020F0502020204030204"/>
                <a:cs typeface="Calibri" panose="020F0502020204030204"/>
              </a:rPr>
              <a:t>Potential</a:t>
            </a:r>
            <a:r>
              <a:rPr sz="2400" spc="-40" dirty="0">
                <a:latin typeface="Calibri" panose="020F0502020204030204"/>
                <a:cs typeface="Calibri" panose="020F0502020204030204"/>
              </a:rPr>
              <a:t> </a:t>
            </a:r>
            <a:r>
              <a:rPr sz="2400" dirty="0">
                <a:latin typeface="Calibri" panose="020F0502020204030204"/>
                <a:cs typeface="Calibri" panose="020F0502020204030204"/>
              </a:rPr>
              <a:t>for</a:t>
            </a:r>
            <a:r>
              <a:rPr sz="2400" spc="-35" dirty="0">
                <a:latin typeface="Calibri" panose="020F0502020204030204"/>
                <a:cs typeface="Calibri" panose="020F0502020204030204"/>
              </a:rPr>
              <a:t> </a:t>
            </a:r>
            <a:r>
              <a:rPr sz="2400" dirty="0">
                <a:latin typeface="Calibri" panose="020F0502020204030204"/>
                <a:cs typeface="Calibri" panose="020F0502020204030204"/>
              </a:rPr>
              <a:t>brief</a:t>
            </a:r>
            <a:r>
              <a:rPr sz="2400" spc="-35" dirty="0">
                <a:latin typeface="Calibri" panose="020F0502020204030204"/>
                <a:cs typeface="Calibri" panose="020F0502020204030204"/>
              </a:rPr>
              <a:t> </a:t>
            </a:r>
            <a:r>
              <a:rPr sz="2400" dirty="0">
                <a:latin typeface="Calibri" panose="020F0502020204030204"/>
                <a:cs typeface="Calibri" panose="020F0502020204030204"/>
              </a:rPr>
              <a:t>loss</a:t>
            </a:r>
            <a:r>
              <a:rPr sz="2400" spc="-45" dirty="0">
                <a:latin typeface="Calibri" panose="020F0502020204030204"/>
                <a:cs typeface="Calibri" panose="020F0502020204030204"/>
              </a:rPr>
              <a:t> </a:t>
            </a:r>
            <a:r>
              <a:rPr sz="2400" dirty="0">
                <a:latin typeface="Calibri" panose="020F0502020204030204"/>
                <a:cs typeface="Calibri" panose="020F0502020204030204"/>
              </a:rPr>
              <a:t>of</a:t>
            </a:r>
            <a:r>
              <a:rPr sz="2400" spc="-30" dirty="0">
                <a:latin typeface="Calibri" panose="020F0502020204030204"/>
                <a:cs typeface="Calibri" panose="020F0502020204030204"/>
              </a:rPr>
              <a:t> </a:t>
            </a:r>
            <a:r>
              <a:rPr sz="2400" dirty="0">
                <a:latin typeface="Calibri" panose="020F0502020204030204"/>
                <a:cs typeface="Calibri" panose="020F0502020204030204"/>
              </a:rPr>
              <a:t>incoming</a:t>
            </a:r>
            <a:r>
              <a:rPr sz="2400" spc="-40" dirty="0">
                <a:latin typeface="Calibri" panose="020F0502020204030204"/>
                <a:cs typeface="Calibri" panose="020F0502020204030204"/>
              </a:rPr>
              <a:t> </a:t>
            </a:r>
            <a:r>
              <a:rPr sz="2400" spc="-20" dirty="0">
                <a:latin typeface="Calibri" panose="020F0502020204030204"/>
                <a:cs typeface="Calibri" panose="020F0502020204030204"/>
              </a:rPr>
              <a:t>data</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2315170" y="2972326"/>
            <a:ext cx="5670952" cy="3265133"/>
          </a:xfrm>
          <a:prstGeom prst="rect">
            <a:avLst/>
          </a:prstGeom>
        </p:spPr>
      </p:pic>
      <p:pic>
        <p:nvPicPr>
          <p:cNvPr id="5" name="Picture 4"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390742" y="512064"/>
            <a:ext cx="8057718" cy="1244600"/>
          </a:xfrm>
          <a:prstGeom prst="rect">
            <a:avLst/>
          </a:prstGeom>
        </p:spPr>
        <p:txBody>
          <a:bodyPr vert="horz" wrap="square" lIns="0" tIns="283083" rIns="0" bIns="0" rtlCol="0">
            <a:spAutoFit/>
          </a:bodyPr>
          <a:lstStyle/>
          <a:p>
            <a:pPr marL="1347470">
              <a:lnSpc>
                <a:spcPct val="100000"/>
              </a:lnSpc>
              <a:spcBef>
                <a:spcPts val="105"/>
              </a:spcBef>
            </a:pPr>
            <a:r>
              <a:rPr dirty="0"/>
              <a:t>Kafka</a:t>
            </a:r>
            <a:r>
              <a:rPr spc="-175" dirty="0"/>
              <a:t> </a:t>
            </a:r>
            <a:r>
              <a:rPr dirty="0"/>
              <a:t>Direct</a:t>
            </a:r>
            <a:r>
              <a:rPr spc="-170" dirty="0"/>
              <a:t> </a:t>
            </a:r>
            <a:r>
              <a:rPr spc="-10" dirty="0"/>
              <a:t>Integration</a:t>
            </a:r>
          </a:p>
        </p:txBody>
      </p:sp>
      <p:sp>
        <p:nvSpPr>
          <p:cNvPr id="3" name="object 3"/>
          <p:cNvSpPr txBox="1"/>
          <p:nvPr/>
        </p:nvSpPr>
        <p:spPr>
          <a:xfrm>
            <a:off x="1069644" y="1756664"/>
            <a:ext cx="5714365" cy="223139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35" dirty="0">
                <a:latin typeface="Calibri" panose="020F0502020204030204"/>
                <a:cs typeface="Calibri" panose="020F0502020204030204"/>
              </a:rPr>
              <a:t> </a:t>
            </a:r>
            <a:r>
              <a:rPr sz="2400" b="1" dirty="0">
                <a:latin typeface="Calibri" panose="020F0502020204030204"/>
                <a:cs typeface="Calibri" panose="020F0502020204030204"/>
              </a:rPr>
              <a:t>Direct</a:t>
            </a:r>
            <a:r>
              <a:rPr sz="2400" b="1" spc="-55" dirty="0">
                <a:latin typeface="Calibri" panose="020F0502020204030204"/>
                <a:cs typeface="Calibri" panose="020F0502020204030204"/>
              </a:rPr>
              <a:t> </a:t>
            </a:r>
            <a:r>
              <a:rPr sz="2400" b="1" dirty="0">
                <a:latin typeface="Calibri" panose="020F0502020204030204"/>
                <a:cs typeface="Calibri" panose="020F0502020204030204"/>
              </a:rPr>
              <a:t>(also</a:t>
            </a:r>
            <a:r>
              <a:rPr sz="2400" b="1" spc="-45" dirty="0">
                <a:latin typeface="Calibri" panose="020F0502020204030204"/>
                <a:cs typeface="Calibri" panose="020F0502020204030204"/>
              </a:rPr>
              <a:t> </a:t>
            </a:r>
            <a:r>
              <a:rPr sz="2400" b="1" dirty="0">
                <a:latin typeface="Calibri" panose="020F0502020204030204"/>
                <a:cs typeface="Calibri" panose="020F0502020204030204"/>
              </a:rPr>
              <a:t>called</a:t>
            </a:r>
            <a:r>
              <a:rPr sz="2400" b="1" spc="-55" dirty="0">
                <a:latin typeface="Calibri" panose="020F0502020204030204"/>
                <a:cs typeface="Calibri" panose="020F0502020204030204"/>
              </a:rPr>
              <a:t> </a:t>
            </a:r>
            <a:r>
              <a:rPr sz="2400" b="1" i="1" spc="-10" dirty="0">
                <a:latin typeface="Calibri" panose="020F0502020204030204"/>
                <a:cs typeface="Calibri" panose="020F0502020204030204"/>
              </a:rPr>
              <a:t>receiverless</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Support</a:t>
            </a:r>
            <a:r>
              <a:rPr sz="2400" spc="-45" dirty="0">
                <a:latin typeface="Calibri" panose="020F0502020204030204"/>
                <a:cs typeface="Calibri" panose="020F0502020204030204"/>
              </a:rPr>
              <a:t> </a:t>
            </a:r>
            <a:r>
              <a:rPr sz="2400" dirty="0">
                <a:latin typeface="Calibri" panose="020F0502020204030204"/>
                <a:cs typeface="Calibri" panose="020F0502020204030204"/>
              </a:rPr>
              <a:t>for</a:t>
            </a:r>
            <a:r>
              <a:rPr sz="2400" spc="-55" dirty="0">
                <a:latin typeface="Calibri" panose="020F0502020204030204"/>
                <a:cs typeface="Calibri" panose="020F0502020204030204"/>
              </a:rPr>
              <a:t> </a:t>
            </a:r>
            <a:r>
              <a:rPr sz="2400" spc="-10" dirty="0">
                <a:latin typeface="Calibri" panose="020F0502020204030204"/>
                <a:cs typeface="Calibri" panose="020F0502020204030204"/>
              </a:rPr>
              <a:t>efficient</a:t>
            </a:r>
            <a:r>
              <a:rPr sz="2400" spc="-45" dirty="0">
                <a:latin typeface="Calibri" panose="020F0502020204030204"/>
                <a:cs typeface="Calibri" panose="020F0502020204030204"/>
              </a:rPr>
              <a:t> </a:t>
            </a:r>
            <a:r>
              <a:rPr sz="2400" spc="-35" dirty="0">
                <a:latin typeface="Calibri" panose="020F0502020204030204"/>
                <a:cs typeface="Calibri" panose="020F0502020204030204"/>
              </a:rPr>
              <a:t>zero-</a:t>
            </a:r>
            <a:r>
              <a:rPr sz="2400" spc="-20" dirty="0">
                <a:latin typeface="Calibri" panose="020F0502020204030204"/>
                <a:cs typeface="Calibri" panose="020F0502020204030204"/>
              </a:rPr>
              <a:t>loss</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Support</a:t>
            </a:r>
            <a:r>
              <a:rPr sz="2400" spc="-25" dirty="0">
                <a:latin typeface="Calibri" panose="020F0502020204030204"/>
                <a:cs typeface="Calibri" panose="020F0502020204030204"/>
              </a:rPr>
              <a:t> </a:t>
            </a:r>
            <a:r>
              <a:rPr sz="2400" dirty="0">
                <a:latin typeface="Calibri" panose="020F0502020204030204"/>
                <a:cs typeface="Calibri" panose="020F0502020204030204"/>
              </a:rPr>
              <a:t>for</a:t>
            </a:r>
            <a:r>
              <a:rPr sz="2400" spc="-15" dirty="0">
                <a:latin typeface="Calibri" panose="020F0502020204030204"/>
                <a:cs typeface="Calibri" panose="020F0502020204030204"/>
              </a:rPr>
              <a:t> </a:t>
            </a:r>
            <a:r>
              <a:rPr sz="2400" spc="-20" dirty="0">
                <a:latin typeface="Calibri" panose="020F0502020204030204"/>
                <a:cs typeface="Calibri" panose="020F0502020204030204"/>
              </a:rPr>
              <a:t>exactly-</a:t>
            </a:r>
            <a:r>
              <a:rPr sz="2400" dirty="0">
                <a:latin typeface="Calibri" panose="020F0502020204030204"/>
                <a:cs typeface="Calibri" panose="020F0502020204030204"/>
              </a:rPr>
              <a:t>once</a:t>
            </a:r>
            <a:r>
              <a:rPr sz="2400" spc="-40" dirty="0">
                <a:latin typeface="Calibri" panose="020F0502020204030204"/>
                <a:cs typeface="Calibri" panose="020F0502020204030204"/>
              </a:rPr>
              <a:t> </a:t>
            </a:r>
            <a:r>
              <a:rPr sz="2400" spc="-10" dirty="0">
                <a:latin typeface="Calibri" panose="020F0502020204030204"/>
                <a:cs typeface="Calibri" panose="020F0502020204030204"/>
              </a:rPr>
              <a:t>semantics</a:t>
            </a:r>
            <a:endParaRPr sz="2400">
              <a:latin typeface="Calibri" panose="020F0502020204030204"/>
              <a:cs typeface="Calibri" panose="020F0502020204030204"/>
            </a:endParaRPr>
          </a:p>
          <a:p>
            <a:pPr marL="232410" indent="-219710">
              <a:lnSpc>
                <a:spcPct val="100000"/>
              </a:lnSpc>
              <a:buChar char="–"/>
              <a:tabLst>
                <a:tab pos="232410" algn="l"/>
              </a:tabLst>
            </a:pPr>
            <a:r>
              <a:rPr sz="2400" spc="-10" dirty="0">
                <a:latin typeface="Calibri" panose="020F0502020204030204"/>
                <a:cs typeface="Calibri" panose="020F0502020204030204"/>
              </a:rPr>
              <a:t>Introduced</a:t>
            </a:r>
            <a:r>
              <a:rPr sz="2400" spc="-55" dirty="0">
                <a:latin typeface="Calibri" panose="020F0502020204030204"/>
                <a:cs typeface="Calibri" panose="020F0502020204030204"/>
              </a:rPr>
              <a:t> </a:t>
            </a:r>
            <a:r>
              <a:rPr sz="2400" dirty="0">
                <a:latin typeface="Calibri" panose="020F0502020204030204"/>
                <a:cs typeface="Calibri" panose="020F0502020204030204"/>
              </a:rPr>
              <a:t>in</a:t>
            </a:r>
            <a:r>
              <a:rPr sz="2400" spc="-45" dirty="0">
                <a:latin typeface="Calibri" panose="020F0502020204030204"/>
                <a:cs typeface="Calibri" panose="020F0502020204030204"/>
              </a:rPr>
              <a:t> </a:t>
            </a:r>
            <a:r>
              <a:rPr sz="2400" dirty="0">
                <a:latin typeface="Calibri" panose="020F0502020204030204"/>
                <a:cs typeface="Calibri" panose="020F0502020204030204"/>
              </a:rPr>
              <a:t>Spark</a:t>
            </a:r>
            <a:r>
              <a:rPr sz="2400" spc="-50" dirty="0">
                <a:latin typeface="Calibri" panose="020F0502020204030204"/>
                <a:cs typeface="Calibri" panose="020F0502020204030204"/>
              </a:rPr>
              <a:t> </a:t>
            </a:r>
            <a:r>
              <a:rPr sz="2400" dirty="0">
                <a:latin typeface="Calibri" panose="020F0502020204030204"/>
                <a:cs typeface="Calibri" panose="020F0502020204030204"/>
              </a:rPr>
              <a:t>1.3</a:t>
            </a:r>
            <a:r>
              <a:rPr sz="2400" spc="-45" dirty="0">
                <a:latin typeface="Calibri" panose="020F0502020204030204"/>
                <a:cs typeface="Calibri" panose="020F0502020204030204"/>
              </a:rPr>
              <a:t> </a:t>
            </a:r>
            <a:r>
              <a:rPr sz="2400" dirty="0">
                <a:latin typeface="Calibri" panose="020F0502020204030204"/>
                <a:cs typeface="Calibri" panose="020F0502020204030204"/>
              </a:rPr>
              <a:t>(Scala</a:t>
            </a:r>
            <a:r>
              <a:rPr sz="2400" spc="-65" dirty="0">
                <a:latin typeface="Calibri" panose="020F0502020204030204"/>
                <a:cs typeface="Calibri" panose="020F0502020204030204"/>
              </a:rPr>
              <a:t> </a:t>
            </a:r>
            <a:r>
              <a:rPr sz="2400" dirty="0">
                <a:latin typeface="Calibri" panose="020F0502020204030204"/>
                <a:cs typeface="Calibri" panose="020F0502020204030204"/>
              </a:rPr>
              <a:t>and</a:t>
            </a:r>
            <a:r>
              <a:rPr sz="2400" spc="-45" dirty="0">
                <a:latin typeface="Calibri" panose="020F0502020204030204"/>
                <a:cs typeface="Calibri" panose="020F0502020204030204"/>
              </a:rPr>
              <a:t> </a:t>
            </a:r>
            <a:r>
              <a:rPr sz="2400" dirty="0">
                <a:latin typeface="Calibri" panose="020F0502020204030204"/>
                <a:cs typeface="Calibri" panose="020F0502020204030204"/>
              </a:rPr>
              <a:t>Java</a:t>
            </a:r>
            <a:r>
              <a:rPr sz="2400" spc="-40" dirty="0">
                <a:latin typeface="Calibri" panose="020F0502020204030204"/>
                <a:cs typeface="Calibri" panose="020F0502020204030204"/>
              </a:rPr>
              <a:t> </a:t>
            </a:r>
            <a:r>
              <a:rPr sz="2400" spc="-10" dirty="0">
                <a:latin typeface="Calibri" panose="020F0502020204030204"/>
                <a:cs typeface="Calibri" panose="020F0502020204030204"/>
              </a:rPr>
              <a:t>only)</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Python</a:t>
            </a:r>
            <a:r>
              <a:rPr sz="2400" spc="-25" dirty="0">
                <a:latin typeface="Calibri" panose="020F0502020204030204"/>
                <a:cs typeface="Calibri" panose="020F0502020204030204"/>
              </a:rPr>
              <a:t> </a:t>
            </a:r>
            <a:r>
              <a:rPr sz="2400" dirty="0">
                <a:latin typeface="Calibri" panose="020F0502020204030204"/>
                <a:cs typeface="Calibri" panose="020F0502020204030204"/>
              </a:rPr>
              <a:t>support</a:t>
            </a:r>
            <a:r>
              <a:rPr sz="2400" spc="-15" dirty="0">
                <a:latin typeface="Calibri" panose="020F0502020204030204"/>
                <a:cs typeface="Calibri" panose="020F0502020204030204"/>
              </a:rPr>
              <a:t> </a:t>
            </a:r>
            <a:r>
              <a:rPr sz="2400" dirty="0">
                <a:latin typeface="Calibri" panose="020F0502020204030204"/>
                <a:cs typeface="Calibri" panose="020F0502020204030204"/>
              </a:rPr>
              <a:t>in</a:t>
            </a:r>
            <a:r>
              <a:rPr sz="2400" spc="-20" dirty="0">
                <a:latin typeface="Calibri" panose="020F0502020204030204"/>
                <a:cs typeface="Calibri" panose="020F0502020204030204"/>
              </a:rPr>
              <a:t> </a:t>
            </a:r>
            <a:r>
              <a:rPr sz="2400" dirty="0">
                <a:latin typeface="Calibri" panose="020F0502020204030204"/>
                <a:cs typeface="Calibri" panose="020F0502020204030204"/>
              </a:rPr>
              <a:t>Spark</a:t>
            </a:r>
            <a:r>
              <a:rPr sz="2400" spc="-20" dirty="0">
                <a:latin typeface="Calibri" panose="020F0502020204030204"/>
                <a:cs typeface="Calibri" panose="020F0502020204030204"/>
              </a:rPr>
              <a:t> </a:t>
            </a:r>
            <a:r>
              <a:rPr sz="2400" spc="-25" dirty="0">
                <a:latin typeface="Calibri" panose="020F0502020204030204"/>
                <a:cs typeface="Calibri" panose="020F0502020204030204"/>
              </a:rPr>
              <a:t>1.5</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67755" y="0"/>
            <a:ext cx="749808" cy="630936"/>
          </a:xfrm>
          <a:prstGeom prst="rect">
            <a:avLst/>
          </a:prstGeom>
        </p:spPr>
      </p:pic>
    </p:spTree>
  </p:cSld>
  <p:clrMapOvr>
    <a:masterClrMapping/>
  </p:clrMapOvr>
  <p:timing>
    <p:tnLst>
      <p:par>
        <p:cTn id="1" dur="indefinite" restart="never" nodeType="tmRoot"/>
      </p:par>
    </p:tnLst>
  </p:timing>
</p:sld>
</file>

<file path=ppt/slides/slide1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3141" y="394112"/>
            <a:ext cx="8057718" cy="1244600"/>
          </a:xfrm>
          <a:prstGeom prst="rect">
            <a:avLst/>
          </a:prstGeom>
        </p:spPr>
        <p:txBody>
          <a:bodyPr vert="horz" wrap="square" lIns="0" tIns="283083" rIns="0" bIns="0" rtlCol="0">
            <a:spAutoFit/>
          </a:bodyPr>
          <a:lstStyle/>
          <a:p>
            <a:pPr marL="1347470">
              <a:lnSpc>
                <a:spcPct val="100000"/>
              </a:lnSpc>
              <a:spcBef>
                <a:spcPts val="105"/>
              </a:spcBef>
            </a:pPr>
            <a:r>
              <a:rPr dirty="0"/>
              <a:t>Kafka</a:t>
            </a:r>
            <a:r>
              <a:rPr spc="-175" dirty="0"/>
              <a:t> </a:t>
            </a:r>
            <a:r>
              <a:rPr dirty="0"/>
              <a:t>Direct</a:t>
            </a:r>
            <a:r>
              <a:rPr spc="-170" dirty="0"/>
              <a:t> </a:t>
            </a:r>
            <a:r>
              <a:rPr spc="-10" dirty="0"/>
              <a:t>Integration</a:t>
            </a:r>
          </a:p>
        </p:txBody>
      </p:sp>
      <p:sp>
        <p:nvSpPr>
          <p:cNvPr id="3" name="object 3"/>
          <p:cNvSpPr txBox="1"/>
          <p:nvPr/>
        </p:nvSpPr>
        <p:spPr>
          <a:xfrm>
            <a:off x="840739" y="1493011"/>
            <a:ext cx="6699250" cy="1865630"/>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a:t>
            </a:r>
            <a:r>
              <a:rPr sz="1800" spc="-25" dirty="0">
                <a:latin typeface="Calibri" panose="020F0502020204030204"/>
                <a:cs typeface="Calibri" panose="020F0502020204030204"/>
              </a:rPr>
              <a:t> </a:t>
            </a:r>
            <a:r>
              <a:rPr sz="2400" b="1" dirty="0">
                <a:latin typeface="Calibri" panose="020F0502020204030204"/>
                <a:cs typeface="Calibri" panose="020F0502020204030204"/>
              </a:rPr>
              <a:t>Direct</a:t>
            </a:r>
            <a:r>
              <a:rPr sz="2400" b="1" spc="-45" dirty="0">
                <a:latin typeface="Calibri" panose="020F0502020204030204"/>
                <a:cs typeface="Calibri" panose="020F0502020204030204"/>
              </a:rPr>
              <a:t> </a:t>
            </a:r>
            <a:r>
              <a:rPr sz="2400" b="1" dirty="0">
                <a:latin typeface="Calibri" panose="020F0502020204030204"/>
                <a:cs typeface="Calibri" panose="020F0502020204030204"/>
              </a:rPr>
              <a:t>(also</a:t>
            </a:r>
            <a:r>
              <a:rPr sz="2400" b="1" spc="-35" dirty="0">
                <a:latin typeface="Calibri" panose="020F0502020204030204"/>
                <a:cs typeface="Calibri" panose="020F0502020204030204"/>
              </a:rPr>
              <a:t> </a:t>
            </a:r>
            <a:r>
              <a:rPr sz="2400" b="1" dirty="0">
                <a:latin typeface="Calibri" panose="020F0502020204030204"/>
                <a:cs typeface="Calibri" panose="020F0502020204030204"/>
              </a:rPr>
              <a:t>called</a:t>
            </a:r>
            <a:r>
              <a:rPr sz="2400" b="1" spc="-65" dirty="0">
                <a:latin typeface="Calibri" panose="020F0502020204030204"/>
                <a:cs typeface="Calibri" panose="020F0502020204030204"/>
              </a:rPr>
              <a:t> </a:t>
            </a:r>
            <a:r>
              <a:rPr sz="2400" b="1" i="1" spc="-10" dirty="0">
                <a:latin typeface="Calibri" panose="020F0502020204030204"/>
                <a:cs typeface="Calibri" panose="020F0502020204030204"/>
              </a:rPr>
              <a:t>receiverless</a:t>
            </a:r>
            <a:r>
              <a:rPr sz="2400" b="1" spc="-10" dirty="0">
                <a:latin typeface="Calibri" panose="020F0502020204030204"/>
                <a:cs typeface="Calibri" panose="020F0502020204030204"/>
              </a:rPr>
              <a:t>)</a:t>
            </a:r>
            <a:endParaRPr sz="2400">
              <a:latin typeface="Calibri" panose="020F0502020204030204"/>
              <a:cs typeface="Calibri" panose="020F0502020204030204"/>
            </a:endParaRPr>
          </a:p>
          <a:p>
            <a:pPr>
              <a:lnSpc>
                <a:spcPct val="100000"/>
              </a:lnSpc>
              <a:spcBef>
                <a:spcPts val="30"/>
              </a:spcBef>
            </a:pPr>
            <a:endParaRPr sz="2400">
              <a:latin typeface="Calibri" panose="020F0502020204030204"/>
              <a:cs typeface="Calibri" panose="020F0502020204030204"/>
            </a:endParaRPr>
          </a:p>
          <a:p>
            <a:pPr marL="232410" indent="-219710">
              <a:lnSpc>
                <a:spcPct val="100000"/>
              </a:lnSpc>
              <a:spcBef>
                <a:spcPts val="5"/>
              </a:spcBef>
              <a:buChar char="–"/>
              <a:tabLst>
                <a:tab pos="232410" algn="l"/>
              </a:tabLst>
            </a:pPr>
            <a:r>
              <a:rPr sz="2400" dirty="0">
                <a:latin typeface="Calibri" panose="020F0502020204030204"/>
                <a:cs typeface="Calibri" panose="020F0502020204030204"/>
              </a:rPr>
              <a:t>Consumes</a:t>
            </a:r>
            <a:r>
              <a:rPr sz="2400" spc="-45" dirty="0">
                <a:latin typeface="Calibri" panose="020F0502020204030204"/>
                <a:cs typeface="Calibri" panose="020F0502020204030204"/>
              </a:rPr>
              <a:t> </a:t>
            </a:r>
            <a:r>
              <a:rPr sz="2400" dirty="0">
                <a:latin typeface="Calibri" panose="020F0502020204030204"/>
                <a:cs typeface="Calibri" panose="020F0502020204030204"/>
              </a:rPr>
              <a:t>messages</a:t>
            </a:r>
            <a:r>
              <a:rPr sz="2400" spc="-30" dirty="0">
                <a:latin typeface="Calibri" panose="020F0502020204030204"/>
                <a:cs typeface="Calibri" panose="020F0502020204030204"/>
              </a:rPr>
              <a:t> </a:t>
            </a:r>
            <a:r>
              <a:rPr sz="2400" dirty="0">
                <a:latin typeface="Calibri" panose="020F0502020204030204"/>
                <a:cs typeface="Calibri" panose="020F0502020204030204"/>
              </a:rPr>
              <a:t>in</a:t>
            </a:r>
            <a:r>
              <a:rPr sz="2400" spc="-45" dirty="0">
                <a:latin typeface="Calibri" panose="020F0502020204030204"/>
                <a:cs typeface="Calibri" panose="020F0502020204030204"/>
              </a:rPr>
              <a:t> </a:t>
            </a:r>
            <a:r>
              <a:rPr sz="2400" spc="-10" dirty="0">
                <a:latin typeface="Calibri" panose="020F0502020204030204"/>
                <a:cs typeface="Calibri" panose="020F0502020204030204"/>
              </a:rPr>
              <a:t>parallel</a:t>
            </a:r>
            <a:endParaRPr sz="2400">
              <a:latin typeface="Calibri" panose="020F0502020204030204"/>
              <a:cs typeface="Calibri" panose="020F0502020204030204"/>
            </a:endParaRPr>
          </a:p>
          <a:p>
            <a:pPr marL="232410" indent="-219710">
              <a:lnSpc>
                <a:spcPct val="100000"/>
              </a:lnSpc>
              <a:buChar char="–"/>
              <a:tabLst>
                <a:tab pos="232410" algn="l"/>
              </a:tabLst>
            </a:pPr>
            <a:r>
              <a:rPr sz="2400" dirty="0">
                <a:latin typeface="Calibri" panose="020F0502020204030204"/>
                <a:cs typeface="Calibri" panose="020F0502020204030204"/>
              </a:rPr>
              <a:t>Automatically</a:t>
            </a:r>
            <a:r>
              <a:rPr sz="2400" spc="-65" dirty="0">
                <a:latin typeface="Calibri" panose="020F0502020204030204"/>
                <a:cs typeface="Calibri" panose="020F0502020204030204"/>
              </a:rPr>
              <a:t> </a:t>
            </a:r>
            <a:r>
              <a:rPr sz="2400" dirty="0">
                <a:latin typeface="Calibri" panose="020F0502020204030204"/>
                <a:cs typeface="Calibri" panose="020F0502020204030204"/>
              </a:rPr>
              <a:t>assigns</a:t>
            </a:r>
            <a:r>
              <a:rPr sz="2400" spc="-30" dirty="0">
                <a:latin typeface="Calibri" panose="020F0502020204030204"/>
                <a:cs typeface="Calibri" panose="020F0502020204030204"/>
              </a:rPr>
              <a:t> </a:t>
            </a:r>
            <a:r>
              <a:rPr sz="2400" dirty="0">
                <a:latin typeface="Calibri" panose="020F0502020204030204"/>
                <a:cs typeface="Calibri" panose="020F0502020204030204"/>
              </a:rPr>
              <a:t>each</a:t>
            </a:r>
            <a:r>
              <a:rPr sz="2400" spc="-50" dirty="0">
                <a:latin typeface="Calibri" panose="020F0502020204030204"/>
                <a:cs typeface="Calibri" panose="020F0502020204030204"/>
              </a:rPr>
              <a:t> </a:t>
            </a:r>
            <a:r>
              <a:rPr sz="2400" dirty="0">
                <a:latin typeface="Calibri" panose="020F0502020204030204"/>
                <a:cs typeface="Calibri" panose="020F0502020204030204"/>
              </a:rPr>
              <a:t>topic</a:t>
            </a:r>
            <a:r>
              <a:rPr sz="2400" spc="-45" dirty="0">
                <a:latin typeface="Calibri" panose="020F0502020204030204"/>
                <a:cs typeface="Calibri" panose="020F0502020204030204"/>
              </a:rPr>
              <a:t> </a:t>
            </a:r>
            <a:r>
              <a:rPr sz="2400" dirty="0">
                <a:latin typeface="Calibri" panose="020F0502020204030204"/>
                <a:cs typeface="Calibri" panose="020F0502020204030204"/>
              </a:rPr>
              <a:t>partition</a:t>
            </a:r>
            <a:r>
              <a:rPr sz="2400" spc="-50" dirty="0">
                <a:latin typeface="Calibri" panose="020F0502020204030204"/>
                <a:cs typeface="Calibri" panose="020F0502020204030204"/>
              </a:rPr>
              <a:t> </a:t>
            </a:r>
            <a:r>
              <a:rPr sz="2400" dirty="0">
                <a:latin typeface="Calibri" panose="020F0502020204030204"/>
                <a:cs typeface="Calibri" panose="020F0502020204030204"/>
              </a:rPr>
              <a:t>to</a:t>
            </a:r>
            <a:r>
              <a:rPr sz="2400" spc="-35" dirty="0">
                <a:latin typeface="Calibri" panose="020F0502020204030204"/>
                <a:cs typeface="Calibri" panose="020F0502020204030204"/>
              </a:rPr>
              <a:t> </a:t>
            </a:r>
            <a:r>
              <a:rPr sz="2400" dirty="0">
                <a:latin typeface="Calibri" panose="020F0502020204030204"/>
                <a:cs typeface="Calibri" panose="020F0502020204030204"/>
              </a:rPr>
              <a:t>an</a:t>
            </a:r>
            <a:r>
              <a:rPr sz="2400" spc="-40" dirty="0">
                <a:latin typeface="Calibri" panose="020F0502020204030204"/>
                <a:cs typeface="Calibri" panose="020F0502020204030204"/>
              </a:rPr>
              <a:t> </a:t>
            </a:r>
            <a:r>
              <a:rPr sz="2400" spc="-25" dirty="0">
                <a:latin typeface="Calibri" panose="020F0502020204030204"/>
                <a:cs typeface="Calibri" panose="020F0502020204030204"/>
              </a:rPr>
              <a:t>RDD</a:t>
            </a:r>
            <a:endParaRPr sz="2400">
              <a:latin typeface="Calibri" panose="020F0502020204030204"/>
              <a:cs typeface="Calibri" panose="020F0502020204030204"/>
            </a:endParaRPr>
          </a:p>
          <a:p>
            <a:pPr marL="12700">
              <a:lnSpc>
                <a:spcPct val="100000"/>
              </a:lnSpc>
            </a:pPr>
            <a:r>
              <a:rPr sz="2400" spc="-10" dirty="0">
                <a:latin typeface="Calibri" panose="020F0502020204030204"/>
                <a:cs typeface="Calibri" panose="020F0502020204030204"/>
              </a:rPr>
              <a:t>partition</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2387245" y="3208810"/>
            <a:ext cx="5495650" cy="3255078"/>
          </a:xfrm>
          <a:prstGeom prst="rect">
            <a:avLst/>
          </a:prstGeom>
        </p:spPr>
      </p:pic>
      <p:pic>
        <p:nvPicPr>
          <p:cNvPr id="5" name="Picture 4" descr="wingspan_logo.png"/>
          <p:cNvPicPr>
            <a:picLocks noChangeAspect="1"/>
          </p:cNvPicPr>
          <p:nvPr/>
        </p:nvPicPr>
        <p:blipFill>
          <a:blip r:embed="rId3"/>
          <a:stretch>
            <a:fillRect/>
          </a:stretch>
        </p:blipFill>
        <p:spPr>
          <a:xfrm>
            <a:off x="8458200" y="0"/>
            <a:ext cx="749808" cy="630936"/>
          </a:xfrm>
          <a:prstGeom prst="rect">
            <a:avLst/>
          </a:prstGeom>
        </p:spPr>
      </p:pic>
    </p:spTree>
  </p:cSld>
  <p:clrMapOvr>
    <a:masterClrMapping/>
  </p:clrMapOvr>
  <p:timing>
    <p:tnLst>
      <p:par>
        <p:cTn id="1" dur="indefinite" restart="never" nodeType="tmRoot"/>
      </p:par>
    </p:tnLst>
  </p:timing>
</p:sld>
</file>

<file path=ppt/slides/slide1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602609" y="471291"/>
            <a:ext cx="8057718" cy="1244600"/>
          </a:xfrm>
          <a:prstGeom prst="rect">
            <a:avLst/>
          </a:prstGeom>
        </p:spPr>
        <p:txBody>
          <a:bodyPr vert="horz" wrap="square" lIns="0" tIns="316864" rIns="0" bIns="0" rtlCol="0">
            <a:spAutoFit/>
          </a:bodyPr>
          <a:lstStyle/>
          <a:p>
            <a:pPr marL="19685">
              <a:lnSpc>
                <a:spcPct val="100000"/>
              </a:lnSpc>
              <a:spcBef>
                <a:spcPts val="95"/>
              </a:spcBef>
            </a:pPr>
            <a:r>
              <a:rPr sz="4000" dirty="0"/>
              <a:t>Scala</a:t>
            </a:r>
            <a:r>
              <a:rPr sz="4000" spc="-135" dirty="0"/>
              <a:t> </a:t>
            </a:r>
            <a:r>
              <a:rPr sz="4000" spc="-10" dirty="0"/>
              <a:t>Example:</a:t>
            </a:r>
            <a:r>
              <a:rPr sz="4000" spc="-120" dirty="0"/>
              <a:t> </a:t>
            </a:r>
            <a:r>
              <a:rPr sz="4000" dirty="0"/>
              <a:t>Direct</a:t>
            </a:r>
            <a:r>
              <a:rPr sz="4000" spc="-114" dirty="0"/>
              <a:t> </a:t>
            </a:r>
            <a:r>
              <a:rPr sz="4000" dirty="0"/>
              <a:t>Kafka</a:t>
            </a:r>
            <a:r>
              <a:rPr sz="4000" spc="-120" dirty="0"/>
              <a:t> </a:t>
            </a:r>
            <a:r>
              <a:rPr sz="4000" spc="-10" dirty="0"/>
              <a:t>Integration</a:t>
            </a:r>
            <a:endParaRPr sz="4000" dirty="0"/>
          </a:p>
        </p:txBody>
      </p:sp>
      <p:pic>
        <p:nvPicPr>
          <p:cNvPr id="3" name="object 3"/>
          <p:cNvPicPr/>
          <p:nvPr/>
        </p:nvPicPr>
        <p:blipFill>
          <a:blip r:embed="rId2" cstate="print"/>
          <a:stretch>
            <a:fillRect/>
          </a:stretch>
        </p:blipFill>
        <p:spPr>
          <a:xfrm>
            <a:off x="590726" y="1438382"/>
            <a:ext cx="7955981" cy="4762392"/>
          </a:xfrm>
          <a:prstGeom prst="rect">
            <a:avLst/>
          </a:prstGeom>
        </p:spPr>
      </p:pic>
      <p:pic>
        <p:nvPicPr>
          <p:cNvPr id="4" name="Picture 3" descr="wingspan_logo.png"/>
          <p:cNvPicPr>
            <a:picLocks noChangeAspect="1"/>
          </p:cNvPicPr>
          <p:nvPr/>
        </p:nvPicPr>
        <p:blipFill>
          <a:blip r:embed="rId3"/>
          <a:stretch>
            <a:fillRect/>
          </a:stretch>
        </p:blipFill>
        <p:spPr>
          <a:xfrm>
            <a:off x="8414408" y="-21771"/>
            <a:ext cx="749808" cy="630936"/>
          </a:xfrm>
          <a:prstGeom prst="rect">
            <a:avLst/>
          </a:prstGeom>
        </p:spPr>
      </p:pic>
    </p:spTree>
  </p:cSld>
  <p:clrMapOvr>
    <a:masterClrMapping/>
  </p:clrMapOvr>
  <p:timing>
    <p:tnLst>
      <p:par>
        <p:cTn id="1" dur="indefinite" restart="never" nodeType="tmRoot"/>
      </p:par>
    </p:tnLst>
  </p:timing>
</p:sld>
</file>

<file path=ppt/slides/slide1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p:nvPr>
        </p:nvSpPr>
        <p:spPr>
          <a:xfrm>
            <a:off x="458976" y="471291"/>
            <a:ext cx="8057718" cy="1244600"/>
          </a:xfrm>
          <a:prstGeom prst="rect">
            <a:avLst/>
          </a:prstGeom>
        </p:spPr>
        <p:txBody>
          <a:bodyPr vert="horz" wrap="square" lIns="0" tIns="316864" rIns="0" bIns="0" rtlCol="0">
            <a:spAutoFit/>
          </a:bodyPr>
          <a:lstStyle/>
          <a:p>
            <a:pPr marL="19685">
              <a:lnSpc>
                <a:spcPct val="100000"/>
              </a:lnSpc>
              <a:spcBef>
                <a:spcPts val="95"/>
              </a:spcBef>
            </a:pPr>
            <a:r>
              <a:rPr sz="4000" dirty="0"/>
              <a:t>Scala</a:t>
            </a:r>
            <a:r>
              <a:rPr sz="4000" spc="-135" dirty="0"/>
              <a:t> </a:t>
            </a:r>
            <a:r>
              <a:rPr sz="4000" spc="-10" dirty="0"/>
              <a:t>Example:</a:t>
            </a:r>
            <a:r>
              <a:rPr sz="4000" spc="-120" dirty="0"/>
              <a:t> </a:t>
            </a:r>
            <a:r>
              <a:rPr sz="4000" dirty="0"/>
              <a:t>Direct</a:t>
            </a:r>
            <a:r>
              <a:rPr sz="4000" spc="-114" dirty="0"/>
              <a:t> </a:t>
            </a:r>
            <a:r>
              <a:rPr sz="4000" dirty="0"/>
              <a:t>Kafka</a:t>
            </a:r>
            <a:r>
              <a:rPr sz="4000" spc="-120" dirty="0"/>
              <a:t> </a:t>
            </a:r>
            <a:r>
              <a:rPr sz="4000" spc="-10" dirty="0"/>
              <a:t>Integration</a:t>
            </a:r>
            <a:endParaRPr sz="4000" dirty="0"/>
          </a:p>
        </p:txBody>
      </p:sp>
      <p:pic>
        <p:nvPicPr>
          <p:cNvPr id="3" name="object 3"/>
          <p:cNvPicPr/>
          <p:nvPr/>
        </p:nvPicPr>
        <p:blipFill>
          <a:blip r:embed="rId2" cstate="print"/>
          <a:stretch>
            <a:fillRect/>
          </a:stretch>
        </p:blipFill>
        <p:spPr>
          <a:xfrm>
            <a:off x="943914" y="1511228"/>
            <a:ext cx="7558603" cy="4556302"/>
          </a:xfrm>
          <a:prstGeom prst="rect">
            <a:avLst/>
          </a:prstGeom>
        </p:spPr>
      </p:pic>
      <p:pic>
        <p:nvPicPr>
          <p:cNvPr id="4" name="Picture 3" descr="wingspan_logo.png"/>
          <p:cNvPicPr>
            <a:picLocks noChangeAspect="1"/>
          </p:cNvPicPr>
          <p:nvPr/>
        </p:nvPicPr>
        <p:blipFill>
          <a:blip r:embed="rId3"/>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474142" y="471291"/>
            <a:ext cx="8057718" cy="1244600"/>
          </a:xfrm>
          <a:prstGeom prst="rect">
            <a:avLst/>
          </a:prstGeom>
        </p:spPr>
        <p:txBody>
          <a:bodyPr vert="horz" wrap="square" lIns="0" tIns="316864" rIns="0" bIns="0" rtlCol="0">
            <a:spAutoFit/>
          </a:bodyPr>
          <a:lstStyle/>
          <a:p>
            <a:pPr marL="1835150">
              <a:lnSpc>
                <a:spcPct val="100000"/>
              </a:lnSpc>
              <a:spcBef>
                <a:spcPts val="95"/>
              </a:spcBef>
            </a:pPr>
            <a:r>
              <a:rPr sz="4000" dirty="0"/>
              <a:t>Accumulator</a:t>
            </a:r>
            <a:r>
              <a:rPr sz="4000" spc="-100" dirty="0"/>
              <a:t> </a:t>
            </a:r>
            <a:r>
              <a:rPr sz="4000" spc="-10" dirty="0"/>
              <a:t>variable</a:t>
            </a:r>
            <a:endParaRPr sz="4000" dirty="0"/>
          </a:p>
        </p:txBody>
      </p:sp>
      <p:sp>
        <p:nvSpPr>
          <p:cNvPr id="3" name="object 3"/>
          <p:cNvSpPr txBox="1"/>
          <p:nvPr/>
        </p:nvSpPr>
        <p:spPr>
          <a:xfrm>
            <a:off x="612140" y="1461261"/>
            <a:ext cx="7192009" cy="4415790"/>
          </a:xfrm>
          <a:prstGeom prst="rect">
            <a:avLst/>
          </a:prstGeom>
        </p:spPr>
        <p:txBody>
          <a:bodyPr vert="horz" wrap="square" lIns="0" tIns="17780" rIns="0" bIns="0" rtlCol="0">
            <a:spAutoFit/>
          </a:bodyPr>
          <a:lstStyle/>
          <a:p>
            <a:pPr marL="355600" marR="5080" indent="-342900">
              <a:lnSpc>
                <a:spcPct val="99000"/>
              </a:lnSpc>
              <a:spcBef>
                <a:spcPts val="140"/>
              </a:spcBef>
              <a:buFont typeface="Arial" panose="020B0604020202020204"/>
              <a:buChar char="•"/>
              <a:tabLst>
                <a:tab pos="355600" algn="l"/>
              </a:tabLst>
            </a:pPr>
            <a:r>
              <a:rPr sz="2400" spc="-10" dirty="0">
                <a:latin typeface="Calibri" panose="020F0502020204030204"/>
                <a:cs typeface="Calibri" panose="020F0502020204030204"/>
              </a:rPr>
              <a:t>Accumulators</a:t>
            </a:r>
            <a:r>
              <a:rPr sz="2400" spc="-90" dirty="0">
                <a:latin typeface="Calibri" panose="020F0502020204030204"/>
                <a:cs typeface="Calibri" panose="020F0502020204030204"/>
              </a:rPr>
              <a:t> </a:t>
            </a:r>
            <a:r>
              <a:rPr sz="2400" dirty="0">
                <a:latin typeface="Calibri" panose="020F0502020204030204"/>
                <a:cs typeface="Calibri" panose="020F0502020204030204"/>
              </a:rPr>
              <a:t>are</a:t>
            </a:r>
            <a:r>
              <a:rPr sz="2400" spc="-45" dirty="0">
                <a:latin typeface="Calibri" panose="020F0502020204030204"/>
                <a:cs typeface="Calibri" panose="020F0502020204030204"/>
              </a:rPr>
              <a:t> </a:t>
            </a:r>
            <a:r>
              <a:rPr sz="2400" spc="-10" dirty="0">
                <a:latin typeface="Calibri" panose="020F0502020204030204"/>
                <a:cs typeface="Calibri" panose="020F0502020204030204"/>
              </a:rPr>
              <a:t>variables</a:t>
            </a:r>
            <a:r>
              <a:rPr sz="2400" spc="-50" dirty="0">
                <a:latin typeface="Calibri" panose="020F0502020204030204"/>
                <a:cs typeface="Calibri" panose="020F0502020204030204"/>
              </a:rPr>
              <a:t> </a:t>
            </a:r>
            <a:r>
              <a:rPr sz="2400" dirty="0">
                <a:latin typeface="Calibri" panose="020F0502020204030204"/>
                <a:cs typeface="Calibri" panose="020F0502020204030204"/>
              </a:rPr>
              <a:t>that</a:t>
            </a:r>
            <a:r>
              <a:rPr sz="2400" spc="-60" dirty="0">
                <a:latin typeface="Calibri" panose="020F0502020204030204"/>
                <a:cs typeface="Calibri" panose="020F0502020204030204"/>
              </a:rPr>
              <a:t> </a:t>
            </a:r>
            <a:r>
              <a:rPr sz="2400" dirty="0">
                <a:latin typeface="Calibri" panose="020F0502020204030204"/>
                <a:cs typeface="Calibri" panose="020F0502020204030204"/>
              </a:rPr>
              <a:t>are</a:t>
            </a:r>
            <a:r>
              <a:rPr sz="2400" spc="-45" dirty="0">
                <a:latin typeface="Calibri" panose="020F0502020204030204"/>
                <a:cs typeface="Calibri" panose="020F0502020204030204"/>
              </a:rPr>
              <a:t> </a:t>
            </a:r>
            <a:r>
              <a:rPr sz="2400" dirty="0">
                <a:latin typeface="Calibri" panose="020F0502020204030204"/>
                <a:cs typeface="Calibri" panose="020F0502020204030204"/>
              </a:rPr>
              <a:t>only</a:t>
            </a:r>
            <a:r>
              <a:rPr sz="2400" spc="-45" dirty="0">
                <a:latin typeface="Calibri" panose="020F0502020204030204"/>
                <a:cs typeface="Calibri" panose="020F0502020204030204"/>
              </a:rPr>
              <a:t> </a:t>
            </a:r>
            <a:r>
              <a:rPr sz="2400" dirty="0">
                <a:latin typeface="Calibri" panose="020F0502020204030204"/>
                <a:cs typeface="Calibri" panose="020F0502020204030204"/>
              </a:rPr>
              <a:t>“added”</a:t>
            </a:r>
            <a:r>
              <a:rPr sz="2400" spc="-55" dirty="0">
                <a:latin typeface="Calibri" panose="020F0502020204030204"/>
                <a:cs typeface="Calibri" panose="020F0502020204030204"/>
              </a:rPr>
              <a:t> </a:t>
            </a:r>
            <a:r>
              <a:rPr sz="2400" spc="-25" dirty="0">
                <a:latin typeface="Calibri" panose="020F0502020204030204"/>
                <a:cs typeface="Calibri" panose="020F0502020204030204"/>
              </a:rPr>
              <a:t>to </a:t>
            </a:r>
            <a:r>
              <a:rPr sz="2400" dirty="0">
                <a:latin typeface="Calibri" panose="020F0502020204030204"/>
                <a:cs typeface="Calibri" panose="020F0502020204030204"/>
              </a:rPr>
              <a:t>through</a:t>
            </a:r>
            <a:r>
              <a:rPr sz="2400" spc="-55" dirty="0">
                <a:latin typeface="Calibri" panose="020F0502020204030204"/>
                <a:cs typeface="Calibri" panose="020F0502020204030204"/>
              </a:rPr>
              <a:t> </a:t>
            </a:r>
            <a:r>
              <a:rPr sz="2400" dirty="0">
                <a:latin typeface="Calibri" panose="020F0502020204030204"/>
                <a:cs typeface="Calibri" panose="020F0502020204030204"/>
              </a:rPr>
              <a:t>an</a:t>
            </a:r>
            <a:r>
              <a:rPr sz="2400" spc="-55" dirty="0">
                <a:latin typeface="Calibri" panose="020F0502020204030204"/>
                <a:cs typeface="Calibri" panose="020F0502020204030204"/>
              </a:rPr>
              <a:t> </a:t>
            </a:r>
            <a:r>
              <a:rPr sz="2400" dirty="0">
                <a:latin typeface="Calibri" panose="020F0502020204030204"/>
                <a:cs typeface="Calibri" panose="020F0502020204030204"/>
              </a:rPr>
              <a:t>associative</a:t>
            </a:r>
            <a:r>
              <a:rPr sz="2400" spc="-40" dirty="0">
                <a:latin typeface="Calibri" panose="020F0502020204030204"/>
                <a:cs typeface="Calibri" panose="020F0502020204030204"/>
              </a:rPr>
              <a:t> </a:t>
            </a:r>
            <a:r>
              <a:rPr sz="2400" dirty="0">
                <a:latin typeface="Calibri" panose="020F0502020204030204"/>
                <a:cs typeface="Calibri" panose="020F0502020204030204"/>
              </a:rPr>
              <a:t>and</a:t>
            </a:r>
            <a:r>
              <a:rPr sz="2400" spc="-45" dirty="0">
                <a:latin typeface="Calibri" panose="020F0502020204030204"/>
                <a:cs typeface="Calibri" panose="020F0502020204030204"/>
              </a:rPr>
              <a:t> </a:t>
            </a:r>
            <a:r>
              <a:rPr sz="2400" spc="-10" dirty="0">
                <a:latin typeface="Calibri" panose="020F0502020204030204"/>
                <a:cs typeface="Calibri" panose="020F0502020204030204"/>
              </a:rPr>
              <a:t>commutative</a:t>
            </a:r>
            <a:r>
              <a:rPr sz="2400" spc="-65" dirty="0">
                <a:latin typeface="Calibri" panose="020F0502020204030204"/>
                <a:cs typeface="Calibri" panose="020F0502020204030204"/>
              </a:rPr>
              <a:t> </a:t>
            </a:r>
            <a:r>
              <a:rPr sz="2400" spc="-10" dirty="0">
                <a:latin typeface="Calibri" panose="020F0502020204030204"/>
                <a:cs typeface="Calibri" panose="020F0502020204030204"/>
              </a:rPr>
              <a:t>operation</a:t>
            </a:r>
            <a:r>
              <a:rPr sz="2400" spc="-45" dirty="0">
                <a:latin typeface="Calibri" panose="020F0502020204030204"/>
                <a:cs typeface="Calibri" panose="020F0502020204030204"/>
              </a:rPr>
              <a:t> </a:t>
            </a:r>
            <a:r>
              <a:rPr sz="2400" spc="-25" dirty="0">
                <a:latin typeface="Calibri" panose="020F0502020204030204"/>
                <a:cs typeface="Calibri" panose="020F0502020204030204"/>
              </a:rPr>
              <a:t>and </a:t>
            </a:r>
            <a:r>
              <a:rPr sz="2400" dirty="0">
                <a:latin typeface="Calibri" panose="020F0502020204030204"/>
                <a:cs typeface="Calibri" panose="020F0502020204030204"/>
              </a:rPr>
              <a:t>can</a:t>
            </a:r>
            <a:r>
              <a:rPr sz="2400" spc="-60" dirty="0">
                <a:latin typeface="Calibri" panose="020F0502020204030204"/>
                <a:cs typeface="Calibri" panose="020F0502020204030204"/>
              </a:rPr>
              <a:t> </a:t>
            </a:r>
            <a:r>
              <a:rPr sz="2400" spc="-10" dirty="0">
                <a:latin typeface="Calibri" panose="020F0502020204030204"/>
                <a:cs typeface="Calibri" panose="020F0502020204030204"/>
              </a:rPr>
              <a:t>therefore</a:t>
            </a:r>
            <a:r>
              <a:rPr sz="2400" spc="-50" dirty="0">
                <a:latin typeface="Calibri" panose="020F0502020204030204"/>
                <a:cs typeface="Calibri" panose="020F0502020204030204"/>
              </a:rPr>
              <a:t> </a:t>
            </a:r>
            <a:r>
              <a:rPr sz="2400" dirty="0">
                <a:latin typeface="Calibri" panose="020F0502020204030204"/>
                <a:cs typeface="Calibri" panose="020F0502020204030204"/>
              </a:rPr>
              <a:t>be</a:t>
            </a:r>
            <a:r>
              <a:rPr sz="2400" spc="-50" dirty="0">
                <a:latin typeface="Calibri" panose="020F0502020204030204"/>
                <a:cs typeface="Calibri" panose="020F0502020204030204"/>
              </a:rPr>
              <a:t> </a:t>
            </a:r>
            <a:r>
              <a:rPr sz="2400" spc="-10" dirty="0">
                <a:latin typeface="Calibri" panose="020F0502020204030204"/>
                <a:cs typeface="Calibri" panose="020F0502020204030204"/>
              </a:rPr>
              <a:t>efficiently</a:t>
            </a:r>
            <a:r>
              <a:rPr sz="2400" spc="-50" dirty="0">
                <a:latin typeface="Calibri" panose="020F0502020204030204"/>
                <a:cs typeface="Calibri" panose="020F0502020204030204"/>
              </a:rPr>
              <a:t> </a:t>
            </a:r>
            <a:r>
              <a:rPr sz="2400" dirty="0">
                <a:latin typeface="Calibri" panose="020F0502020204030204"/>
                <a:cs typeface="Calibri" panose="020F0502020204030204"/>
              </a:rPr>
              <a:t>supported</a:t>
            </a:r>
            <a:r>
              <a:rPr sz="2400" spc="-55" dirty="0">
                <a:latin typeface="Calibri" panose="020F0502020204030204"/>
                <a:cs typeface="Calibri" panose="020F0502020204030204"/>
              </a:rPr>
              <a:t> </a:t>
            </a:r>
            <a:r>
              <a:rPr sz="2400" dirty="0">
                <a:latin typeface="Calibri" panose="020F0502020204030204"/>
                <a:cs typeface="Calibri" panose="020F0502020204030204"/>
              </a:rPr>
              <a:t>in</a:t>
            </a:r>
            <a:r>
              <a:rPr sz="2400" spc="-60" dirty="0">
                <a:latin typeface="Calibri" panose="020F0502020204030204"/>
                <a:cs typeface="Calibri" panose="020F0502020204030204"/>
              </a:rPr>
              <a:t> </a:t>
            </a:r>
            <a:r>
              <a:rPr sz="2400" spc="-10" dirty="0">
                <a:latin typeface="Calibri" panose="020F0502020204030204"/>
                <a:cs typeface="Calibri" panose="020F0502020204030204"/>
              </a:rPr>
              <a:t>parallel.</a:t>
            </a:r>
            <a:endParaRPr sz="2400">
              <a:latin typeface="Calibri" panose="020F0502020204030204"/>
              <a:cs typeface="Calibri" panose="020F0502020204030204"/>
            </a:endParaRPr>
          </a:p>
          <a:p>
            <a:pPr>
              <a:lnSpc>
                <a:spcPct val="100000"/>
              </a:lnSpc>
              <a:spcBef>
                <a:spcPts val="190"/>
              </a:spcBef>
              <a:buFont typeface="Arial" panose="020B0604020202020204"/>
              <a:buChar char="•"/>
            </a:pPr>
            <a:endParaRPr sz="2400">
              <a:latin typeface="Calibri" panose="020F0502020204030204"/>
              <a:cs typeface="Calibri" panose="020F0502020204030204"/>
            </a:endParaRPr>
          </a:p>
          <a:p>
            <a:pPr marL="355600" marR="1007110" indent="-342900">
              <a:lnSpc>
                <a:spcPts val="2800"/>
              </a:lnSpc>
              <a:spcBef>
                <a:spcPts val="5"/>
              </a:spcBef>
              <a:buChar char="•"/>
              <a:tabLst>
                <a:tab pos="355600" algn="l"/>
                <a:tab pos="424180" algn="l"/>
              </a:tabLst>
            </a:pPr>
            <a:r>
              <a:rPr sz="2400" dirty="0">
                <a:latin typeface="Arial" panose="020B0604020202020204"/>
                <a:cs typeface="Arial" panose="020B0604020202020204"/>
              </a:rPr>
              <a:t>	</a:t>
            </a:r>
            <a:r>
              <a:rPr sz="2400" dirty="0">
                <a:latin typeface="Calibri" panose="020F0502020204030204"/>
                <a:cs typeface="Calibri" panose="020F0502020204030204"/>
              </a:rPr>
              <a:t>They</a:t>
            </a:r>
            <a:r>
              <a:rPr sz="2400" spc="-45" dirty="0">
                <a:latin typeface="Calibri" panose="020F0502020204030204"/>
                <a:cs typeface="Calibri" panose="020F0502020204030204"/>
              </a:rPr>
              <a:t> </a:t>
            </a:r>
            <a:r>
              <a:rPr sz="2400" dirty="0">
                <a:latin typeface="Calibri" panose="020F0502020204030204"/>
                <a:cs typeface="Calibri" panose="020F0502020204030204"/>
              </a:rPr>
              <a:t>can</a:t>
            </a:r>
            <a:r>
              <a:rPr sz="2400" spc="-50" dirty="0">
                <a:latin typeface="Calibri" panose="020F0502020204030204"/>
                <a:cs typeface="Calibri" panose="020F0502020204030204"/>
              </a:rPr>
              <a:t> </a:t>
            </a:r>
            <a:r>
              <a:rPr sz="2400" dirty="0">
                <a:latin typeface="Calibri" panose="020F0502020204030204"/>
                <a:cs typeface="Calibri" panose="020F0502020204030204"/>
              </a:rPr>
              <a:t>be</a:t>
            </a:r>
            <a:r>
              <a:rPr sz="2400" spc="-40" dirty="0">
                <a:latin typeface="Calibri" panose="020F0502020204030204"/>
                <a:cs typeface="Calibri" panose="020F0502020204030204"/>
              </a:rPr>
              <a:t> </a:t>
            </a:r>
            <a:r>
              <a:rPr sz="2400" dirty="0">
                <a:latin typeface="Calibri" panose="020F0502020204030204"/>
                <a:cs typeface="Calibri" panose="020F0502020204030204"/>
              </a:rPr>
              <a:t>used</a:t>
            </a:r>
            <a:r>
              <a:rPr sz="2400" spc="-50" dirty="0">
                <a:latin typeface="Calibri" panose="020F0502020204030204"/>
                <a:cs typeface="Calibri" panose="020F0502020204030204"/>
              </a:rPr>
              <a:t> </a:t>
            </a:r>
            <a:r>
              <a:rPr sz="2400" dirty="0">
                <a:latin typeface="Calibri" panose="020F0502020204030204"/>
                <a:cs typeface="Calibri" panose="020F0502020204030204"/>
              </a:rPr>
              <a:t>to</a:t>
            </a:r>
            <a:r>
              <a:rPr sz="2400" spc="-50" dirty="0">
                <a:latin typeface="Calibri" panose="020F0502020204030204"/>
                <a:cs typeface="Calibri" panose="020F0502020204030204"/>
              </a:rPr>
              <a:t> </a:t>
            </a:r>
            <a:r>
              <a:rPr sz="2400" spc="-10" dirty="0">
                <a:latin typeface="Calibri" panose="020F0502020204030204"/>
                <a:cs typeface="Calibri" panose="020F0502020204030204"/>
              </a:rPr>
              <a:t>implement</a:t>
            </a:r>
            <a:r>
              <a:rPr sz="2400" spc="-70" dirty="0">
                <a:latin typeface="Calibri" panose="020F0502020204030204"/>
                <a:cs typeface="Calibri" panose="020F0502020204030204"/>
              </a:rPr>
              <a:t> </a:t>
            </a:r>
            <a:r>
              <a:rPr sz="2400" spc="-10" dirty="0">
                <a:latin typeface="Calibri" panose="020F0502020204030204"/>
                <a:cs typeface="Calibri" panose="020F0502020204030204"/>
              </a:rPr>
              <a:t>counters</a:t>
            </a:r>
            <a:r>
              <a:rPr sz="2400" spc="-60" dirty="0">
                <a:latin typeface="Calibri" panose="020F0502020204030204"/>
                <a:cs typeface="Calibri" panose="020F0502020204030204"/>
              </a:rPr>
              <a:t> </a:t>
            </a:r>
            <a:r>
              <a:rPr sz="2400" dirty="0">
                <a:latin typeface="Calibri" panose="020F0502020204030204"/>
                <a:cs typeface="Calibri" panose="020F0502020204030204"/>
              </a:rPr>
              <a:t>(as</a:t>
            </a:r>
            <a:r>
              <a:rPr sz="2400" spc="-50" dirty="0">
                <a:latin typeface="Calibri" panose="020F0502020204030204"/>
                <a:cs typeface="Calibri" panose="020F0502020204030204"/>
              </a:rPr>
              <a:t> </a:t>
            </a:r>
            <a:r>
              <a:rPr sz="2400" spc="-25" dirty="0">
                <a:latin typeface="Calibri" panose="020F0502020204030204"/>
                <a:cs typeface="Calibri" panose="020F0502020204030204"/>
              </a:rPr>
              <a:t>in </a:t>
            </a:r>
            <a:r>
              <a:rPr sz="2400" dirty="0">
                <a:latin typeface="Calibri" panose="020F0502020204030204"/>
                <a:cs typeface="Calibri" panose="020F0502020204030204"/>
              </a:rPr>
              <a:t>MapReduce)</a:t>
            </a:r>
            <a:r>
              <a:rPr sz="2400" spc="-75" dirty="0">
                <a:latin typeface="Calibri" panose="020F0502020204030204"/>
                <a:cs typeface="Calibri" panose="020F0502020204030204"/>
              </a:rPr>
              <a:t> </a:t>
            </a:r>
            <a:r>
              <a:rPr sz="2400" dirty="0">
                <a:latin typeface="Calibri" panose="020F0502020204030204"/>
                <a:cs typeface="Calibri" panose="020F0502020204030204"/>
              </a:rPr>
              <a:t>or</a:t>
            </a:r>
            <a:r>
              <a:rPr sz="2400" spc="-50" dirty="0">
                <a:latin typeface="Calibri" panose="020F0502020204030204"/>
                <a:cs typeface="Calibri" panose="020F0502020204030204"/>
              </a:rPr>
              <a:t> </a:t>
            </a:r>
            <a:r>
              <a:rPr sz="2400" spc="-20" dirty="0">
                <a:latin typeface="Calibri" panose="020F0502020204030204"/>
                <a:cs typeface="Calibri" panose="020F0502020204030204"/>
              </a:rPr>
              <a:t>sums</a:t>
            </a:r>
            <a:endParaRPr sz="2400">
              <a:latin typeface="Calibri" panose="020F0502020204030204"/>
              <a:cs typeface="Calibri" panose="020F0502020204030204"/>
            </a:endParaRPr>
          </a:p>
          <a:p>
            <a:pPr marL="12700">
              <a:lnSpc>
                <a:spcPct val="100000"/>
              </a:lnSpc>
              <a:spcBef>
                <a:spcPts val="2880"/>
              </a:spcBef>
            </a:pPr>
            <a:r>
              <a:rPr sz="2400" dirty="0">
                <a:latin typeface="Calibri" panose="020F0502020204030204"/>
                <a:cs typeface="Calibri" panose="020F0502020204030204"/>
              </a:rPr>
              <a:t>val</a:t>
            </a:r>
            <a:r>
              <a:rPr sz="2400" spc="-20" dirty="0">
                <a:latin typeface="Calibri" panose="020F0502020204030204"/>
                <a:cs typeface="Calibri" panose="020F0502020204030204"/>
              </a:rPr>
              <a:t> </a:t>
            </a:r>
            <a:r>
              <a:rPr sz="2400" dirty="0">
                <a:latin typeface="Calibri" panose="020F0502020204030204"/>
                <a:cs typeface="Calibri" panose="020F0502020204030204"/>
              </a:rPr>
              <a:t>accum</a:t>
            </a:r>
            <a:r>
              <a:rPr sz="2400" spc="-40" dirty="0">
                <a:latin typeface="Calibri" panose="020F0502020204030204"/>
                <a:cs typeface="Calibri" panose="020F0502020204030204"/>
              </a:rPr>
              <a:t> </a:t>
            </a:r>
            <a:r>
              <a:rPr sz="2400" dirty="0">
                <a:latin typeface="Calibri" panose="020F0502020204030204"/>
                <a:cs typeface="Calibri" panose="020F0502020204030204"/>
              </a:rPr>
              <a:t>=</a:t>
            </a:r>
            <a:r>
              <a:rPr sz="2400" spc="-20" dirty="0">
                <a:latin typeface="Calibri" panose="020F0502020204030204"/>
                <a:cs typeface="Calibri" panose="020F0502020204030204"/>
              </a:rPr>
              <a:t> </a:t>
            </a:r>
            <a:r>
              <a:rPr sz="2400" spc="-10" dirty="0">
                <a:latin typeface="Calibri" panose="020F0502020204030204"/>
                <a:cs typeface="Calibri" panose="020F0502020204030204"/>
              </a:rPr>
              <a:t>sc.accumulator(0)</a:t>
            </a:r>
            <a:endParaRPr sz="2400">
              <a:latin typeface="Calibri" panose="020F0502020204030204"/>
              <a:cs typeface="Calibri" panose="020F0502020204030204"/>
            </a:endParaRPr>
          </a:p>
          <a:p>
            <a:pPr marL="12700">
              <a:lnSpc>
                <a:spcPct val="100000"/>
              </a:lnSpc>
              <a:spcBef>
                <a:spcPts val="2885"/>
              </a:spcBef>
            </a:pPr>
            <a:r>
              <a:rPr sz="2400" spc="-10" dirty="0">
                <a:latin typeface="Calibri" panose="020F0502020204030204"/>
                <a:cs typeface="Calibri" panose="020F0502020204030204"/>
              </a:rPr>
              <a:t>sc.parallelize(Array(1,</a:t>
            </a:r>
            <a:r>
              <a:rPr sz="2400" spc="-60" dirty="0">
                <a:latin typeface="Calibri" panose="020F0502020204030204"/>
                <a:cs typeface="Calibri" panose="020F0502020204030204"/>
              </a:rPr>
              <a:t> </a:t>
            </a:r>
            <a:r>
              <a:rPr sz="2400" dirty="0">
                <a:latin typeface="Calibri" panose="020F0502020204030204"/>
                <a:cs typeface="Calibri" panose="020F0502020204030204"/>
              </a:rPr>
              <a:t>2,</a:t>
            </a:r>
            <a:r>
              <a:rPr sz="2400" spc="-50" dirty="0">
                <a:latin typeface="Calibri" panose="020F0502020204030204"/>
                <a:cs typeface="Calibri" panose="020F0502020204030204"/>
              </a:rPr>
              <a:t> </a:t>
            </a:r>
            <a:r>
              <a:rPr sz="2400" dirty="0">
                <a:latin typeface="Calibri" panose="020F0502020204030204"/>
                <a:cs typeface="Calibri" panose="020F0502020204030204"/>
              </a:rPr>
              <a:t>3,</a:t>
            </a:r>
            <a:r>
              <a:rPr sz="2400" spc="-30" dirty="0">
                <a:latin typeface="Calibri" panose="020F0502020204030204"/>
                <a:cs typeface="Calibri" panose="020F0502020204030204"/>
              </a:rPr>
              <a:t> </a:t>
            </a:r>
            <a:r>
              <a:rPr sz="2400" spc="-10" dirty="0">
                <a:latin typeface="Calibri" panose="020F0502020204030204"/>
                <a:cs typeface="Calibri" panose="020F0502020204030204"/>
              </a:rPr>
              <a:t>4)).foreach(x</a:t>
            </a:r>
            <a:r>
              <a:rPr sz="2400" spc="-45" dirty="0">
                <a:latin typeface="Calibri" panose="020F0502020204030204"/>
                <a:cs typeface="Calibri" panose="020F0502020204030204"/>
              </a:rPr>
              <a:t> </a:t>
            </a:r>
            <a:r>
              <a:rPr sz="2400" dirty="0">
                <a:latin typeface="Calibri" panose="020F0502020204030204"/>
                <a:cs typeface="Calibri" panose="020F0502020204030204"/>
              </a:rPr>
              <a:t>=&gt;</a:t>
            </a:r>
            <a:r>
              <a:rPr sz="2400" spc="-15" dirty="0">
                <a:latin typeface="Calibri" panose="020F0502020204030204"/>
                <a:cs typeface="Calibri" panose="020F0502020204030204"/>
              </a:rPr>
              <a:t> </a:t>
            </a:r>
            <a:r>
              <a:rPr sz="2400" dirty="0">
                <a:latin typeface="Calibri" panose="020F0502020204030204"/>
                <a:cs typeface="Calibri" panose="020F0502020204030204"/>
              </a:rPr>
              <a:t>accum</a:t>
            </a:r>
            <a:r>
              <a:rPr sz="2400" spc="-45" dirty="0">
                <a:latin typeface="Calibri" panose="020F0502020204030204"/>
                <a:cs typeface="Calibri" panose="020F0502020204030204"/>
              </a:rPr>
              <a:t> </a:t>
            </a:r>
            <a:r>
              <a:rPr sz="2400" dirty="0">
                <a:latin typeface="Calibri" panose="020F0502020204030204"/>
                <a:cs typeface="Calibri" panose="020F0502020204030204"/>
              </a:rPr>
              <a:t>+=</a:t>
            </a:r>
            <a:r>
              <a:rPr sz="2400" spc="-20" dirty="0">
                <a:latin typeface="Calibri" panose="020F0502020204030204"/>
                <a:cs typeface="Calibri" panose="020F0502020204030204"/>
              </a:rPr>
              <a:t> </a:t>
            </a:r>
            <a:r>
              <a:rPr sz="2400" spc="-25" dirty="0">
                <a:latin typeface="Calibri" panose="020F0502020204030204"/>
                <a:cs typeface="Calibri" panose="020F0502020204030204"/>
              </a:rPr>
              <a:t>x)</a:t>
            </a:r>
            <a:endParaRPr sz="2400">
              <a:latin typeface="Calibri" panose="020F0502020204030204"/>
              <a:cs typeface="Calibri" panose="020F0502020204030204"/>
            </a:endParaRPr>
          </a:p>
          <a:p>
            <a:pPr marL="12700">
              <a:lnSpc>
                <a:spcPct val="100000"/>
              </a:lnSpc>
              <a:spcBef>
                <a:spcPts val="2880"/>
              </a:spcBef>
            </a:pPr>
            <a:r>
              <a:rPr sz="2400" spc="-10" dirty="0">
                <a:latin typeface="Calibri" panose="020F0502020204030204"/>
                <a:cs typeface="Calibri" panose="020F0502020204030204"/>
              </a:rPr>
              <a:t>accum.value</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2447290" y="751605"/>
            <a:ext cx="4249420" cy="697230"/>
          </a:xfrm>
          <a:prstGeom prst="rect">
            <a:avLst/>
          </a:prstGeom>
        </p:spPr>
        <p:txBody>
          <a:bodyPr vert="horz" wrap="square" lIns="0" tIns="13335" rIns="0" bIns="0" rtlCol="0">
            <a:spAutoFit/>
          </a:bodyPr>
          <a:lstStyle/>
          <a:p>
            <a:pPr marL="12700">
              <a:lnSpc>
                <a:spcPct val="100000"/>
              </a:lnSpc>
              <a:spcBef>
                <a:spcPts val="105"/>
              </a:spcBef>
            </a:pPr>
            <a:r>
              <a:rPr dirty="0"/>
              <a:t>Broadcast</a:t>
            </a:r>
            <a:r>
              <a:rPr spc="-195" dirty="0"/>
              <a:t> </a:t>
            </a:r>
            <a:r>
              <a:rPr spc="-25" dirty="0"/>
              <a:t>Variable</a:t>
            </a:r>
          </a:p>
        </p:txBody>
      </p:sp>
      <p:sp>
        <p:nvSpPr>
          <p:cNvPr id="3" name="object 3"/>
          <p:cNvSpPr txBox="1"/>
          <p:nvPr/>
        </p:nvSpPr>
        <p:spPr>
          <a:xfrm>
            <a:off x="688340" y="1385061"/>
            <a:ext cx="7570470" cy="2209800"/>
          </a:xfrm>
          <a:prstGeom prst="rect">
            <a:avLst/>
          </a:prstGeom>
        </p:spPr>
        <p:txBody>
          <a:bodyPr vert="horz" wrap="square" lIns="0" tIns="33020" rIns="0" bIns="0" rtlCol="0">
            <a:spAutoFit/>
          </a:bodyPr>
          <a:lstStyle/>
          <a:p>
            <a:pPr marL="355600" marR="5080" indent="-343535">
              <a:lnSpc>
                <a:spcPts val="2800"/>
              </a:lnSpc>
              <a:spcBef>
                <a:spcPts val="260"/>
              </a:spcBef>
              <a:buFont typeface="Arial" panose="020B0604020202020204"/>
              <a:buChar char="•"/>
              <a:tabLst>
                <a:tab pos="355600" algn="l"/>
                <a:tab pos="5528310" algn="l"/>
              </a:tabLst>
            </a:pPr>
            <a:r>
              <a:rPr sz="2400" dirty="0">
                <a:latin typeface="Calibri" panose="020F0502020204030204"/>
                <a:cs typeface="Calibri" panose="020F0502020204030204"/>
              </a:rPr>
              <a:t>A</a:t>
            </a:r>
            <a:r>
              <a:rPr sz="2400" spc="-65" dirty="0">
                <a:latin typeface="Calibri" panose="020F0502020204030204"/>
                <a:cs typeface="Calibri" panose="020F0502020204030204"/>
              </a:rPr>
              <a:t> </a:t>
            </a:r>
            <a:r>
              <a:rPr sz="2400" dirty="0">
                <a:latin typeface="Calibri" panose="020F0502020204030204"/>
                <a:cs typeface="Calibri" panose="020F0502020204030204"/>
              </a:rPr>
              <a:t>broadcast</a:t>
            </a:r>
            <a:r>
              <a:rPr sz="2400" spc="-65" dirty="0">
                <a:latin typeface="Calibri" panose="020F0502020204030204"/>
                <a:cs typeface="Calibri" panose="020F0502020204030204"/>
              </a:rPr>
              <a:t> </a:t>
            </a:r>
            <a:r>
              <a:rPr sz="2400" dirty="0">
                <a:latin typeface="Calibri" panose="020F0502020204030204"/>
                <a:cs typeface="Calibri" panose="020F0502020204030204"/>
              </a:rPr>
              <a:t>variable</a:t>
            </a:r>
            <a:r>
              <a:rPr sz="2400" spc="-50" dirty="0">
                <a:latin typeface="Calibri" panose="020F0502020204030204"/>
                <a:cs typeface="Calibri" panose="020F0502020204030204"/>
              </a:rPr>
              <a:t> </a:t>
            </a:r>
            <a:r>
              <a:rPr sz="2400" dirty="0">
                <a:latin typeface="Calibri" panose="020F0502020204030204"/>
                <a:cs typeface="Calibri" panose="020F0502020204030204"/>
              </a:rPr>
              <a:t>is</a:t>
            </a:r>
            <a:r>
              <a:rPr sz="2400" spc="-55" dirty="0">
                <a:latin typeface="Calibri" panose="020F0502020204030204"/>
                <a:cs typeface="Calibri" panose="020F0502020204030204"/>
              </a:rPr>
              <a:t> </a:t>
            </a:r>
            <a:r>
              <a:rPr sz="2400" dirty="0">
                <a:latin typeface="Calibri" panose="020F0502020204030204"/>
                <a:cs typeface="Calibri" panose="020F0502020204030204"/>
              </a:rPr>
              <a:t>a</a:t>
            </a:r>
            <a:r>
              <a:rPr sz="2400" spc="-55" dirty="0">
                <a:latin typeface="Calibri" panose="020F0502020204030204"/>
                <a:cs typeface="Calibri" panose="020F0502020204030204"/>
              </a:rPr>
              <a:t> </a:t>
            </a:r>
            <a:r>
              <a:rPr sz="2400" spc="-25" dirty="0">
                <a:latin typeface="Calibri" panose="020F0502020204030204"/>
                <a:cs typeface="Calibri" panose="020F0502020204030204"/>
              </a:rPr>
              <a:t>read-</a:t>
            </a:r>
            <a:r>
              <a:rPr sz="2400" dirty="0">
                <a:latin typeface="Calibri" panose="020F0502020204030204"/>
                <a:cs typeface="Calibri" panose="020F0502020204030204"/>
              </a:rPr>
              <a:t>only</a:t>
            </a:r>
            <a:r>
              <a:rPr sz="2400" spc="-50" dirty="0">
                <a:latin typeface="Calibri" panose="020F0502020204030204"/>
                <a:cs typeface="Calibri" panose="020F0502020204030204"/>
              </a:rPr>
              <a:t> </a:t>
            </a:r>
            <a:r>
              <a:rPr sz="2400" dirty="0">
                <a:latin typeface="Calibri" panose="020F0502020204030204"/>
                <a:cs typeface="Calibri" panose="020F0502020204030204"/>
              </a:rPr>
              <a:t>variable</a:t>
            </a:r>
            <a:r>
              <a:rPr sz="2400" spc="-50" dirty="0">
                <a:latin typeface="Calibri" panose="020F0502020204030204"/>
                <a:cs typeface="Calibri" panose="020F0502020204030204"/>
              </a:rPr>
              <a:t> </a:t>
            </a:r>
            <a:r>
              <a:rPr sz="2400" dirty="0">
                <a:latin typeface="Calibri" panose="020F0502020204030204"/>
                <a:cs typeface="Calibri" panose="020F0502020204030204"/>
              </a:rPr>
              <a:t>cached</a:t>
            </a:r>
            <a:r>
              <a:rPr sz="2400" spc="-65" dirty="0">
                <a:latin typeface="Calibri" panose="020F0502020204030204"/>
                <a:cs typeface="Calibri" panose="020F0502020204030204"/>
              </a:rPr>
              <a:t> </a:t>
            </a:r>
            <a:r>
              <a:rPr sz="2400" dirty="0">
                <a:latin typeface="Calibri" panose="020F0502020204030204"/>
                <a:cs typeface="Calibri" panose="020F0502020204030204"/>
              </a:rPr>
              <a:t>once</a:t>
            </a:r>
            <a:r>
              <a:rPr sz="2400" spc="-55" dirty="0">
                <a:latin typeface="Calibri" panose="020F0502020204030204"/>
                <a:cs typeface="Calibri" panose="020F0502020204030204"/>
              </a:rPr>
              <a:t> </a:t>
            </a:r>
            <a:r>
              <a:rPr sz="2400" spc="-25" dirty="0">
                <a:latin typeface="Calibri" panose="020F0502020204030204"/>
                <a:cs typeface="Calibri" panose="020F0502020204030204"/>
              </a:rPr>
              <a:t>in </a:t>
            </a:r>
            <a:r>
              <a:rPr sz="2400" dirty="0">
                <a:latin typeface="Calibri" panose="020F0502020204030204"/>
                <a:cs typeface="Calibri" panose="020F0502020204030204"/>
              </a:rPr>
              <a:t>each</a:t>
            </a:r>
            <a:r>
              <a:rPr sz="2400" spc="-70" dirty="0">
                <a:latin typeface="Calibri" panose="020F0502020204030204"/>
                <a:cs typeface="Calibri" panose="020F0502020204030204"/>
              </a:rPr>
              <a:t> </a:t>
            </a:r>
            <a:r>
              <a:rPr sz="2400" spc="-10" dirty="0">
                <a:latin typeface="Calibri" panose="020F0502020204030204"/>
                <a:cs typeface="Calibri" panose="020F0502020204030204"/>
              </a:rPr>
              <a:t>executor</a:t>
            </a:r>
            <a:r>
              <a:rPr sz="2400" spc="-75" dirty="0">
                <a:latin typeface="Calibri" panose="020F0502020204030204"/>
                <a:cs typeface="Calibri" panose="020F0502020204030204"/>
              </a:rPr>
              <a:t> </a:t>
            </a:r>
            <a:r>
              <a:rPr sz="2400" dirty="0">
                <a:latin typeface="Calibri" panose="020F0502020204030204"/>
                <a:cs typeface="Calibri" panose="020F0502020204030204"/>
              </a:rPr>
              <a:t>that</a:t>
            </a:r>
            <a:r>
              <a:rPr sz="2400" spc="-60" dirty="0">
                <a:latin typeface="Calibri" panose="020F0502020204030204"/>
                <a:cs typeface="Calibri" panose="020F0502020204030204"/>
              </a:rPr>
              <a:t> </a:t>
            </a:r>
            <a:r>
              <a:rPr sz="2400" dirty="0">
                <a:latin typeface="Calibri" panose="020F0502020204030204"/>
                <a:cs typeface="Calibri" panose="020F0502020204030204"/>
              </a:rPr>
              <a:t>can</a:t>
            </a:r>
            <a:r>
              <a:rPr sz="2400" spc="-65" dirty="0">
                <a:latin typeface="Calibri" panose="020F0502020204030204"/>
                <a:cs typeface="Calibri" panose="020F0502020204030204"/>
              </a:rPr>
              <a:t> </a:t>
            </a:r>
            <a:r>
              <a:rPr sz="2400" dirty="0">
                <a:latin typeface="Calibri" panose="020F0502020204030204"/>
                <a:cs typeface="Calibri" panose="020F0502020204030204"/>
              </a:rPr>
              <a:t>be</a:t>
            </a:r>
            <a:r>
              <a:rPr sz="2400" spc="-50" dirty="0">
                <a:latin typeface="Calibri" panose="020F0502020204030204"/>
                <a:cs typeface="Calibri" panose="020F0502020204030204"/>
              </a:rPr>
              <a:t> </a:t>
            </a:r>
            <a:r>
              <a:rPr sz="2400" dirty="0">
                <a:latin typeface="Calibri" panose="020F0502020204030204"/>
                <a:cs typeface="Calibri" panose="020F0502020204030204"/>
              </a:rPr>
              <a:t>shared</a:t>
            </a:r>
            <a:r>
              <a:rPr sz="2400" spc="-40" dirty="0">
                <a:latin typeface="Calibri" panose="020F0502020204030204"/>
                <a:cs typeface="Calibri" panose="020F0502020204030204"/>
              </a:rPr>
              <a:t> </a:t>
            </a:r>
            <a:r>
              <a:rPr sz="2400" spc="-10" dirty="0">
                <a:latin typeface="Calibri" panose="020F0502020204030204"/>
                <a:cs typeface="Calibri" panose="020F0502020204030204"/>
              </a:rPr>
              <a:t>among</a:t>
            </a:r>
            <a:r>
              <a:rPr sz="2400" dirty="0">
                <a:latin typeface="Calibri" panose="020F0502020204030204"/>
                <a:cs typeface="Calibri" panose="020F0502020204030204"/>
              </a:rPr>
              <a:t>	</a:t>
            </a:r>
            <a:r>
              <a:rPr sz="2400" spc="-10" dirty="0">
                <a:latin typeface="Calibri" panose="020F0502020204030204"/>
                <a:cs typeface="Calibri" panose="020F0502020204030204"/>
              </a:rPr>
              <a:t>tasks.</a:t>
            </a:r>
            <a:endParaRPr sz="2400">
              <a:latin typeface="Calibri" panose="020F0502020204030204"/>
              <a:cs typeface="Calibri" panose="020F0502020204030204"/>
            </a:endParaRPr>
          </a:p>
          <a:p>
            <a:pPr marL="424180" indent="-411480">
              <a:lnSpc>
                <a:spcPts val="2800"/>
              </a:lnSpc>
              <a:buFont typeface="Arial" panose="020B0604020202020204"/>
              <a:buChar char="•"/>
              <a:tabLst>
                <a:tab pos="424180" algn="l"/>
              </a:tabLst>
            </a:pPr>
            <a:r>
              <a:rPr sz="2400" dirty="0">
                <a:latin typeface="Calibri" panose="020F0502020204030204"/>
                <a:cs typeface="Calibri" panose="020F0502020204030204"/>
              </a:rPr>
              <a:t>It</a:t>
            </a:r>
            <a:r>
              <a:rPr sz="2400" spc="-60" dirty="0">
                <a:latin typeface="Calibri" panose="020F0502020204030204"/>
                <a:cs typeface="Calibri" panose="020F0502020204030204"/>
              </a:rPr>
              <a:t> </a:t>
            </a:r>
            <a:r>
              <a:rPr sz="2400" dirty="0">
                <a:latin typeface="Calibri" panose="020F0502020204030204"/>
                <a:cs typeface="Calibri" panose="020F0502020204030204"/>
              </a:rPr>
              <a:t>cannot</a:t>
            </a:r>
            <a:r>
              <a:rPr sz="2400" spc="-45" dirty="0">
                <a:latin typeface="Calibri" panose="020F0502020204030204"/>
                <a:cs typeface="Calibri" panose="020F0502020204030204"/>
              </a:rPr>
              <a:t> </a:t>
            </a:r>
            <a:r>
              <a:rPr sz="2400" dirty="0">
                <a:latin typeface="Calibri" panose="020F0502020204030204"/>
                <a:cs typeface="Calibri" panose="020F0502020204030204"/>
              </a:rPr>
              <a:t>be</a:t>
            </a:r>
            <a:r>
              <a:rPr sz="2400" spc="-40" dirty="0">
                <a:latin typeface="Calibri" panose="020F0502020204030204"/>
                <a:cs typeface="Calibri" panose="020F0502020204030204"/>
              </a:rPr>
              <a:t> </a:t>
            </a:r>
            <a:r>
              <a:rPr sz="2400" dirty="0">
                <a:latin typeface="Calibri" panose="020F0502020204030204"/>
                <a:cs typeface="Calibri" panose="020F0502020204030204"/>
              </a:rPr>
              <a:t>modified</a:t>
            </a:r>
            <a:r>
              <a:rPr sz="2400" spc="-45" dirty="0">
                <a:latin typeface="Calibri" panose="020F0502020204030204"/>
                <a:cs typeface="Calibri" panose="020F0502020204030204"/>
              </a:rPr>
              <a:t> </a:t>
            </a:r>
            <a:r>
              <a:rPr sz="2400" dirty="0">
                <a:latin typeface="Calibri" panose="020F0502020204030204"/>
                <a:cs typeface="Calibri" panose="020F0502020204030204"/>
              </a:rPr>
              <a:t>by</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spc="-10" dirty="0">
                <a:latin typeface="Calibri" panose="020F0502020204030204"/>
                <a:cs typeface="Calibri" panose="020F0502020204030204"/>
              </a:rPr>
              <a:t>executor.</a:t>
            </a:r>
            <a:endParaRPr sz="2400">
              <a:latin typeface="Calibri" panose="020F0502020204030204"/>
              <a:cs typeface="Calibri" panose="020F0502020204030204"/>
            </a:endParaRPr>
          </a:p>
          <a:p>
            <a:pPr marL="355600" marR="22225" indent="-343535">
              <a:lnSpc>
                <a:spcPct val="99000"/>
              </a:lnSpc>
              <a:spcBef>
                <a:spcPts val="125"/>
              </a:spcBef>
              <a:buFont typeface="Arial" panose="020B0604020202020204"/>
              <a:buChar char="•"/>
              <a:tabLst>
                <a:tab pos="355600" algn="l"/>
                <a:tab pos="5714365" algn="l"/>
              </a:tabLst>
            </a:pPr>
            <a:r>
              <a:rPr sz="2400" dirty="0">
                <a:latin typeface="Calibri" panose="020F0502020204030204"/>
                <a:cs typeface="Calibri" panose="020F0502020204030204"/>
              </a:rPr>
              <a:t>The</a:t>
            </a:r>
            <a:r>
              <a:rPr sz="2400" spc="-45" dirty="0">
                <a:latin typeface="Calibri" panose="020F0502020204030204"/>
                <a:cs typeface="Calibri" panose="020F0502020204030204"/>
              </a:rPr>
              <a:t> </a:t>
            </a:r>
            <a:r>
              <a:rPr sz="2400" dirty="0">
                <a:latin typeface="Calibri" panose="020F0502020204030204"/>
                <a:cs typeface="Calibri" panose="020F0502020204030204"/>
              </a:rPr>
              <a:t>goal</a:t>
            </a:r>
            <a:r>
              <a:rPr sz="2400" spc="-65" dirty="0">
                <a:latin typeface="Calibri" panose="020F0502020204030204"/>
                <a:cs typeface="Calibri" panose="020F0502020204030204"/>
              </a:rPr>
              <a:t> </a:t>
            </a:r>
            <a:r>
              <a:rPr sz="2400" dirty="0">
                <a:latin typeface="Calibri" panose="020F0502020204030204"/>
                <a:cs typeface="Calibri" panose="020F0502020204030204"/>
              </a:rPr>
              <a:t>of</a:t>
            </a:r>
            <a:r>
              <a:rPr sz="2400" spc="-50" dirty="0">
                <a:latin typeface="Calibri" panose="020F0502020204030204"/>
                <a:cs typeface="Calibri" panose="020F0502020204030204"/>
              </a:rPr>
              <a:t> </a:t>
            </a:r>
            <a:r>
              <a:rPr sz="2400" dirty="0">
                <a:latin typeface="Calibri" panose="020F0502020204030204"/>
                <a:cs typeface="Calibri" panose="020F0502020204030204"/>
              </a:rPr>
              <a:t>broadcast</a:t>
            </a:r>
            <a:r>
              <a:rPr sz="2400" spc="-60" dirty="0">
                <a:latin typeface="Calibri" panose="020F0502020204030204"/>
                <a:cs typeface="Calibri" panose="020F0502020204030204"/>
              </a:rPr>
              <a:t> </a:t>
            </a:r>
            <a:r>
              <a:rPr sz="2400" spc="-10" dirty="0">
                <a:latin typeface="Calibri" panose="020F0502020204030204"/>
                <a:cs typeface="Calibri" panose="020F0502020204030204"/>
              </a:rPr>
              <a:t>variables</a:t>
            </a:r>
            <a:r>
              <a:rPr sz="2400" spc="-50" dirty="0">
                <a:latin typeface="Calibri" panose="020F0502020204030204"/>
                <a:cs typeface="Calibri" panose="020F0502020204030204"/>
              </a:rPr>
              <a:t> </a:t>
            </a:r>
            <a:r>
              <a:rPr sz="2400" dirty="0">
                <a:latin typeface="Calibri" panose="020F0502020204030204"/>
                <a:cs typeface="Calibri" panose="020F0502020204030204"/>
              </a:rPr>
              <a:t>is</a:t>
            </a:r>
            <a:r>
              <a:rPr sz="2400" spc="-50" dirty="0">
                <a:latin typeface="Calibri" panose="020F0502020204030204"/>
                <a:cs typeface="Calibri" panose="020F0502020204030204"/>
              </a:rPr>
              <a:t> </a:t>
            </a:r>
            <a:r>
              <a:rPr sz="2400" dirty="0">
                <a:latin typeface="Calibri" panose="020F0502020204030204"/>
                <a:cs typeface="Calibri" panose="020F0502020204030204"/>
              </a:rPr>
              <a:t>to</a:t>
            </a:r>
            <a:r>
              <a:rPr sz="2400" spc="-50" dirty="0">
                <a:latin typeface="Calibri" panose="020F0502020204030204"/>
                <a:cs typeface="Calibri" panose="020F0502020204030204"/>
              </a:rPr>
              <a:t> </a:t>
            </a:r>
            <a:r>
              <a:rPr sz="2400" dirty="0">
                <a:latin typeface="Calibri" panose="020F0502020204030204"/>
                <a:cs typeface="Calibri" panose="020F0502020204030204"/>
              </a:rPr>
              <a:t>increase</a:t>
            </a:r>
            <a:r>
              <a:rPr sz="2400" spc="-60" dirty="0">
                <a:latin typeface="Calibri" panose="020F0502020204030204"/>
                <a:cs typeface="Calibri" panose="020F0502020204030204"/>
              </a:rPr>
              <a:t> </a:t>
            </a:r>
            <a:r>
              <a:rPr sz="2400" spc="-10" dirty="0">
                <a:latin typeface="Calibri" panose="020F0502020204030204"/>
                <a:cs typeface="Calibri" panose="020F0502020204030204"/>
              </a:rPr>
              <a:t>performance </a:t>
            </a:r>
            <a:r>
              <a:rPr sz="2400" dirty="0">
                <a:latin typeface="Calibri" panose="020F0502020204030204"/>
                <a:cs typeface="Calibri" panose="020F0502020204030204"/>
              </a:rPr>
              <a:t>by</a:t>
            </a:r>
            <a:r>
              <a:rPr sz="2400" spc="-35" dirty="0">
                <a:latin typeface="Calibri" panose="020F0502020204030204"/>
                <a:cs typeface="Calibri" panose="020F0502020204030204"/>
              </a:rPr>
              <a:t> </a:t>
            </a:r>
            <a:r>
              <a:rPr sz="2400" dirty="0">
                <a:latin typeface="Calibri" panose="020F0502020204030204"/>
                <a:cs typeface="Calibri" panose="020F0502020204030204"/>
              </a:rPr>
              <a:t>not</a:t>
            </a:r>
            <a:r>
              <a:rPr sz="2400" spc="-40" dirty="0">
                <a:latin typeface="Calibri" panose="020F0502020204030204"/>
                <a:cs typeface="Calibri" panose="020F0502020204030204"/>
              </a:rPr>
              <a:t> </a:t>
            </a:r>
            <a:r>
              <a:rPr sz="2400" dirty="0">
                <a:latin typeface="Calibri" panose="020F0502020204030204"/>
                <a:cs typeface="Calibri" panose="020F0502020204030204"/>
              </a:rPr>
              <a:t>copying</a:t>
            </a:r>
            <a:r>
              <a:rPr sz="2400" spc="-45"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dirty="0">
                <a:latin typeface="Calibri" panose="020F0502020204030204"/>
                <a:cs typeface="Calibri" panose="020F0502020204030204"/>
              </a:rPr>
              <a:t>local</a:t>
            </a:r>
            <a:r>
              <a:rPr sz="2400" spc="-45" dirty="0">
                <a:latin typeface="Calibri" panose="020F0502020204030204"/>
                <a:cs typeface="Calibri" panose="020F0502020204030204"/>
              </a:rPr>
              <a:t> </a:t>
            </a:r>
            <a:r>
              <a:rPr sz="2400" spc="-10" dirty="0">
                <a:latin typeface="Calibri" panose="020F0502020204030204"/>
                <a:cs typeface="Calibri" panose="020F0502020204030204"/>
              </a:rPr>
              <a:t>dataset</a:t>
            </a:r>
            <a:r>
              <a:rPr sz="2400" spc="-60" dirty="0">
                <a:latin typeface="Calibri" panose="020F0502020204030204"/>
                <a:cs typeface="Calibri" panose="020F0502020204030204"/>
              </a:rPr>
              <a:t> </a:t>
            </a:r>
            <a:r>
              <a:rPr sz="2400" dirty="0">
                <a:latin typeface="Calibri" panose="020F0502020204030204"/>
                <a:cs typeface="Calibri" panose="020F0502020204030204"/>
              </a:rPr>
              <a:t>to</a:t>
            </a:r>
            <a:r>
              <a:rPr sz="2400" spc="-40" dirty="0">
                <a:latin typeface="Calibri" panose="020F0502020204030204"/>
                <a:cs typeface="Calibri" panose="020F0502020204030204"/>
              </a:rPr>
              <a:t> </a:t>
            </a:r>
            <a:r>
              <a:rPr sz="2400" dirty="0">
                <a:latin typeface="Calibri" panose="020F0502020204030204"/>
                <a:cs typeface="Calibri" panose="020F0502020204030204"/>
              </a:rPr>
              <a:t>each</a:t>
            </a:r>
            <a:r>
              <a:rPr sz="2400" spc="-40" dirty="0">
                <a:latin typeface="Calibri" panose="020F0502020204030204"/>
                <a:cs typeface="Calibri" panose="020F0502020204030204"/>
              </a:rPr>
              <a:t> </a:t>
            </a:r>
            <a:r>
              <a:rPr sz="2400" spc="-20" dirty="0">
                <a:latin typeface="Calibri" panose="020F0502020204030204"/>
                <a:cs typeface="Calibri" panose="020F0502020204030204"/>
              </a:rPr>
              <a:t>task</a:t>
            </a:r>
            <a:r>
              <a:rPr sz="2400" dirty="0">
                <a:latin typeface="Calibri" panose="020F0502020204030204"/>
                <a:cs typeface="Calibri" panose="020F0502020204030204"/>
              </a:rPr>
              <a:t>	that</a:t>
            </a:r>
            <a:r>
              <a:rPr sz="2400" spc="-60" dirty="0">
                <a:latin typeface="Calibri" panose="020F0502020204030204"/>
                <a:cs typeface="Calibri" panose="020F0502020204030204"/>
              </a:rPr>
              <a:t> </a:t>
            </a:r>
            <a:r>
              <a:rPr sz="2400" dirty="0">
                <a:latin typeface="Calibri" panose="020F0502020204030204"/>
                <a:cs typeface="Calibri" panose="020F0502020204030204"/>
              </a:rPr>
              <a:t>needs</a:t>
            </a:r>
            <a:r>
              <a:rPr sz="2400" spc="-40" dirty="0">
                <a:latin typeface="Calibri" panose="020F0502020204030204"/>
                <a:cs typeface="Calibri" panose="020F0502020204030204"/>
              </a:rPr>
              <a:t> </a:t>
            </a:r>
            <a:r>
              <a:rPr sz="2400" spc="-25" dirty="0">
                <a:latin typeface="Calibri" panose="020F0502020204030204"/>
                <a:cs typeface="Calibri" panose="020F0502020204030204"/>
              </a:rPr>
              <a:t>it </a:t>
            </a:r>
            <a:r>
              <a:rPr sz="2400" dirty="0">
                <a:latin typeface="Calibri" panose="020F0502020204030204"/>
                <a:cs typeface="Calibri" panose="020F0502020204030204"/>
              </a:rPr>
              <a:t>and</a:t>
            </a:r>
            <a:r>
              <a:rPr sz="2400" spc="-65" dirty="0">
                <a:latin typeface="Calibri" panose="020F0502020204030204"/>
                <a:cs typeface="Calibri" panose="020F0502020204030204"/>
              </a:rPr>
              <a:t> </a:t>
            </a:r>
            <a:r>
              <a:rPr sz="2400" spc="-10" dirty="0">
                <a:latin typeface="Calibri" panose="020F0502020204030204"/>
                <a:cs typeface="Calibri" panose="020F0502020204030204"/>
              </a:rPr>
              <a:t>leveraging</a:t>
            </a:r>
            <a:r>
              <a:rPr sz="2400" spc="-75" dirty="0">
                <a:latin typeface="Calibri" panose="020F0502020204030204"/>
                <a:cs typeface="Calibri" panose="020F0502020204030204"/>
              </a:rPr>
              <a:t> </a:t>
            </a:r>
            <a:r>
              <a:rPr sz="2400" dirty="0">
                <a:latin typeface="Calibri" panose="020F0502020204030204"/>
                <a:cs typeface="Calibri" panose="020F0502020204030204"/>
              </a:rPr>
              <a:t>a</a:t>
            </a:r>
            <a:r>
              <a:rPr sz="2400" spc="-65" dirty="0">
                <a:latin typeface="Calibri" panose="020F0502020204030204"/>
                <a:cs typeface="Calibri" panose="020F0502020204030204"/>
              </a:rPr>
              <a:t> </a:t>
            </a:r>
            <a:r>
              <a:rPr sz="2400" dirty="0">
                <a:latin typeface="Calibri" panose="020F0502020204030204"/>
                <a:cs typeface="Calibri" panose="020F0502020204030204"/>
              </a:rPr>
              <a:t>broadcast</a:t>
            </a:r>
            <a:r>
              <a:rPr sz="2400" spc="-75" dirty="0">
                <a:latin typeface="Calibri" panose="020F0502020204030204"/>
                <a:cs typeface="Calibri" panose="020F0502020204030204"/>
              </a:rPr>
              <a:t> </a:t>
            </a:r>
            <a:r>
              <a:rPr sz="2400" dirty="0">
                <a:latin typeface="Calibri" panose="020F0502020204030204"/>
                <a:cs typeface="Calibri" panose="020F0502020204030204"/>
              </a:rPr>
              <a:t>version</a:t>
            </a:r>
            <a:r>
              <a:rPr sz="2400" spc="-60" dirty="0">
                <a:latin typeface="Calibri" panose="020F0502020204030204"/>
                <a:cs typeface="Calibri" panose="020F0502020204030204"/>
              </a:rPr>
              <a:t> </a:t>
            </a:r>
            <a:r>
              <a:rPr sz="2400" dirty="0">
                <a:latin typeface="Calibri" panose="020F0502020204030204"/>
                <a:cs typeface="Calibri" panose="020F0502020204030204"/>
              </a:rPr>
              <a:t>of</a:t>
            </a:r>
            <a:r>
              <a:rPr sz="2400" spc="-65" dirty="0">
                <a:latin typeface="Calibri" panose="020F0502020204030204"/>
                <a:cs typeface="Calibri" panose="020F0502020204030204"/>
              </a:rPr>
              <a:t> </a:t>
            </a:r>
            <a:r>
              <a:rPr sz="2400" spc="-25" dirty="0">
                <a:latin typeface="Calibri" panose="020F0502020204030204"/>
                <a:cs typeface="Calibri" panose="020F0502020204030204"/>
              </a:rPr>
              <a:t>it.</a:t>
            </a:r>
            <a:endParaRPr sz="2400">
              <a:latin typeface="Calibri" panose="020F0502020204030204"/>
              <a:cs typeface="Calibri" panose="020F0502020204030204"/>
            </a:endParaRPr>
          </a:p>
        </p:txBody>
      </p:sp>
      <p:pic>
        <p:nvPicPr>
          <p:cNvPr id="4" name="object 4"/>
          <p:cNvPicPr/>
          <p:nvPr/>
        </p:nvPicPr>
        <p:blipFill>
          <a:blip r:embed="rId2" cstate="print"/>
          <a:stretch>
            <a:fillRect/>
          </a:stretch>
        </p:blipFill>
        <p:spPr>
          <a:xfrm>
            <a:off x="1962150" y="3886162"/>
            <a:ext cx="5219700" cy="2503931"/>
          </a:xfrm>
          <a:prstGeom prst="rect">
            <a:avLst/>
          </a:prstGeom>
        </p:spPr>
      </p:pic>
      <p:pic>
        <p:nvPicPr>
          <p:cNvPr id="5" name="Picture 4" descr="wingspan_logo.png"/>
          <p:cNvPicPr>
            <a:picLocks noChangeAspect="1"/>
          </p:cNvPicPr>
          <p:nvPr/>
        </p:nvPicPr>
        <p:blipFill>
          <a:blip r:embed="rId3"/>
          <a:stretch>
            <a:fillRect/>
          </a:stretch>
        </p:blipFill>
        <p:spPr>
          <a:xfrm>
            <a:off x="8373976" y="0"/>
            <a:ext cx="749808" cy="630936"/>
          </a:xfrm>
          <a:prstGeom prst="rect">
            <a:avLst/>
          </a:prstGeom>
        </p:spPr>
      </p:pic>
    </p:spTree>
  </p:cSld>
  <p:clrMapOvr>
    <a:masterClrMapping/>
  </p:clrMapOvr>
  <p:timing>
    <p:tnLst>
      <p:par>
        <p:cTn id="1" dur="indefinite" restart="never" nodeType="tmRoot"/>
      </p:par>
    </p:tnLst>
  </p:timing>
</p:sld>
</file>

<file path=ppt/slides/slide1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390742" y="596320"/>
            <a:ext cx="8057718" cy="1244600"/>
          </a:xfrm>
          <a:prstGeom prst="rect">
            <a:avLst/>
          </a:prstGeom>
        </p:spPr>
        <p:txBody>
          <a:bodyPr vert="horz" wrap="square" lIns="0" tIns="283083" rIns="0" bIns="0" rtlCol="0">
            <a:spAutoFit/>
          </a:bodyPr>
          <a:lstStyle/>
          <a:p>
            <a:pPr marL="1913255">
              <a:lnSpc>
                <a:spcPct val="100000"/>
              </a:lnSpc>
              <a:spcBef>
                <a:spcPts val="105"/>
              </a:spcBef>
            </a:pPr>
            <a:r>
              <a:rPr dirty="0"/>
              <a:t>Broadcast</a:t>
            </a:r>
            <a:r>
              <a:rPr spc="-195" dirty="0"/>
              <a:t> </a:t>
            </a:r>
            <a:r>
              <a:rPr spc="-25" dirty="0"/>
              <a:t>Variable</a:t>
            </a:r>
          </a:p>
        </p:txBody>
      </p:sp>
      <p:sp>
        <p:nvSpPr>
          <p:cNvPr id="3" name="object 3"/>
          <p:cNvSpPr txBox="1"/>
          <p:nvPr/>
        </p:nvSpPr>
        <p:spPr>
          <a:xfrm>
            <a:off x="688340" y="1872818"/>
            <a:ext cx="7593330" cy="4050029"/>
          </a:xfrm>
          <a:prstGeom prst="rect">
            <a:avLst/>
          </a:prstGeom>
        </p:spPr>
        <p:txBody>
          <a:bodyPr vert="horz" wrap="square" lIns="0" tIns="12700" rIns="0" bIns="0" rtlCol="0">
            <a:spAutoFit/>
          </a:bodyPr>
          <a:lstStyle/>
          <a:p>
            <a:pPr marL="12700">
              <a:lnSpc>
                <a:spcPts val="2840"/>
              </a:lnSpc>
              <a:spcBef>
                <a:spcPts val="100"/>
              </a:spcBef>
            </a:pPr>
            <a:r>
              <a:rPr sz="2400" dirty="0">
                <a:latin typeface="Calibri" panose="020F0502020204030204"/>
                <a:cs typeface="Calibri" panose="020F0502020204030204"/>
              </a:rPr>
              <a:t>val</a:t>
            </a:r>
            <a:r>
              <a:rPr sz="2400" spc="-30" dirty="0">
                <a:latin typeface="Calibri" panose="020F0502020204030204"/>
                <a:cs typeface="Calibri" panose="020F0502020204030204"/>
              </a:rPr>
              <a:t> </a:t>
            </a:r>
            <a:r>
              <a:rPr sz="2400" dirty="0">
                <a:latin typeface="Calibri" panose="020F0502020204030204"/>
                <a:cs typeface="Calibri" panose="020F0502020204030204"/>
              </a:rPr>
              <a:t>pws</a:t>
            </a:r>
            <a:r>
              <a:rPr sz="2400" spc="-25" dirty="0">
                <a:latin typeface="Calibri" panose="020F0502020204030204"/>
                <a:cs typeface="Calibri" panose="020F0502020204030204"/>
              </a:rPr>
              <a:t> </a:t>
            </a: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dirty="0">
                <a:latin typeface="Calibri" panose="020F0502020204030204"/>
                <a:cs typeface="Calibri" panose="020F0502020204030204"/>
              </a:rPr>
              <a:t>Map("Apache</a:t>
            </a:r>
            <a:r>
              <a:rPr sz="2400" spc="-30" dirty="0">
                <a:latin typeface="Calibri" panose="020F0502020204030204"/>
                <a:cs typeface="Calibri" panose="020F0502020204030204"/>
              </a:rPr>
              <a:t> </a:t>
            </a:r>
            <a:r>
              <a:rPr sz="2400" dirty="0">
                <a:latin typeface="Calibri" panose="020F0502020204030204"/>
                <a:cs typeface="Calibri" panose="020F0502020204030204"/>
              </a:rPr>
              <a:t>Spark"</a:t>
            </a:r>
            <a:r>
              <a:rPr sz="2400" spc="-50" dirty="0">
                <a:latin typeface="Calibri" panose="020F0502020204030204"/>
                <a:cs typeface="Calibri" panose="020F0502020204030204"/>
              </a:rPr>
              <a:t> </a:t>
            </a:r>
            <a:r>
              <a:rPr sz="2400" spc="-20" dirty="0">
                <a:latin typeface="Calibri" panose="020F0502020204030204"/>
                <a:cs typeface="Calibri" panose="020F0502020204030204"/>
              </a:rPr>
              <a:t>-</a:t>
            </a:r>
            <a:r>
              <a:rPr sz="2400" dirty="0">
                <a:latin typeface="Calibri" panose="020F0502020204030204"/>
                <a:cs typeface="Calibri" panose="020F0502020204030204"/>
              </a:rPr>
              <a:t>&gt;</a:t>
            </a:r>
            <a:r>
              <a:rPr sz="2400" spc="-20" dirty="0">
                <a:latin typeface="Calibri" panose="020F0502020204030204"/>
                <a:cs typeface="Calibri" panose="020F0502020204030204"/>
              </a:rPr>
              <a:t> </a:t>
            </a:r>
            <a:r>
              <a:rPr sz="2400" spc="-10" dirty="0">
                <a:latin typeface="Calibri" panose="020F0502020204030204"/>
                <a:cs typeface="Calibri" panose="020F0502020204030204"/>
                <a:hlinkClick r:id="rId2"/>
              </a:rPr>
              <a:t>"http://spark.apache.org/",</a:t>
            </a:r>
            <a:endParaRPr sz="2400">
              <a:latin typeface="Calibri" panose="020F0502020204030204"/>
              <a:cs typeface="Calibri" panose="020F0502020204030204"/>
            </a:endParaRPr>
          </a:p>
          <a:p>
            <a:pPr marL="12700">
              <a:lnSpc>
                <a:spcPts val="2840"/>
              </a:lnSpc>
            </a:pPr>
            <a:r>
              <a:rPr sz="2400" dirty="0">
                <a:latin typeface="Calibri" panose="020F0502020204030204"/>
                <a:cs typeface="Calibri" panose="020F0502020204030204"/>
              </a:rPr>
              <a:t>"Scala"</a:t>
            </a:r>
            <a:r>
              <a:rPr sz="2400" spc="-45" dirty="0">
                <a:latin typeface="Calibri" panose="020F0502020204030204"/>
                <a:cs typeface="Calibri" panose="020F0502020204030204"/>
              </a:rPr>
              <a:t> </a:t>
            </a:r>
            <a:r>
              <a:rPr sz="2400" spc="-20" dirty="0">
                <a:latin typeface="Calibri" panose="020F0502020204030204"/>
                <a:cs typeface="Calibri" panose="020F0502020204030204"/>
              </a:rPr>
              <a:t>-</a:t>
            </a:r>
            <a:r>
              <a:rPr sz="2400" dirty="0">
                <a:latin typeface="Calibri" panose="020F0502020204030204"/>
                <a:cs typeface="Calibri" panose="020F0502020204030204"/>
              </a:rPr>
              <a:t>&gt;</a:t>
            </a:r>
            <a:r>
              <a:rPr sz="2400" spc="-25" dirty="0">
                <a:latin typeface="Calibri" panose="020F0502020204030204"/>
                <a:cs typeface="Calibri" panose="020F0502020204030204"/>
              </a:rPr>
              <a:t> </a:t>
            </a:r>
            <a:r>
              <a:rPr sz="2400" spc="-15" dirty="0">
                <a:latin typeface="Calibri" panose="020F0502020204030204"/>
                <a:cs typeface="Calibri" panose="020F0502020204030204"/>
                <a:hlinkClick r:id="rId3"/>
              </a:rPr>
              <a:t>"http://www.scala-</a:t>
            </a:r>
            <a:r>
              <a:rPr sz="2400" spc="-10" dirty="0">
                <a:latin typeface="Calibri" panose="020F0502020204030204"/>
                <a:cs typeface="Calibri" panose="020F0502020204030204"/>
                <a:hlinkClick r:id="rId3"/>
              </a:rPr>
              <a:t>lang.org/")/)</a:t>
            </a:r>
            <a:endParaRPr sz="2400">
              <a:latin typeface="Calibri" panose="020F0502020204030204"/>
              <a:cs typeface="Calibri" panose="020F0502020204030204"/>
            </a:endParaRPr>
          </a:p>
          <a:p>
            <a:pPr>
              <a:lnSpc>
                <a:spcPct val="100000"/>
              </a:lnSpc>
              <a:spcBef>
                <a:spcPts val="195"/>
              </a:spcBef>
            </a:pPr>
            <a:endParaRPr sz="2400">
              <a:latin typeface="Calibri" panose="020F0502020204030204"/>
              <a:cs typeface="Calibri" panose="020F0502020204030204"/>
            </a:endParaRPr>
          </a:p>
          <a:p>
            <a:pPr marL="12700" marR="1563370">
              <a:lnSpc>
                <a:spcPts val="2800"/>
              </a:lnSpc>
            </a:pPr>
            <a:r>
              <a:rPr sz="2400" dirty="0">
                <a:latin typeface="Calibri" panose="020F0502020204030204"/>
                <a:cs typeface="Calibri" panose="020F0502020204030204"/>
              </a:rPr>
              <a:t>val</a:t>
            </a:r>
            <a:r>
              <a:rPr sz="2400" spc="-35" dirty="0">
                <a:latin typeface="Calibri" panose="020F0502020204030204"/>
                <a:cs typeface="Calibri" panose="020F0502020204030204"/>
              </a:rPr>
              <a:t> </a:t>
            </a:r>
            <a:r>
              <a:rPr sz="2400" dirty="0">
                <a:latin typeface="Calibri" panose="020F0502020204030204"/>
                <a:cs typeface="Calibri" panose="020F0502020204030204"/>
              </a:rPr>
              <a:t>websites</a:t>
            </a:r>
            <a:r>
              <a:rPr sz="2400" spc="-40" dirty="0">
                <a:latin typeface="Calibri" panose="020F0502020204030204"/>
                <a:cs typeface="Calibri" panose="020F0502020204030204"/>
              </a:rPr>
              <a:t> </a:t>
            </a: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spc="-10" dirty="0">
                <a:latin typeface="Calibri" panose="020F0502020204030204"/>
                <a:cs typeface="Calibri" panose="020F0502020204030204"/>
              </a:rPr>
              <a:t>sc.parallelize(Seq("Apache</a:t>
            </a:r>
            <a:r>
              <a:rPr sz="2400" spc="-70" dirty="0">
                <a:latin typeface="Calibri" panose="020F0502020204030204"/>
                <a:cs typeface="Calibri" panose="020F0502020204030204"/>
              </a:rPr>
              <a:t> </a:t>
            </a:r>
            <a:r>
              <a:rPr sz="2400" spc="-10" dirty="0">
                <a:latin typeface="Calibri" panose="020F0502020204030204"/>
                <a:cs typeface="Calibri" panose="020F0502020204030204"/>
              </a:rPr>
              <a:t>Spark", "Scala")).map(pws).collect</a:t>
            </a:r>
            <a:endParaRPr sz="2400">
              <a:latin typeface="Calibri" panose="020F0502020204030204"/>
              <a:cs typeface="Calibri" panose="020F0502020204030204"/>
            </a:endParaRPr>
          </a:p>
          <a:p>
            <a:pPr marL="12700">
              <a:lnSpc>
                <a:spcPct val="100000"/>
              </a:lnSpc>
              <a:spcBef>
                <a:spcPts val="2800"/>
              </a:spcBef>
            </a:pPr>
            <a:r>
              <a:rPr sz="2400" dirty="0">
                <a:latin typeface="Calibri" panose="020F0502020204030204"/>
                <a:cs typeface="Calibri" panose="020F0502020204030204"/>
              </a:rPr>
              <a:t>//</a:t>
            </a:r>
            <a:r>
              <a:rPr sz="2400" spc="-25" dirty="0">
                <a:latin typeface="Calibri" panose="020F0502020204030204"/>
                <a:cs typeface="Calibri" panose="020F0502020204030204"/>
              </a:rPr>
              <a:t> </a:t>
            </a:r>
            <a:r>
              <a:rPr sz="2400" dirty="0">
                <a:latin typeface="Calibri" panose="020F0502020204030204"/>
                <a:cs typeface="Calibri" panose="020F0502020204030204"/>
              </a:rPr>
              <a:t>with</a:t>
            </a:r>
            <a:r>
              <a:rPr sz="2400" spc="-25" dirty="0">
                <a:latin typeface="Calibri" panose="020F0502020204030204"/>
                <a:cs typeface="Calibri" panose="020F0502020204030204"/>
              </a:rPr>
              <a:t> </a:t>
            </a:r>
            <a:r>
              <a:rPr sz="2400" spc="-10" dirty="0">
                <a:latin typeface="Calibri" panose="020F0502020204030204"/>
                <a:cs typeface="Calibri" panose="020F0502020204030204"/>
              </a:rPr>
              <a:t>Broadcast</a:t>
            </a:r>
            <a:endParaRPr sz="2400">
              <a:latin typeface="Calibri" panose="020F0502020204030204"/>
              <a:cs typeface="Calibri" panose="020F0502020204030204"/>
            </a:endParaRPr>
          </a:p>
          <a:p>
            <a:pPr marL="12700">
              <a:lnSpc>
                <a:spcPct val="100000"/>
              </a:lnSpc>
            </a:pPr>
            <a:r>
              <a:rPr sz="2400" dirty="0">
                <a:latin typeface="Calibri" panose="020F0502020204030204"/>
                <a:cs typeface="Calibri" panose="020F0502020204030204"/>
              </a:rPr>
              <a:t>val</a:t>
            </a:r>
            <a:r>
              <a:rPr sz="2400" spc="-40" dirty="0">
                <a:latin typeface="Calibri" panose="020F0502020204030204"/>
                <a:cs typeface="Calibri" panose="020F0502020204030204"/>
              </a:rPr>
              <a:t> </a:t>
            </a:r>
            <a:r>
              <a:rPr sz="2400" dirty="0">
                <a:latin typeface="Calibri" panose="020F0502020204030204"/>
                <a:cs typeface="Calibri" panose="020F0502020204030204"/>
              </a:rPr>
              <a:t>pwsB</a:t>
            </a:r>
            <a:r>
              <a:rPr sz="2400" spc="-45" dirty="0">
                <a:latin typeface="Calibri" panose="020F0502020204030204"/>
                <a:cs typeface="Calibri" panose="020F0502020204030204"/>
              </a:rPr>
              <a:t> </a:t>
            </a:r>
            <a:r>
              <a:rPr sz="2400" dirty="0">
                <a:latin typeface="Calibri" panose="020F0502020204030204"/>
                <a:cs typeface="Calibri" panose="020F0502020204030204"/>
              </a:rPr>
              <a:t>=</a:t>
            </a:r>
            <a:r>
              <a:rPr sz="2400" spc="-50" dirty="0">
                <a:latin typeface="Calibri" panose="020F0502020204030204"/>
                <a:cs typeface="Calibri" panose="020F0502020204030204"/>
              </a:rPr>
              <a:t> </a:t>
            </a:r>
            <a:r>
              <a:rPr sz="2400" spc="-10" dirty="0">
                <a:latin typeface="Calibri" panose="020F0502020204030204"/>
                <a:cs typeface="Calibri" panose="020F0502020204030204"/>
              </a:rPr>
              <a:t>sc.broadcast(pws)</a:t>
            </a:r>
            <a:endParaRPr sz="2400">
              <a:latin typeface="Calibri" panose="020F0502020204030204"/>
              <a:cs typeface="Calibri" panose="020F0502020204030204"/>
            </a:endParaRPr>
          </a:p>
          <a:p>
            <a:pPr>
              <a:lnSpc>
                <a:spcPct val="100000"/>
              </a:lnSpc>
              <a:spcBef>
                <a:spcPts val="35"/>
              </a:spcBef>
            </a:pPr>
            <a:endParaRPr sz="2400">
              <a:latin typeface="Calibri" panose="020F0502020204030204"/>
              <a:cs typeface="Calibri" panose="020F0502020204030204"/>
            </a:endParaRPr>
          </a:p>
          <a:p>
            <a:pPr marL="12700" marR="1563370">
              <a:lnSpc>
                <a:spcPct val="100000"/>
              </a:lnSpc>
            </a:pPr>
            <a:r>
              <a:rPr sz="2400" dirty="0">
                <a:latin typeface="Calibri" panose="020F0502020204030204"/>
                <a:cs typeface="Calibri" panose="020F0502020204030204"/>
              </a:rPr>
              <a:t>val</a:t>
            </a:r>
            <a:r>
              <a:rPr sz="2400" spc="-35" dirty="0">
                <a:latin typeface="Calibri" panose="020F0502020204030204"/>
                <a:cs typeface="Calibri" panose="020F0502020204030204"/>
              </a:rPr>
              <a:t> </a:t>
            </a:r>
            <a:r>
              <a:rPr sz="2400" dirty="0">
                <a:latin typeface="Calibri" panose="020F0502020204030204"/>
                <a:cs typeface="Calibri" panose="020F0502020204030204"/>
              </a:rPr>
              <a:t>websites</a:t>
            </a:r>
            <a:r>
              <a:rPr sz="2400" spc="-40" dirty="0">
                <a:latin typeface="Calibri" panose="020F0502020204030204"/>
                <a:cs typeface="Calibri" panose="020F0502020204030204"/>
              </a:rPr>
              <a:t> </a:t>
            </a:r>
            <a:r>
              <a:rPr sz="2400" dirty="0">
                <a:latin typeface="Calibri" panose="020F0502020204030204"/>
                <a:cs typeface="Calibri" panose="020F0502020204030204"/>
              </a:rPr>
              <a:t>=</a:t>
            </a:r>
            <a:r>
              <a:rPr sz="2400" spc="-30" dirty="0">
                <a:latin typeface="Calibri" panose="020F0502020204030204"/>
                <a:cs typeface="Calibri" panose="020F0502020204030204"/>
              </a:rPr>
              <a:t> </a:t>
            </a:r>
            <a:r>
              <a:rPr sz="2400" spc="-10" dirty="0">
                <a:latin typeface="Calibri" panose="020F0502020204030204"/>
                <a:cs typeface="Calibri" panose="020F0502020204030204"/>
              </a:rPr>
              <a:t>sc.parallelize(Seq("Apache</a:t>
            </a:r>
            <a:r>
              <a:rPr sz="2400" spc="-70" dirty="0">
                <a:latin typeface="Calibri" panose="020F0502020204030204"/>
                <a:cs typeface="Calibri" panose="020F0502020204030204"/>
              </a:rPr>
              <a:t> </a:t>
            </a:r>
            <a:r>
              <a:rPr sz="2400" spc="-10" dirty="0">
                <a:latin typeface="Calibri" panose="020F0502020204030204"/>
                <a:cs typeface="Calibri" panose="020F0502020204030204"/>
              </a:rPr>
              <a:t>Spark", "Scala")).map(pwsB.value).collect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4"/>
          <a:stretch>
            <a:fillRect/>
          </a:stretch>
        </p:blipFill>
        <p:spPr>
          <a:xfrm>
            <a:off x="8431354" y="24882"/>
            <a:ext cx="749808" cy="630936"/>
          </a:xfrm>
          <a:prstGeom prst="rect">
            <a:avLst/>
          </a:prstGeom>
        </p:spPr>
      </p:pic>
    </p:spTree>
  </p:cSld>
  <p:clrMapOvr>
    <a:masterClrMapping/>
  </p:clrMapOvr>
  <p:timing>
    <p:tnLst>
      <p:par>
        <p:cTn id="1" dur="indefinite" restart="never" nodeType="tmRoot"/>
      </p:par>
    </p:tnLst>
  </p:timing>
</p:sld>
</file>

<file path=ppt/slides/slide1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3141" y="608169"/>
            <a:ext cx="8057718" cy="1244600"/>
          </a:xfrm>
          <a:prstGeom prst="rect">
            <a:avLst/>
          </a:prstGeom>
        </p:spPr>
        <p:txBody>
          <a:bodyPr vert="horz" wrap="square" lIns="0" tIns="283083" rIns="0" bIns="0" rtlCol="0">
            <a:spAutoFit/>
          </a:bodyPr>
          <a:lstStyle/>
          <a:p>
            <a:pPr marL="2759075">
              <a:lnSpc>
                <a:spcPct val="100000"/>
              </a:lnSpc>
              <a:spcBef>
                <a:spcPts val="105"/>
              </a:spcBef>
            </a:pPr>
            <a:r>
              <a:rPr spc="-10" dirty="0"/>
              <a:t>partitionBy</a:t>
            </a:r>
          </a:p>
        </p:txBody>
      </p:sp>
      <p:sp>
        <p:nvSpPr>
          <p:cNvPr id="3" name="object 3"/>
          <p:cNvSpPr txBox="1"/>
          <p:nvPr/>
        </p:nvSpPr>
        <p:spPr>
          <a:xfrm>
            <a:off x="840739" y="1613661"/>
            <a:ext cx="7209155" cy="2952115"/>
          </a:xfrm>
          <a:prstGeom prst="rect">
            <a:avLst/>
          </a:prstGeom>
        </p:spPr>
        <p:txBody>
          <a:bodyPr vert="horz" wrap="square" lIns="0" tIns="33020" rIns="0" bIns="0" rtlCol="0">
            <a:spAutoFit/>
          </a:bodyPr>
          <a:lstStyle/>
          <a:p>
            <a:pPr marL="355600" marR="5080" indent="-343535">
              <a:lnSpc>
                <a:spcPts val="2800"/>
              </a:lnSpc>
              <a:spcBef>
                <a:spcPts val="260"/>
              </a:spcBef>
              <a:buFont typeface="Arial" panose="020B0604020202020204"/>
              <a:buChar char="•"/>
              <a:tabLst>
                <a:tab pos="355600" algn="l"/>
              </a:tabLst>
            </a:pPr>
            <a:r>
              <a:rPr sz="2400" dirty="0">
                <a:latin typeface="Calibri" panose="020F0502020204030204"/>
                <a:cs typeface="Calibri" panose="020F0502020204030204"/>
              </a:rPr>
              <a:t>This</a:t>
            </a:r>
            <a:r>
              <a:rPr sz="2400" spc="-55" dirty="0">
                <a:latin typeface="Calibri" panose="020F0502020204030204"/>
                <a:cs typeface="Calibri" panose="020F0502020204030204"/>
              </a:rPr>
              <a:t> </a:t>
            </a:r>
            <a:r>
              <a:rPr sz="2400" dirty="0">
                <a:latin typeface="Calibri" panose="020F0502020204030204"/>
                <a:cs typeface="Calibri" panose="020F0502020204030204"/>
              </a:rPr>
              <a:t>function</a:t>
            </a:r>
            <a:r>
              <a:rPr sz="2400" spc="-60" dirty="0">
                <a:latin typeface="Calibri" panose="020F0502020204030204"/>
                <a:cs typeface="Calibri" panose="020F0502020204030204"/>
              </a:rPr>
              <a:t> </a:t>
            </a:r>
            <a:r>
              <a:rPr sz="2400" spc="-10" dirty="0">
                <a:latin typeface="Calibri" panose="020F0502020204030204"/>
                <a:cs typeface="Calibri" panose="020F0502020204030204"/>
              </a:rPr>
              <a:t>operates</a:t>
            </a:r>
            <a:r>
              <a:rPr sz="2400" spc="-65" dirty="0">
                <a:latin typeface="Calibri" panose="020F0502020204030204"/>
                <a:cs typeface="Calibri" panose="020F0502020204030204"/>
              </a:rPr>
              <a:t> </a:t>
            </a:r>
            <a:r>
              <a:rPr sz="2400" dirty="0">
                <a:latin typeface="Calibri" panose="020F0502020204030204"/>
                <a:cs typeface="Calibri" panose="020F0502020204030204"/>
              </a:rPr>
              <a:t>on</a:t>
            </a:r>
            <a:r>
              <a:rPr sz="2400" spc="-50" dirty="0">
                <a:latin typeface="Calibri" panose="020F0502020204030204"/>
                <a:cs typeface="Calibri" panose="020F0502020204030204"/>
              </a:rPr>
              <a:t> </a:t>
            </a:r>
            <a:r>
              <a:rPr sz="2400" dirty="0">
                <a:latin typeface="Calibri" panose="020F0502020204030204"/>
                <a:cs typeface="Calibri" panose="020F0502020204030204"/>
              </a:rPr>
              <a:t>RDDs</a:t>
            </a:r>
            <a:r>
              <a:rPr sz="2400" spc="-70" dirty="0">
                <a:latin typeface="Calibri" panose="020F0502020204030204"/>
                <a:cs typeface="Calibri" panose="020F0502020204030204"/>
              </a:rPr>
              <a:t> </a:t>
            </a:r>
            <a:r>
              <a:rPr sz="2400" dirty="0">
                <a:latin typeface="Calibri" panose="020F0502020204030204"/>
                <a:cs typeface="Calibri" panose="020F0502020204030204"/>
              </a:rPr>
              <a:t>where</a:t>
            </a:r>
            <a:r>
              <a:rPr sz="2400" spc="-55" dirty="0">
                <a:latin typeface="Calibri" panose="020F0502020204030204"/>
                <a:cs typeface="Calibri" panose="020F0502020204030204"/>
              </a:rPr>
              <a:t> </a:t>
            </a:r>
            <a:r>
              <a:rPr sz="2400" dirty="0">
                <a:latin typeface="Calibri" panose="020F0502020204030204"/>
                <a:cs typeface="Calibri" panose="020F0502020204030204"/>
              </a:rPr>
              <a:t>every</a:t>
            </a:r>
            <a:r>
              <a:rPr sz="2400" spc="-65" dirty="0">
                <a:latin typeface="Calibri" panose="020F0502020204030204"/>
                <a:cs typeface="Calibri" panose="020F0502020204030204"/>
              </a:rPr>
              <a:t> </a:t>
            </a:r>
            <a:r>
              <a:rPr sz="2400" dirty="0">
                <a:latin typeface="Calibri" panose="020F0502020204030204"/>
                <a:cs typeface="Calibri" panose="020F0502020204030204"/>
              </a:rPr>
              <a:t>element</a:t>
            </a:r>
            <a:r>
              <a:rPr sz="2400" spc="-65" dirty="0">
                <a:latin typeface="Calibri" panose="020F0502020204030204"/>
                <a:cs typeface="Calibri" panose="020F0502020204030204"/>
              </a:rPr>
              <a:t> </a:t>
            </a:r>
            <a:r>
              <a:rPr sz="2400" spc="-25" dirty="0">
                <a:latin typeface="Calibri" panose="020F0502020204030204"/>
                <a:cs typeface="Calibri" panose="020F0502020204030204"/>
              </a:rPr>
              <a:t>is </a:t>
            </a:r>
            <a:r>
              <a:rPr sz="2400" dirty="0">
                <a:latin typeface="Calibri" panose="020F0502020204030204"/>
                <a:cs typeface="Calibri" panose="020F0502020204030204"/>
              </a:rPr>
              <a:t>of</a:t>
            </a:r>
            <a:r>
              <a:rPr sz="2400" spc="-30" dirty="0">
                <a:latin typeface="Calibri" panose="020F0502020204030204"/>
                <a:cs typeface="Calibri" panose="020F0502020204030204"/>
              </a:rPr>
              <a:t> </a:t>
            </a:r>
            <a:r>
              <a:rPr sz="2400" dirty="0">
                <a:latin typeface="Calibri" panose="020F0502020204030204"/>
                <a:cs typeface="Calibri" panose="020F0502020204030204"/>
              </a:rPr>
              <a:t>the</a:t>
            </a:r>
            <a:r>
              <a:rPr sz="2400" spc="-20" dirty="0">
                <a:latin typeface="Calibri" panose="020F0502020204030204"/>
                <a:cs typeface="Calibri" panose="020F0502020204030204"/>
              </a:rPr>
              <a:t> </a:t>
            </a:r>
            <a:r>
              <a:rPr sz="2400" dirty="0">
                <a:latin typeface="Calibri" panose="020F0502020204030204"/>
                <a:cs typeface="Calibri" panose="020F0502020204030204"/>
              </a:rPr>
              <a:t>form</a:t>
            </a:r>
            <a:r>
              <a:rPr sz="2400" spc="-15" dirty="0">
                <a:latin typeface="Calibri" panose="020F0502020204030204"/>
                <a:cs typeface="Calibri" panose="020F0502020204030204"/>
              </a:rPr>
              <a:t> </a:t>
            </a:r>
            <a:r>
              <a:rPr sz="2400" dirty="0">
                <a:latin typeface="Calibri" panose="020F0502020204030204"/>
                <a:cs typeface="Calibri" panose="020F0502020204030204"/>
              </a:rPr>
              <a:t>list(K,</a:t>
            </a:r>
            <a:r>
              <a:rPr sz="2400" spc="-45" dirty="0">
                <a:latin typeface="Calibri" panose="020F0502020204030204"/>
                <a:cs typeface="Calibri" panose="020F0502020204030204"/>
              </a:rPr>
              <a:t> </a:t>
            </a:r>
            <a:r>
              <a:rPr sz="2400" dirty="0">
                <a:latin typeface="Calibri" panose="020F0502020204030204"/>
                <a:cs typeface="Calibri" panose="020F0502020204030204"/>
              </a:rPr>
              <a:t>V)</a:t>
            </a:r>
            <a:r>
              <a:rPr sz="2400" spc="-25" dirty="0">
                <a:latin typeface="Calibri" panose="020F0502020204030204"/>
                <a:cs typeface="Calibri" panose="020F0502020204030204"/>
              </a:rPr>
              <a:t> </a:t>
            </a:r>
            <a:r>
              <a:rPr sz="2400" dirty="0">
                <a:latin typeface="Calibri" panose="020F0502020204030204"/>
                <a:cs typeface="Calibri" panose="020F0502020204030204"/>
              </a:rPr>
              <a:t>or</a:t>
            </a:r>
            <a:r>
              <a:rPr sz="2400" spc="-25" dirty="0">
                <a:latin typeface="Calibri" panose="020F0502020204030204"/>
                <a:cs typeface="Calibri" panose="020F0502020204030204"/>
              </a:rPr>
              <a:t> </a:t>
            </a:r>
            <a:r>
              <a:rPr sz="2400" dirty="0">
                <a:latin typeface="Calibri" panose="020F0502020204030204"/>
                <a:cs typeface="Calibri" panose="020F0502020204030204"/>
              </a:rPr>
              <a:t>c(K,</a:t>
            </a:r>
            <a:r>
              <a:rPr sz="2400" spc="-45" dirty="0">
                <a:latin typeface="Calibri" panose="020F0502020204030204"/>
                <a:cs typeface="Calibri" panose="020F0502020204030204"/>
              </a:rPr>
              <a:t> </a:t>
            </a:r>
            <a:r>
              <a:rPr sz="2400" spc="-25" dirty="0">
                <a:latin typeface="Calibri" panose="020F0502020204030204"/>
                <a:cs typeface="Calibri" panose="020F0502020204030204"/>
              </a:rPr>
              <a:t>V).</a:t>
            </a:r>
            <a:endParaRPr sz="2400">
              <a:latin typeface="Calibri" panose="020F0502020204030204"/>
              <a:cs typeface="Calibri" panose="020F0502020204030204"/>
            </a:endParaRPr>
          </a:p>
          <a:p>
            <a:pPr marL="355600" marR="38735" indent="-343535">
              <a:lnSpc>
                <a:spcPct val="99000"/>
              </a:lnSpc>
              <a:spcBef>
                <a:spcPts val="2920"/>
              </a:spcBef>
              <a:buFont typeface="Arial" panose="020B0604020202020204"/>
              <a:buChar char="•"/>
              <a:tabLst>
                <a:tab pos="355600" algn="l"/>
              </a:tabLst>
            </a:pPr>
            <a:r>
              <a:rPr sz="2400" dirty="0">
                <a:latin typeface="Calibri" panose="020F0502020204030204"/>
                <a:cs typeface="Calibri" panose="020F0502020204030204"/>
              </a:rPr>
              <a:t>For</a:t>
            </a:r>
            <a:r>
              <a:rPr sz="2400" spc="-50" dirty="0">
                <a:latin typeface="Calibri" panose="020F0502020204030204"/>
                <a:cs typeface="Calibri" panose="020F0502020204030204"/>
              </a:rPr>
              <a:t> </a:t>
            </a:r>
            <a:r>
              <a:rPr sz="2400" dirty="0">
                <a:latin typeface="Calibri" panose="020F0502020204030204"/>
                <a:cs typeface="Calibri" panose="020F0502020204030204"/>
              </a:rPr>
              <a:t>each</a:t>
            </a:r>
            <a:r>
              <a:rPr sz="2400" spc="-45" dirty="0">
                <a:latin typeface="Calibri" panose="020F0502020204030204"/>
                <a:cs typeface="Calibri" panose="020F0502020204030204"/>
              </a:rPr>
              <a:t> </a:t>
            </a:r>
            <a:r>
              <a:rPr sz="2400" dirty="0">
                <a:latin typeface="Calibri" panose="020F0502020204030204"/>
                <a:cs typeface="Calibri" panose="020F0502020204030204"/>
              </a:rPr>
              <a:t>element</a:t>
            </a:r>
            <a:r>
              <a:rPr sz="2400" spc="-50" dirty="0">
                <a:latin typeface="Calibri" panose="020F0502020204030204"/>
                <a:cs typeface="Calibri" panose="020F0502020204030204"/>
              </a:rPr>
              <a:t> </a:t>
            </a:r>
            <a:r>
              <a:rPr sz="2400" dirty="0">
                <a:latin typeface="Calibri" panose="020F0502020204030204"/>
                <a:cs typeface="Calibri" panose="020F0502020204030204"/>
              </a:rPr>
              <a:t>of</a:t>
            </a:r>
            <a:r>
              <a:rPr sz="2400" spc="-40" dirty="0">
                <a:latin typeface="Calibri" panose="020F0502020204030204"/>
                <a:cs typeface="Calibri" panose="020F0502020204030204"/>
              </a:rPr>
              <a:t> </a:t>
            </a:r>
            <a:r>
              <a:rPr sz="2400" dirty="0">
                <a:latin typeface="Calibri" panose="020F0502020204030204"/>
                <a:cs typeface="Calibri" panose="020F0502020204030204"/>
              </a:rPr>
              <a:t>this</a:t>
            </a:r>
            <a:r>
              <a:rPr sz="2400" spc="-45" dirty="0">
                <a:latin typeface="Calibri" panose="020F0502020204030204"/>
                <a:cs typeface="Calibri" panose="020F0502020204030204"/>
              </a:rPr>
              <a:t> </a:t>
            </a:r>
            <a:r>
              <a:rPr sz="2400" dirty="0">
                <a:latin typeface="Calibri" panose="020F0502020204030204"/>
                <a:cs typeface="Calibri" panose="020F0502020204030204"/>
              </a:rPr>
              <a:t>RDD,</a:t>
            </a:r>
            <a:r>
              <a:rPr sz="2400" spc="-50" dirty="0">
                <a:latin typeface="Calibri" panose="020F0502020204030204"/>
                <a:cs typeface="Calibri" panose="020F0502020204030204"/>
              </a:rPr>
              <a:t> </a:t>
            </a:r>
            <a:r>
              <a:rPr sz="2400" dirty="0">
                <a:latin typeface="Calibri" panose="020F0502020204030204"/>
                <a:cs typeface="Calibri" panose="020F0502020204030204"/>
              </a:rPr>
              <a:t>the</a:t>
            </a:r>
            <a:r>
              <a:rPr sz="2400" spc="-65" dirty="0">
                <a:latin typeface="Calibri" panose="020F0502020204030204"/>
                <a:cs typeface="Calibri" panose="020F0502020204030204"/>
              </a:rPr>
              <a:t> </a:t>
            </a:r>
            <a:r>
              <a:rPr sz="2400" dirty="0">
                <a:latin typeface="Calibri" panose="020F0502020204030204"/>
                <a:cs typeface="Calibri" panose="020F0502020204030204"/>
              </a:rPr>
              <a:t>partitioner</a:t>
            </a:r>
            <a:r>
              <a:rPr sz="2400" spc="-60" dirty="0">
                <a:latin typeface="Calibri" panose="020F0502020204030204"/>
                <a:cs typeface="Calibri" panose="020F0502020204030204"/>
              </a:rPr>
              <a:t> </a:t>
            </a:r>
            <a:r>
              <a:rPr sz="2400" dirty="0">
                <a:latin typeface="Calibri" panose="020F0502020204030204"/>
                <a:cs typeface="Calibri" panose="020F0502020204030204"/>
              </a:rPr>
              <a:t>is</a:t>
            </a:r>
            <a:r>
              <a:rPr sz="2400" spc="-40" dirty="0">
                <a:latin typeface="Calibri" panose="020F0502020204030204"/>
                <a:cs typeface="Calibri" panose="020F0502020204030204"/>
              </a:rPr>
              <a:t> </a:t>
            </a:r>
            <a:r>
              <a:rPr sz="2400" dirty="0">
                <a:latin typeface="Calibri" panose="020F0502020204030204"/>
                <a:cs typeface="Calibri" panose="020F0502020204030204"/>
              </a:rPr>
              <a:t>used</a:t>
            </a:r>
            <a:r>
              <a:rPr sz="2400" spc="-40" dirty="0">
                <a:latin typeface="Calibri" panose="020F0502020204030204"/>
                <a:cs typeface="Calibri" panose="020F0502020204030204"/>
              </a:rPr>
              <a:t> </a:t>
            </a:r>
            <a:r>
              <a:rPr sz="2400" spc="-25" dirty="0">
                <a:latin typeface="Calibri" panose="020F0502020204030204"/>
                <a:cs typeface="Calibri" panose="020F0502020204030204"/>
              </a:rPr>
              <a:t>to </a:t>
            </a:r>
            <a:r>
              <a:rPr sz="2400" dirty="0">
                <a:latin typeface="Calibri" panose="020F0502020204030204"/>
                <a:cs typeface="Calibri" panose="020F0502020204030204"/>
              </a:rPr>
              <a:t>compute</a:t>
            </a:r>
            <a:r>
              <a:rPr sz="2400" spc="-40" dirty="0">
                <a:latin typeface="Calibri" panose="020F0502020204030204"/>
                <a:cs typeface="Calibri" panose="020F0502020204030204"/>
              </a:rPr>
              <a:t> </a:t>
            </a:r>
            <a:r>
              <a:rPr sz="2400" dirty="0">
                <a:latin typeface="Calibri" panose="020F0502020204030204"/>
                <a:cs typeface="Calibri" panose="020F0502020204030204"/>
              </a:rPr>
              <a:t>a</a:t>
            </a:r>
            <a:r>
              <a:rPr sz="2400" spc="-40" dirty="0">
                <a:latin typeface="Calibri" panose="020F0502020204030204"/>
                <a:cs typeface="Calibri" panose="020F0502020204030204"/>
              </a:rPr>
              <a:t> </a:t>
            </a:r>
            <a:r>
              <a:rPr sz="2400" dirty="0">
                <a:latin typeface="Calibri" panose="020F0502020204030204"/>
                <a:cs typeface="Calibri" panose="020F0502020204030204"/>
              </a:rPr>
              <a:t>hash</a:t>
            </a:r>
            <a:r>
              <a:rPr sz="2400" spc="-40" dirty="0">
                <a:latin typeface="Calibri" panose="020F0502020204030204"/>
                <a:cs typeface="Calibri" panose="020F0502020204030204"/>
              </a:rPr>
              <a:t> </a:t>
            </a:r>
            <a:r>
              <a:rPr sz="2400" dirty="0">
                <a:latin typeface="Calibri" panose="020F0502020204030204"/>
                <a:cs typeface="Calibri" panose="020F0502020204030204"/>
              </a:rPr>
              <a:t>function</a:t>
            </a:r>
            <a:r>
              <a:rPr sz="2400" spc="-40" dirty="0">
                <a:latin typeface="Calibri" panose="020F0502020204030204"/>
                <a:cs typeface="Calibri" panose="020F0502020204030204"/>
              </a:rPr>
              <a:t> </a:t>
            </a:r>
            <a:r>
              <a:rPr sz="2400" dirty="0">
                <a:latin typeface="Calibri" panose="020F0502020204030204"/>
                <a:cs typeface="Calibri" panose="020F0502020204030204"/>
              </a:rPr>
              <a:t>and</a:t>
            </a:r>
            <a:r>
              <a:rPr sz="2400" spc="-40" dirty="0">
                <a:latin typeface="Calibri" panose="020F0502020204030204"/>
                <a:cs typeface="Calibri" panose="020F0502020204030204"/>
              </a:rPr>
              <a:t> </a:t>
            </a:r>
            <a:r>
              <a:rPr sz="2400" dirty="0">
                <a:latin typeface="Calibri" panose="020F0502020204030204"/>
                <a:cs typeface="Calibri" panose="020F0502020204030204"/>
              </a:rPr>
              <a:t>the</a:t>
            </a:r>
            <a:r>
              <a:rPr sz="2400" spc="-40" dirty="0">
                <a:latin typeface="Calibri" panose="020F0502020204030204"/>
                <a:cs typeface="Calibri" panose="020F0502020204030204"/>
              </a:rPr>
              <a:t> </a:t>
            </a:r>
            <a:r>
              <a:rPr sz="2400" dirty="0">
                <a:latin typeface="Calibri" panose="020F0502020204030204"/>
                <a:cs typeface="Calibri" panose="020F0502020204030204"/>
              </a:rPr>
              <a:t>RDD</a:t>
            </a:r>
            <a:r>
              <a:rPr sz="2400" spc="-50" dirty="0">
                <a:latin typeface="Calibri" panose="020F0502020204030204"/>
                <a:cs typeface="Calibri" panose="020F0502020204030204"/>
              </a:rPr>
              <a:t> </a:t>
            </a:r>
            <a:r>
              <a:rPr sz="2400" dirty="0">
                <a:latin typeface="Calibri" panose="020F0502020204030204"/>
                <a:cs typeface="Calibri" panose="020F0502020204030204"/>
              </a:rPr>
              <a:t>is</a:t>
            </a:r>
            <a:r>
              <a:rPr sz="2400" spc="-40" dirty="0">
                <a:latin typeface="Calibri" panose="020F0502020204030204"/>
                <a:cs typeface="Calibri" panose="020F0502020204030204"/>
              </a:rPr>
              <a:t> </a:t>
            </a:r>
            <a:r>
              <a:rPr sz="2400" spc="-10" dirty="0">
                <a:latin typeface="Calibri" panose="020F0502020204030204"/>
                <a:cs typeface="Calibri" panose="020F0502020204030204"/>
              </a:rPr>
              <a:t>partitioned </a:t>
            </a:r>
            <a:r>
              <a:rPr sz="2400" dirty="0">
                <a:latin typeface="Calibri" panose="020F0502020204030204"/>
                <a:cs typeface="Calibri" panose="020F0502020204030204"/>
              </a:rPr>
              <a:t>using</a:t>
            </a:r>
            <a:r>
              <a:rPr sz="2400" spc="-15" dirty="0">
                <a:latin typeface="Calibri" panose="020F0502020204030204"/>
                <a:cs typeface="Calibri" panose="020F0502020204030204"/>
              </a:rPr>
              <a:t> </a:t>
            </a:r>
            <a:r>
              <a:rPr sz="2400" dirty="0">
                <a:latin typeface="Calibri" panose="020F0502020204030204"/>
                <a:cs typeface="Calibri" panose="020F0502020204030204"/>
              </a:rPr>
              <a:t>this</a:t>
            </a:r>
            <a:r>
              <a:rPr sz="2400" spc="-15" dirty="0">
                <a:latin typeface="Calibri" panose="020F0502020204030204"/>
                <a:cs typeface="Calibri" panose="020F0502020204030204"/>
              </a:rPr>
              <a:t> </a:t>
            </a:r>
            <a:r>
              <a:rPr sz="2400" dirty="0">
                <a:latin typeface="Calibri" panose="020F0502020204030204"/>
                <a:cs typeface="Calibri" panose="020F0502020204030204"/>
              </a:rPr>
              <a:t>hash</a:t>
            </a:r>
            <a:r>
              <a:rPr sz="2400" spc="-15" dirty="0">
                <a:latin typeface="Calibri" panose="020F0502020204030204"/>
                <a:cs typeface="Calibri" panose="020F0502020204030204"/>
              </a:rPr>
              <a:t> </a:t>
            </a:r>
            <a:r>
              <a:rPr sz="2400" spc="-10" dirty="0">
                <a:latin typeface="Calibri" panose="020F0502020204030204"/>
                <a:cs typeface="Calibri" panose="020F0502020204030204"/>
              </a:rPr>
              <a:t>value.</a:t>
            </a:r>
            <a:endParaRPr sz="2400">
              <a:latin typeface="Calibri" panose="020F0502020204030204"/>
              <a:cs typeface="Calibri" panose="020F0502020204030204"/>
            </a:endParaRPr>
          </a:p>
          <a:p>
            <a:pPr>
              <a:lnSpc>
                <a:spcPct val="100000"/>
              </a:lnSpc>
              <a:spcBef>
                <a:spcPts val="35"/>
              </a:spcBef>
              <a:buFont typeface="Arial" panose="020B0604020202020204"/>
              <a:buChar char="•"/>
            </a:pPr>
            <a:endParaRPr sz="2400">
              <a:latin typeface="Calibri" panose="020F0502020204030204"/>
              <a:cs typeface="Calibri" panose="020F0502020204030204"/>
            </a:endParaRPr>
          </a:p>
          <a:p>
            <a:pPr marL="355600" indent="-342900">
              <a:lnSpc>
                <a:spcPct val="100000"/>
              </a:lnSpc>
              <a:buFont typeface="Arial" panose="020B0604020202020204"/>
              <a:buChar char="•"/>
              <a:tabLst>
                <a:tab pos="355600" algn="l"/>
              </a:tabLst>
            </a:pPr>
            <a:r>
              <a:rPr sz="2400" spc="-10" dirty="0">
                <a:latin typeface="Calibri" panose="020F0502020204030204"/>
                <a:cs typeface="Calibri" panose="020F0502020204030204"/>
              </a:rPr>
              <a:t>partitionBy(rdd,</a:t>
            </a:r>
            <a:r>
              <a:rPr sz="2400" spc="-65" dirty="0">
                <a:latin typeface="Calibri" panose="020F0502020204030204"/>
                <a:cs typeface="Calibri" panose="020F0502020204030204"/>
              </a:rPr>
              <a:t> </a:t>
            </a:r>
            <a:r>
              <a:rPr sz="2400" dirty="0">
                <a:latin typeface="Calibri" panose="020F0502020204030204"/>
                <a:cs typeface="Calibri" panose="020F0502020204030204"/>
              </a:rPr>
              <a:t>numPartitions,</a:t>
            </a:r>
            <a:r>
              <a:rPr sz="2400" spc="-55" dirty="0">
                <a:latin typeface="Calibri" panose="020F0502020204030204"/>
                <a:cs typeface="Calibri" panose="020F0502020204030204"/>
              </a:rPr>
              <a:t> </a:t>
            </a:r>
            <a:r>
              <a:rPr sz="2400" spc="-20" dirty="0">
                <a:latin typeface="Calibri" panose="020F0502020204030204"/>
                <a:cs typeface="Calibri" panose="020F0502020204030204"/>
              </a:rPr>
              <a:t>...)</a:t>
            </a:r>
            <a:endParaRPr sz="2400">
              <a:latin typeface="Calibri" panose="020F0502020204030204"/>
              <a:cs typeface="Calibri" panose="020F0502020204030204"/>
            </a:endParaRPr>
          </a:p>
        </p:txBody>
      </p:sp>
      <p:pic>
        <p:nvPicPr>
          <p:cNvPr id="4" name="Picture 3"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2646046" y="788074"/>
            <a:ext cx="3547110" cy="697230"/>
          </a:xfrm>
          <a:prstGeom prst="rect">
            <a:avLst/>
          </a:prstGeom>
        </p:spPr>
        <p:txBody>
          <a:bodyPr vert="horz" wrap="square" lIns="0" tIns="13335" rIns="0" bIns="0" rtlCol="0">
            <a:spAutoFit/>
          </a:bodyPr>
          <a:lstStyle/>
          <a:p>
            <a:pPr marL="12700">
              <a:lnSpc>
                <a:spcPct val="100000"/>
              </a:lnSpc>
              <a:spcBef>
                <a:spcPts val="105"/>
              </a:spcBef>
              <a:tabLst>
                <a:tab pos="1652270" algn="l"/>
              </a:tabLst>
            </a:pPr>
            <a:r>
              <a:rPr spc="-10" dirty="0"/>
              <a:t>Check</a:t>
            </a:r>
            <a:r>
              <a:rPr dirty="0"/>
              <a:t>	</a:t>
            </a:r>
            <a:r>
              <a:rPr spc="-10" dirty="0"/>
              <a:t>pointing</a:t>
            </a:r>
          </a:p>
        </p:txBody>
      </p:sp>
      <p:sp>
        <p:nvSpPr>
          <p:cNvPr id="3" name="object 3"/>
          <p:cNvSpPr txBox="1"/>
          <p:nvPr/>
        </p:nvSpPr>
        <p:spPr>
          <a:xfrm>
            <a:off x="840739" y="1537461"/>
            <a:ext cx="6899909" cy="2221230"/>
          </a:xfrm>
          <a:prstGeom prst="rect">
            <a:avLst/>
          </a:prstGeom>
        </p:spPr>
        <p:txBody>
          <a:bodyPr vert="horz" wrap="square" lIns="0" tIns="33020" rIns="0" bIns="0" rtlCol="0">
            <a:spAutoFit/>
          </a:bodyPr>
          <a:lstStyle/>
          <a:p>
            <a:pPr marL="299085" marR="546100" indent="-287020">
              <a:lnSpc>
                <a:spcPts val="2800"/>
              </a:lnSpc>
              <a:spcBef>
                <a:spcPts val="260"/>
              </a:spcBef>
              <a:buFont typeface="Arial" panose="020B0604020202020204"/>
              <a:buChar char="•"/>
              <a:tabLst>
                <a:tab pos="299085" algn="l"/>
              </a:tabLst>
            </a:pPr>
            <a:r>
              <a:rPr sz="2400" dirty="0">
                <a:latin typeface="Calibri" panose="020F0502020204030204"/>
                <a:cs typeface="Calibri" panose="020F0502020204030204"/>
              </a:rPr>
              <a:t>When</a:t>
            </a:r>
            <a:r>
              <a:rPr sz="2400" spc="-70" dirty="0">
                <a:latin typeface="Calibri" panose="020F0502020204030204"/>
                <a:cs typeface="Calibri" panose="020F0502020204030204"/>
              </a:rPr>
              <a:t> </a:t>
            </a:r>
            <a:r>
              <a:rPr sz="2400" dirty="0">
                <a:latin typeface="Calibri" panose="020F0502020204030204"/>
                <a:cs typeface="Calibri" panose="020F0502020204030204"/>
              </a:rPr>
              <a:t>a</a:t>
            </a:r>
            <a:r>
              <a:rPr sz="2400" spc="-65" dirty="0">
                <a:latin typeface="Calibri" panose="020F0502020204030204"/>
                <a:cs typeface="Calibri" panose="020F0502020204030204"/>
              </a:rPr>
              <a:t> </a:t>
            </a:r>
            <a:r>
              <a:rPr sz="2400" dirty="0">
                <a:latin typeface="Calibri" panose="020F0502020204030204"/>
                <a:cs typeface="Calibri" panose="020F0502020204030204"/>
              </a:rPr>
              <a:t>worker</a:t>
            </a:r>
            <a:r>
              <a:rPr sz="2400" spc="-65" dirty="0">
                <a:latin typeface="Calibri" panose="020F0502020204030204"/>
                <a:cs typeface="Calibri" panose="020F0502020204030204"/>
              </a:rPr>
              <a:t> </a:t>
            </a:r>
            <a:r>
              <a:rPr sz="2400" dirty="0">
                <a:latin typeface="Calibri" panose="020F0502020204030204"/>
                <a:cs typeface="Calibri" panose="020F0502020204030204"/>
              </a:rPr>
              <a:t>node</a:t>
            </a:r>
            <a:r>
              <a:rPr sz="2400" spc="-55" dirty="0">
                <a:latin typeface="Calibri" panose="020F0502020204030204"/>
                <a:cs typeface="Calibri" panose="020F0502020204030204"/>
              </a:rPr>
              <a:t> </a:t>
            </a:r>
            <a:r>
              <a:rPr sz="2400" dirty="0">
                <a:latin typeface="Calibri" panose="020F0502020204030204"/>
                <a:cs typeface="Calibri" panose="020F0502020204030204"/>
              </a:rPr>
              <a:t>dies,</a:t>
            </a:r>
            <a:r>
              <a:rPr sz="2400" spc="-60" dirty="0">
                <a:latin typeface="Calibri" panose="020F0502020204030204"/>
                <a:cs typeface="Calibri" panose="020F0502020204030204"/>
              </a:rPr>
              <a:t> </a:t>
            </a:r>
            <a:r>
              <a:rPr sz="2400" dirty="0">
                <a:latin typeface="Calibri" panose="020F0502020204030204"/>
                <a:cs typeface="Calibri" panose="020F0502020204030204"/>
              </a:rPr>
              <a:t>any</a:t>
            </a:r>
            <a:r>
              <a:rPr sz="2400" spc="-60" dirty="0">
                <a:latin typeface="Calibri" panose="020F0502020204030204"/>
                <a:cs typeface="Calibri" panose="020F0502020204030204"/>
              </a:rPr>
              <a:t> </a:t>
            </a:r>
            <a:r>
              <a:rPr sz="2400" spc="-10" dirty="0">
                <a:latin typeface="Calibri" panose="020F0502020204030204"/>
                <a:cs typeface="Calibri" panose="020F0502020204030204"/>
              </a:rPr>
              <a:t>intermediate</a:t>
            </a:r>
            <a:r>
              <a:rPr sz="2400" spc="-75" dirty="0">
                <a:latin typeface="Calibri" panose="020F0502020204030204"/>
                <a:cs typeface="Calibri" panose="020F0502020204030204"/>
              </a:rPr>
              <a:t> </a:t>
            </a:r>
            <a:r>
              <a:rPr sz="2400" spc="-20" dirty="0">
                <a:latin typeface="Calibri" panose="020F0502020204030204"/>
                <a:cs typeface="Calibri" panose="020F0502020204030204"/>
              </a:rPr>
              <a:t>data </a:t>
            </a:r>
            <a:r>
              <a:rPr sz="2400" dirty="0">
                <a:latin typeface="Calibri" panose="020F0502020204030204"/>
                <a:cs typeface="Calibri" panose="020F0502020204030204"/>
              </a:rPr>
              <a:t>stored</a:t>
            </a:r>
            <a:r>
              <a:rPr sz="2400" spc="-40" dirty="0">
                <a:latin typeface="Calibri" panose="020F0502020204030204"/>
                <a:cs typeface="Calibri" panose="020F0502020204030204"/>
              </a:rPr>
              <a:t> </a:t>
            </a:r>
            <a:r>
              <a:rPr sz="2400" dirty="0">
                <a:latin typeface="Calibri" panose="020F0502020204030204"/>
                <a:cs typeface="Calibri" panose="020F0502020204030204"/>
              </a:rPr>
              <a:t>on</a:t>
            </a:r>
            <a:r>
              <a:rPr sz="2400" spc="-35" dirty="0">
                <a:latin typeface="Calibri" panose="020F0502020204030204"/>
                <a:cs typeface="Calibri" panose="020F0502020204030204"/>
              </a:rPr>
              <a:t> </a:t>
            </a:r>
            <a:r>
              <a:rPr sz="2400" dirty="0">
                <a:latin typeface="Calibri" panose="020F0502020204030204"/>
                <a:cs typeface="Calibri" panose="020F0502020204030204"/>
              </a:rPr>
              <a:t>the</a:t>
            </a:r>
            <a:r>
              <a:rPr sz="2400" spc="-30" dirty="0">
                <a:latin typeface="Calibri" panose="020F0502020204030204"/>
                <a:cs typeface="Calibri" panose="020F0502020204030204"/>
              </a:rPr>
              <a:t> </a:t>
            </a:r>
            <a:r>
              <a:rPr sz="2400" spc="-10" dirty="0">
                <a:latin typeface="Calibri" panose="020F0502020204030204"/>
                <a:cs typeface="Calibri" panose="020F0502020204030204"/>
              </a:rPr>
              <a:t>executor</a:t>
            </a:r>
            <a:r>
              <a:rPr sz="2400" spc="-60" dirty="0">
                <a:latin typeface="Calibri" panose="020F0502020204030204"/>
                <a:cs typeface="Calibri" panose="020F0502020204030204"/>
              </a:rPr>
              <a:t> </a:t>
            </a:r>
            <a:r>
              <a:rPr sz="2400" dirty="0">
                <a:latin typeface="Calibri" panose="020F0502020204030204"/>
                <a:cs typeface="Calibri" panose="020F0502020204030204"/>
              </a:rPr>
              <a:t>has</a:t>
            </a:r>
            <a:r>
              <a:rPr sz="2400" spc="-35" dirty="0">
                <a:latin typeface="Calibri" panose="020F0502020204030204"/>
                <a:cs typeface="Calibri" panose="020F0502020204030204"/>
              </a:rPr>
              <a:t> </a:t>
            </a:r>
            <a:r>
              <a:rPr sz="2400" dirty="0">
                <a:latin typeface="Calibri" panose="020F0502020204030204"/>
                <a:cs typeface="Calibri" panose="020F0502020204030204"/>
              </a:rPr>
              <a:t>to</a:t>
            </a:r>
            <a:r>
              <a:rPr sz="2400" spc="-35" dirty="0">
                <a:latin typeface="Calibri" panose="020F0502020204030204"/>
                <a:cs typeface="Calibri" panose="020F0502020204030204"/>
              </a:rPr>
              <a:t> </a:t>
            </a:r>
            <a:r>
              <a:rPr sz="2400" dirty="0">
                <a:latin typeface="Calibri" panose="020F0502020204030204"/>
                <a:cs typeface="Calibri" panose="020F0502020204030204"/>
              </a:rPr>
              <a:t>be</a:t>
            </a:r>
            <a:r>
              <a:rPr sz="2400" spc="-80" dirty="0">
                <a:latin typeface="Calibri" panose="020F0502020204030204"/>
                <a:cs typeface="Calibri" panose="020F0502020204030204"/>
              </a:rPr>
              <a:t> </a:t>
            </a:r>
            <a:r>
              <a:rPr sz="2400" spc="-30" dirty="0">
                <a:latin typeface="Calibri" panose="020F0502020204030204"/>
                <a:cs typeface="Calibri" panose="020F0502020204030204"/>
              </a:rPr>
              <a:t>re-</a:t>
            </a:r>
            <a:r>
              <a:rPr sz="2400" spc="-10" dirty="0">
                <a:latin typeface="Calibri" panose="020F0502020204030204"/>
                <a:cs typeface="Calibri" panose="020F0502020204030204"/>
              </a:rPr>
              <a:t>computed</a:t>
            </a:r>
            <a:endParaRPr sz="2400">
              <a:latin typeface="Calibri" panose="020F0502020204030204"/>
              <a:cs typeface="Calibri" panose="020F0502020204030204"/>
            </a:endParaRPr>
          </a:p>
          <a:p>
            <a:pPr marL="299085" marR="132715" indent="-287020">
              <a:lnSpc>
                <a:spcPts val="2800"/>
              </a:lnSpc>
              <a:spcBef>
                <a:spcPts val="160"/>
              </a:spcBef>
              <a:buFont typeface="Arial" panose="020B0604020202020204"/>
              <a:buChar char="•"/>
              <a:tabLst>
                <a:tab pos="299085" algn="l"/>
                <a:tab pos="706120" algn="l"/>
              </a:tabLst>
            </a:pPr>
            <a:r>
              <a:rPr sz="2400" dirty="0">
                <a:latin typeface="Calibri" panose="020F0502020204030204"/>
                <a:cs typeface="Calibri" panose="020F0502020204030204"/>
              </a:rPr>
              <a:t>When</a:t>
            </a:r>
            <a:r>
              <a:rPr sz="2400" spc="-45" dirty="0">
                <a:latin typeface="Calibri" panose="020F0502020204030204"/>
                <a:cs typeface="Calibri" panose="020F0502020204030204"/>
              </a:rPr>
              <a:t> </a:t>
            </a:r>
            <a:r>
              <a:rPr sz="2400" dirty="0">
                <a:latin typeface="Calibri" panose="020F0502020204030204"/>
                <a:cs typeface="Calibri" panose="020F0502020204030204"/>
              </a:rPr>
              <a:t>the</a:t>
            </a:r>
            <a:r>
              <a:rPr sz="2400" spc="-30" dirty="0">
                <a:latin typeface="Calibri" panose="020F0502020204030204"/>
                <a:cs typeface="Calibri" panose="020F0502020204030204"/>
              </a:rPr>
              <a:t> </a:t>
            </a:r>
            <a:r>
              <a:rPr sz="2400" dirty="0">
                <a:latin typeface="Calibri" panose="020F0502020204030204"/>
                <a:cs typeface="Calibri" panose="020F0502020204030204"/>
              </a:rPr>
              <a:t>lineage</a:t>
            </a:r>
            <a:r>
              <a:rPr sz="2400" spc="-35" dirty="0">
                <a:latin typeface="Calibri" panose="020F0502020204030204"/>
                <a:cs typeface="Calibri" panose="020F0502020204030204"/>
              </a:rPr>
              <a:t> </a:t>
            </a:r>
            <a:r>
              <a:rPr sz="2400" dirty="0">
                <a:latin typeface="Calibri" panose="020F0502020204030204"/>
                <a:cs typeface="Calibri" panose="020F0502020204030204"/>
              </a:rPr>
              <a:t>gets</a:t>
            </a:r>
            <a:r>
              <a:rPr sz="2400" spc="-55" dirty="0">
                <a:latin typeface="Calibri" panose="020F0502020204030204"/>
                <a:cs typeface="Calibri" panose="020F0502020204030204"/>
              </a:rPr>
              <a:t> </a:t>
            </a:r>
            <a:r>
              <a:rPr sz="2400" dirty="0">
                <a:latin typeface="Calibri" panose="020F0502020204030204"/>
                <a:cs typeface="Calibri" panose="020F0502020204030204"/>
              </a:rPr>
              <a:t>too</a:t>
            </a:r>
            <a:r>
              <a:rPr sz="2400" spc="-45" dirty="0">
                <a:latin typeface="Calibri" panose="020F0502020204030204"/>
                <a:cs typeface="Calibri" panose="020F0502020204030204"/>
              </a:rPr>
              <a:t> </a:t>
            </a:r>
            <a:r>
              <a:rPr sz="2400" dirty="0">
                <a:latin typeface="Calibri" panose="020F0502020204030204"/>
                <a:cs typeface="Calibri" panose="020F0502020204030204"/>
              </a:rPr>
              <a:t>long,</a:t>
            </a:r>
            <a:r>
              <a:rPr sz="2400" spc="-35" dirty="0">
                <a:latin typeface="Calibri" panose="020F0502020204030204"/>
                <a:cs typeface="Calibri" panose="020F0502020204030204"/>
              </a:rPr>
              <a:t> </a:t>
            </a:r>
            <a:r>
              <a:rPr sz="2400" dirty="0">
                <a:latin typeface="Calibri" panose="020F0502020204030204"/>
                <a:cs typeface="Calibri" panose="020F0502020204030204"/>
              </a:rPr>
              <a:t>there</a:t>
            </a:r>
            <a:r>
              <a:rPr sz="2400" spc="-35" dirty="0">
                <a:latin typeface="Calibri" panose="020F0502020204030204"/>
                <a:cs typeface="Calibri" panose="020F0502020204030204"/>
              </a:rPr>
              <a:t> </a:t>
            </a:r>
            <a:r>
              <a:rPr sz="2400" dirty="0">
                <a:latin typeface="Calibri" panose="020F0502020204030204"/>
                <a:cs typeface="Calibri" panose="020F0502020204030204"/>
              </a:rPr>
              <a:t>is</a:t>
            </a:r>
            <a:r>
              <a:rPr sz="2400" spc="-40" dirty="0">
                <a:latin typeface="Calibri" panose="020F0502020204030204"/>
                <a:cs typeface="Calibri" panose="020F0502020204030204"/>
              </a:rPr>
              <a:t> </a:t>
            </a:r>
            <a:r>
              <a:rPr sz="2400" dirty="0">
                <a:latin typeface="Calibri" panose="020F0502020204030204"/>
                <a:cs typeface="Calibri" panose="020F0502020204030204"/>
              </a:rPr>
              <a:t>a</a:t>
            </a:r>
            <a:r>
              <a:rPr sz="2400" spc="-45" dirty="0">
                <a:latin typeface="Calibri" panose="020F0502020204030204"/>
                <a:cs typeface="Calibri" panose="020F0502020204030204"/>
              </a:rPr>
              <a:t> </a:t>
            </a:r>
            <a:r>
              <a:rPr sz="2400" spc="-10" dirty="0">
                <a:latin typeface="Calibri" panose="020F0502020204030204"/>
                <a:cs typeface="Calibri" panose="020F0502020204030204"/>
              </a:rPr>
              <a:t>possibility </a:t>
            </a:r>
            <a:r>
              <a:rPr sz="2400" spc="-25" dirty="0">
                <a:latin typeface="Calibri" panose="020F0502020204030204"/>
                <a:cs typeface="Calibri" panose="020F0502020204030204"/>
              </a:rPr>
              <a:t>of</a:t>
            </a:r>
            <a:r>
              <a:rPr sz="2400" dirty="0">
                <a:latin typeface="Calibri" panose="020F0502020204030204"/>
                <a:cs typeface="Calibri" panose="020F0502020204030204"/>
              </a:rPr>
              <a:t>	a</a:t>
            </a:r>
            <a:r>
              <a:rPr sz="2400" spc="-45" dirty="0">
                <a:latin typeface="Calibri" panose="020F0502020204030204"/>
                <a:cs typeface="Calibri" panose="020F0502020204030204"/>
              </a:rPr>
              <a:t> </a:t>
            </a:r>
            <a:r>
              <a:rPr sz="2400" dirty="0">
                <a:latin typeface="Calibri" panose="020F0502020204030204"/>
                <a:cs typeface="Calibri" panose="020F0502020204030204"/>
              </a:rPr>
              <a:t>stack</a:t>
            </a:r>
            <a:r>
              <a:rPr sz="2400" spc="-50" dirty="0">
                <a:latin typeface="Calibri" panose="020F0502020204030204"/>
                <a:cs typeface="Calibri" panose="020F0502020204030204"/>
              </a:rPr>
              <a:t> </a:t>
            </a:r>
            <a:r>
              <a:rPr sz="2400" spc="-10" dirty="0">
                <a:latin typeface="Calibri" panose="020F0502020204030204"/>
                <a:cs typeface="Calibri" panose="020F0502020204030204"/>
              </a:rPr>
              <a:t>overflow.</a:t>
            </a:r>
            <a:endParaRPr sz="2400">
              <a:latin typeface="Calibri" panose="020F0502020204030204"/>
              <a:cs typeface="Calibri" panose="020F0502020204030204"/>
            </a:endParaRPr>
          </a:p>
          <a:p>
            <a:pPr marL="299085" marR="5080" indent="-287020">
              <a:lnSpc>
                <a:spcPct val="100000"/>
              </a:lnSpc>
              <a:buFont typeface="Arial" panose="020B0604020202020204"/>
              <a:buChar char="•"/>
              <a:tabLst>
                <a:tab pos="299085" algn="l"/>
              </a:tabLst>
            </a:pPr>
            <a:r>
              <a:rPr sz="2400" dirty="0">
                <a:latin typeface="Calibri" panose="020F0502020204030204"/>
                <a:cs typeface="Calibri" panose="020F0502020204030204"/>
              </a:rPr>
              <a:t>Spark</a:t>
            </a:r>
            <a:r>
              <a:rPr sz="2400" spc="-55" dirty="0">
                <a:latin typeface="Calibri" panose="020F0502020204030204"/>
                <a:cs typeface="Calibri" panose="020F0502020204030204"/>
              </a:rPr>
              <a:t> </a:t>
            </a:r>
            <a:r>
              <a:rPr sz="2400" dirty="0">
                <a:latin typeface="Calibri" panose="020F0502020204030204"/>
                <a:cs typeface="Calibri" panose="020F0502020204030204"/>
              </a:rPr>
              <a:t>provides</a:t>
            </a:r>
            <a:r>
              <a:rPr sz="2400" spc="-35" dirty="0">
                <a:latin typeface="Calibri" panose="020F0502020204030204"/>
                <a:cs typeface="Calibri" panose="020F0502020204030204"/>
              </a:rPr>
              <a:t> </a:t>
            </a:r>
            <a:r>
              <a:rPr sz="2400" dirty="0">
                <a:latin typeface="Calibri" panose="020F0502020204030204"/>
                <a:cs typeface="Calibri" panose="020F0502020204030204"/>
              </a:rPr>
              <a:t>a</a:t>
            </a:r>
            <a:r>
              <a:rPr sz="2400" spc="-55" dirty="0">
                <a:latin typeface="Calibri" panose="020F0502020204030204"/>
                <a:cs typeface="Calibri" panose="020F0502020204030204"/>
              </a:rPr>
              <a:t> </a:t>
            </a:r>
            <a:r>
              <a:rPr sz="2400" dirty="0">
                <a:latin typeface="Calibri" panose="020F0502020204030204"/>
                <a:cs typeface="Calibri" panose="020F0502020204030204"/>
              </a:rPr>
              <a:t>mechanism</a:t>
            </a:r>
            <a:r>
              <a:rPr sz="2400" spc="-65" dirty="0">
                <a:latin typeface="Calibri" panose="020F0502020204030204"/>
                <a:cs typeface="Calibri" panose="020F0502020204030204"/>
              </a:rPr>
              <a:t> </a:t>
            </a:r>
            <a:r>
              <a:rPr sz="2400" dirty="0">
                <a:latin typeface="Calibri" panose="020F0502020204030204"/>
                <a:cs typeface="Calibri" panose="020F0502020204030204"/>
              </a:rPr>
              <a:t>to</a:t>
            </a:r>
            <a:r>
              <a:rPr sz="2400" spc="-45" dirty="0">
                <a:latin typeface="Calibri" panose="020F0502020204030204"/>
                <a:cs typeface="Calibri" panose="020F0502020204030204"/>
              </a:rPr>
              <a:t> </a:t>
            </a:r>
            <a:r>
              <a:rPr sz="2400" spc="-10" dirty="0">
                <a:latin typeface="Calibri" panose="020F0502020204030204"/>
                <a:cs typeface="Calibri" panose="020F0502020204030204"/>
              </a:rPr>
              <a:t>mitigate</a:t>
            </a:r>
            <a:r>
              <a:rPr sz="2400" spc="-60" dirty="0">
                <a:latin typeface="Calibri" panose="020F0502020204030204"/>
                <a:cs typeface="Calibri" panose="020F0502020204030204"/>
              </a:rPr>
              <a:t> </a:t>
            </a:r>
            <a:r>
              <a:rPr sz="2400" dirty="0">
                <a:latin typeface="Calibri" panose="020F0502020204030204"/>
                <a:cs typeface="Calibri" panose="020F0502020204030204"/>
              </a:rPr>
              <a:t>these</a:t>
            </a:r>
            <a:r>
              <a:rPr sz="2400" spc="-40" dirty="0">
                <a:latin typeface="Calibri" panose="020F0502020204030204"/>
                <a:cs typeface="Calibri" panose="020F0502020204030204"/>
              </a:rPr>
              <a:t> </a:t>
            </a:r>
            <a:r>
              <a:rPr sz="2400" spc="-10" dirty="0">
                <a:latin typeface="Calibri" panose="020F0502020204030204"/>
                <a:cs typeface="Calibri" panose="020F0502020204030204"/>
              </a:rPr>
              <a:t>issues: checkpointing.</a:t>
            </a:r>
            <a:endParaRPr sz="2400">
              <a:latin typeface="Calibri" panose="020F0502020204030204"/>
              <a:cs typeface="Calibri" panose="020F0502020204030204"/>
            </a:endParaRPr>
          </a:p>
        </p:txBody>
      </p:sp>
      <p:sp>
        <p:nvSpPr>
          <p:cNvPr id="4" name="object 4"/>
          <p:cNvSpPr txBox="1"/>
          <p:nvPr/>
        </p:nvSpPr>
        <p:spPr>
          <a:xfrm>
            <a:off x="762000" y="4038562"/>
            <a:ext cx="6534150" cy="2031364"/>
          </a:xfrm>
          <a:prstGeom prst="rect">
            <a:avLst/>
          </a:prstGeom>
          <a:solidFill>
            <a:srgbClr val="C5D9F0"/>
          </a:solidFill>
          <a:ln w="9525">
            <a:solidFill>
              <a:srgbClr val="001F5F"/>
            </a:solidFill>
          </a:ln>
        </p:spPr>
        <p:txBody>
          <a:bodyPr vert="horz" wrap="square" lIns="0" tIns="31115" rIns="0" bIns="0" rtlCol="0">
            <a:spAutoFit/>
          </a:bodyPr>
          <a:lstStyle/>
          <a:p>
            <a:pPr marL="91440" marR="2687320">
              <a:lnSpc>
                <a:spcPct val="100000"/>
              </a:lnSpc>
              <a:spcBef>
                <a:spcPts val="245"/>
              </a:spcBef>
            </a:pPr>
            <a:r>
              <a:rPr sz="1800" b="1" spc="-10" dirty="0">
                <a:solidFill>
                  <a:srgbClr val="0D0D0D"/>
                </a:solidFill>
                <a:latin typeface="Calibri" panose="020F0502020204030204"/>
                <a:cs typeface="Calibri" panose="020F0502020204030204"/>
              </a:rPr>
              <a:t>sc.setCheckpointDir("hdfs://somedir/") </a:t>
            </a:r>
            <a:r>
              <a:rPr sz="1800" b="1" dirty="0">
                <a:solidFill>
                  <a:srgbClr val="0D0D0D"/>
                </a:solidFill>
                <a:latin typeface="Calibri" panose="020F0502020204030204"/>
                <a:cs typeface="Calibri" panose="020F0502020204030204"/>
              </a:rPr>
              <a:t>rdd</a:t>
            </a:r>
            <a:r>
              <a:rPr sz="1800" b="1" spc="-25" dirty="0">
                <a:solidFill>
                  <a:srgbClr val="0D0D0D"/>
                </a:solidFill>
                <a:latin typeface="Calibri" panose="020F0502020204030204"/>
                <a:cs typeface="Calibri" panose="020F0502020204030204"/>
              </a:rPr>
              <a:t> </a:t>
            </a:r>
            <a:r>
              <a:rPr sz="1800" b="1" dirty="0">
                <a:solidFill>
                  <a:srgbClr val="0D0D0D"/>
                </a:solidFill>
                <a:latin typeface="Calibri" panose="020F0502020204030204"/>
                <a:cs typeface="Calibri" panose="020F0502020204030204"/>
              </a:rPr>
              <a:t>=</a:t>
            </a:r>
            <a:r>
              <a:rPr sz="1800" b="1" spc="-15" dirty="0">
                <a:solidFill>
                  <a:srgbClr val="0D0D0D"/>
                </a:solidFill>
                <a:latin typeface="Calibri" panose="020F0502020204030204"/>
                <a:cs typeface="Calibri" panose="020F0502020204030204"/>
              </a:rPr>
              <a:t> </a:t>
            </a:r>
            <a:r>
              <a:rPr sz="1800" b="1" spc="-10" dirty="0">
                <a:solidFill>
                  <a:srgbClr val="0D0D0D"/>
                </a:solidFill>
                <a:latin typeface="Calibri" panose="020F0502020204030204"/>
                <a:cs typeface="Calibri" panose="020F0502020204030204"/>
              </a:rPr>
              <a:t>sc.textFile("/path/to/file.txt") </a:t>
            </a:r>
            <a:r>
              <a:rPr sz="1800" b="1" dirty="0">
                <a:solidFill>
                  <a:srgbClr val="0D0D0D"/>
                </a:solidFill>
                <a:latin typeface="Calibri" panose="020F0502020204030204"/>
                <a:cs typeface="Calibri" panose="020F0502020204030204"/>
              </a:rPr>
              <a:t>while</a:t>
            </a:r>
            <a:r>
              <a:rPr sz="1800" b="1" spc="-40" dirty="0">
                <a:solidFill>
                  <a:srgbClr val="0D0D0D"/>
                </a:solidFill>
                <a:latin typeface="Calibri" panose="020F0502020204030204"/>
                <a:cs typeface="Calibri" panose="020F0502020204030204"/>
              </a:rPr>
              <a:t> </a:t>
            </a:r>
            <a:r>
              <a:rPr sz="1800" b="1" dirty="0">
                <a:solidFill>
                  <a:srgbClr val="0D0D0D"/>
                </a:solidFill>
                <a:latin typeface="Calibri" panose="020F0502020204030204"/>
                <a:cs typeface="Calibri" panose="020F0502020204030204"/>
              </a:rPr>
              <a:t>x</a:t>
            </a:r>
            <a:r>
              <a:rPr sz="1800" b="1" spc="-15" dirty="0">
                <a:solidFill>
                  <a:srgbClr val="0D0D0D"/>
                </a:solidFill>
                <a:latin typeface="Calibri" panose="020F0502020204030204"/>
                <a:cs typeface="Calibri" panose="020F0502020204030204"/>
              </a:rPr>
              <a:t> </a:t>
            </a:r>
            <a:r>
              <a:rPr sz="1800" b="1" dirty="0">
                <a:solidFill>
                  <a:srgbClr val="0D0D0D"/>
                </a:solidFill>
                <a:latin typeface="Calibri" panose="020F0502020204030204"/>
                <a:cs typeface="Calibri" panose="020F0502020204030204"/>
              </a:rPr>
              <a:t>in</a:t>
            </a:r>
            <a:r>
              <a:rPr sz="1800" b="1" spc="-10" dirty="0">
                <a:solidFill>
                  <a:srgbClr val="0D0D0D"/>
                </a:solidFill>
                <a:latin typeface="Calibri" panose="020F0502020204030204"/>
                <a:cs typeface="Calibri" panose="020F0502020204030204"/>
              </a:rPr>
              <a:t> range(&lt;large</a:t>
            </a:r>
            <a:r>
              <a:rPr sz="1800" b="1" spc="-25" dirty="0">
                <a:solidFill>
                  <a:srgbClr val="0D0D0D"/>
                </a:solidFill>
                <a:latin typeface="Calibri" panose="020F0502020204030204"/>
                <a:cs typeface="Calibri" panose="020F0502020204030204"/>
              </a:rPr>
              <a:t> </a:t>
            </a:r>
            <a:r>
              <a:rPr sz="1800" b="1" spc="-10" dirty="0">
                <a:solidFill>
                  <a:srgbClr val="0D0D0D"/>
                </a:solidFill>
                <a:latin typeface="Calibri" panose="020F0502020204030204"/>
                <a:cs typeface="Calibri" panose="020F0502020204030204"/>
              </a:rPr>
              <a:t>number&gt;) rdd.map(…)</a:t>
            </a:r>
            <a:endParaRPr sz="1800">
              <a:latin typeface="Calibri" panose="020F0502020204030204"/>
              <a:cs typeface="Calibri" panose="020F0502020204030204"/>
            </a:endParaRPr>
          </a:p>
          <a:p>
            <a:pPr marL="91440" marR="4867910">
              <a:lnSpc>
                <a:spcPct val="100000"/>
              </a:lnSpc>
              <a:spcBef>
                <a:spcPts val="5"/>
              </a:spcBef>
            </a:pPr>
            <a:r>
              <a:rPr sz="1800" b="1" dirty="0">
                <a:solidFill>
                  <a:srgbClr val="0D0D0D"/>
                </a:solidFill>
                <a:latin typeface="Calibri" panose="020F0502020204030204"/>
                <a:cs typeface="Calibri" panose="020F0502020204030204"/>
              </a:rPr>
              <a:t>if</a:t>
            </a:r>
            <a:r>
              <a:rPr sz="1800" b="1" spc="-10" dirty="0">
                <a:solidFill>
                  <a:srgbClr val="0D0D0D"/>
                </a:solidFill>
                <a:latin typeface="Calibri" panose="020F0502020204030204"/>
                <a:cs typeface="Calibri" panose="020F0502020204030204"/>
              </a:rPr>
              <a:t> </a:t>
            </a:r>
            <a:r>
              <a:rPr sz="1800" b="1" dirty="0">
                <a:solidFill>
                  <a:srgbClr val="0D0D0D"/>
                </a:solidFill>
                <a:latin typeface="Calibri" panose="020F0502020204030204"/>
                <a:cs typeface="Calibri" panose="020F0502020204030204"/>
              </a:rPr>
              <a:t>x</a:t>
            </a:r>
            <a:r>
              <a:rPr sz="1800" b="1" spc="-15" dirty="0">
                <a:solidFill>
                  <a:srgbClr val="0D0D0D"/>
                </a:solidFill>
                <a:latin typeface="Calibri" panose="020F0502020204030204"/>
                <a:cs typeface="Calibri" panose="020F0502020204030204"/>
              </a:rPr>
              <a:t> </a:t>
            </a:r>
            <a:r>
              <a:rPr sz="1800" b="1" dirty="0">
                <a:solidFill>
                  <a:srgbClr val="0D0D0D"/>
                </a:solidFill>
                <a:latin typeface="Calibri" panose="020F0502020204030204"/>
                <a:cs typeface="Calibri" panose="020F0502020204030204"/>
              </a:rPr>
              <a:t>% 5</a:t>
            </a:r>
            <a:r>
              <a:rPr sz="1800" b="1" spc="-10" dirty="0">
                <a:solidFill>
                  <a:srgbClr val="0D0D0D"/>
                </a:solidFill>
                <a:latin typeface="Calibri" panose="020F0502020204030204"/>
                <a:cs typeface="Calibri" panose="020F0502020204030204"/>
              </a:rPr>
              <a:t> </a:t>
            </a:r>
            <a:r>
              <a:rPr sz="1800" b="1" dirty="0">
                <a:solidFill>
                  <a:srgbClr val="0D0D0D"/>
                </a:solidFill>
                <a:latin typeface="Calibri" panose="020F0502020204030204"/>
                <a:cs typeface="Calibri" panose="020F0502020204030204"/>
              </a:rPr>
              <a:t>==</a:t>
            </a:r>
            <a:r>
              <a:rPr sz="1800" b="1" spc="-15" dirty="0">
                <a:solidFill>
                  <a:srgbClr val="0D0D0D"/>
                </a:solidFill>
                <a:latin typeface="Calibri" panose="020F0502020204030204"/>
                <a:cs typeface="Calibri" panose="020F0502020204030204"/>
              </a:rPr>
              <a:t> </a:t>
            </a:r>
            <a:r>
              <a:rPr sz="1800" b="1" spc="-50" dirty="0">
                <a:solidFill>
                  <a:srgbClr val="0D0D0D"/>
                </a:solidFill>
                <a:latin typeface="Calibri" panose="020F0502020204030204"/>
                <a:cs typeface="Calibri" panose="020F0502020204030204"/>
              </a:rPr>
              <a:t>0 </a:t>
            </a:r>
            <a:r>
              <a:rPr sz="1800" b="1" spc="-10" dirty="0">
                <a:solidFill>
                  <a:srgbClr val="0D0D0D"/>
                </a:solidFill>
                <a:latin typeface="Calibri" panose="020F0502020204030204"/>
                <a:cs typeface="Calibri" panose="020F0502020204030204"/>
              </a:rPr>
              <a:t>rdd.checkpoint()</a:t>
            </a:r>
            <a:endParaRPr sz="1800">
              <a:latin typeface="Calibri" panose="020F0502020204030204"/>
              <a:cs typeface="Calibri" panose="020F0502020204030204"/>
            </a:endParaRPr>
          </a:p>
          <a:p>
            <a:pPr marL="91440">
              <a:lnSpc>
                <a:spcPct val="100000"/>
              </a:lnSpc>
            </a:pPr>
            <a:r>
              <a:rPr sz="1800" b="1" spc="-10" dirty="0">
                <a:solidFill>
                  <a:srgbClr val="0D0D0D"/>
                </a:solidFill>
                <a:latin typeface="Calibri" panose="020F0502020204030204"/>
                <a:cs typeface="Calibri" panose="020F0502020204030204"/>
              </a:rPr>
              <a:t>rdd.saveAsTextFile("/path/to/output.txt")</a:t>
            </a:r>
            <a:endParaRPr sz="1800">
              <a:latin typeface="Calibri" panose="020F0502020204030204"/>
              <a:cs typeface="Calibri" panose="020F0502020204030204"/>
            </a:endParaRPr>
          </a:p>
        </p:txBody>
      </p:sp>
      <p:pic>
        <p:nvPicPr>
          <p:cNvPr id="5" name="Picture 4" descr="wingspan_logo.png"/>
          <p:cNvPicPr>
            <a:picLocks noChangeAspect="1"/>
          </p:cNvPicPr>
          <p:nvPr/>
        </p:nvPicPr>
        <p:blipFill>
          <a:blip r:embed="rId2"/>
          <a:stretch>
            <a:fillRect/>
          </a:stretch>
        </p:blipFill>
        <p:spPr>
          <a:xfrm>
            <a:off x="8394192" y="0"/>
            <a:ext cx="749808" cy="630936"/>
          </a:xfrm>
          <a:prstGeom prst="rect">
            <a:avLst/>
          </a:prstGeom>
        </p:spPr>
      </p:pic>
    </p:spTree>
  </p:cSld>
  <p:clrMapOvr>
    <a:masterClrMapping/>
  </p:clrMapOvr>
  <p:timing>
    <p:tnLst>
      <p:par>
        <p:cTn id="1" dur="indefinite" restart="never" nodeType="tmRoot"/>
      </p:par>
    </p:tnLst>
  </p:timing>
</p:sld>
</file>

<file path=ppt/slides/slide1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descr="$PPTXTitle"/>
          <p:cNvSpPr txBox="1">
            <a:spLocks noGrp="1"/>
          </p:cNvSpPr>
          <p:nvPr>
            <p:ph type="title" idx="4294967295"/>
          </p:nvPr>
        </p:nvSpPr>
        <p:spPr>
          <a:xfrm>
            <a:off x="543141" y="552197"/>
            <a:ext cx="8057718" cy="1244600"/>
          </a:xfrm>
          <a:prstGeom prst="rect">
            <a:avLst/>
          </a:prstGeom>
        </p:spPr>
        <p:txBody>
          <a:bodyPr vert="horz" wrap="square" lIns="0" tIns="283083" rIns="0" bIns="0" rtlCol="0">
            <a:spAutoFit/>
          </a:bodyPr>
          <a:lstStyle/>
          <a:p>
            <a:pPr marL="1504315">
              <a:lnSpc>
                <a:spcPct val="100000"/>
              </a:lnSpc>
              <a:spcBef>
                <a:spcPts val="105"/>
              </a:spcBef>
            </a:pPr>
            <a:r>
              <a:rPr dirty="0"/>
              <a:t>Executor</a:t>
            </a:r>
            <a:r>
              <a:rPr spc="-204" dirty="0"/>
              <a:t> </a:t>
            </a:r>
            <a:r>
              <a:rPr spc="-10" dirty="0"/>
              <a:t>Optimization</a:t>
            </a:r>
          </a:p>
        </p:txBody>
      </p:sp>
      <p:pic>
        <p:nvPicPr>
          <p:cNvPr id="3" name="object 3"/>
          <p:cNvPicPr/>
          <p:nvPr/>
        </p:nvPicPr>
        <p:blipFill>
          <a:blip r:embed="rId2" cstate="print"/>
          <a:stretch>
            <a:fillRect/>
          </a:stretch>
        </p:blipFill>
        <p:spPr>
          <a:xfrm>
            <a:off x="1314450" y="1714119"/>
            <a:ext cx="6167374" cy="2353436"/>
          </a:xfrm>
          <a:prstGeom prst="rect">
            <a:avLst/>
          </a:prstGeom>
        </p:spPr>
      </p:pic>
      <p:sp>
        <p:nvSpPr>
          <p:cNvPr id="4" name="object 4"/>
          <p:cNvSpPr txBox="1"/>
          <p:nvPr/>
        </p:nvSpPr>
        <p:spPr>
          <a:xfrm>
            <a:off x="1393316" y="4278248"/>
            <a:ext cx="4836795" cy="1405255"/>
          </a:xfrm>
          <a:prstGeom prst="rect">
            <a:avLst/>
          </a:prstGeom>
        </p:spPr>
        <p:txBody>
          <a:bodyPr vert="horz" wrap="square" lIns="0" tIns="12700" rIns="0" bIns="0" rtlCol="0">
            <a:spAutoFit/>
          </a:bodyPr>
          <a:lstStyle/>
          <a:p>
            <a:pPr marL="12700">
              <a:lnSpc>
                <a:spcPct val="100000"/>
              </a:lnSpc>
              <a:spcBef>
                <a:spcPts val="100"/>
              </a:spcBef>
            </a:pPr>
            <a:r>
              <a:rPr sz="1800" dirty="0">
                <a:latin typeface="Calibri" panose="020F0502020204030204"/>
                <a:cs typeface="Calibri" panose="020F0502020204030204"/>
              </a:rPr>
              <a:t>When</a:t>
            </a:r>
            <a:r>
              <a:rPr sz="1800" spc="-35" dirty="0">
                <a:latin typeface="Calibri" panose="020F0502020204030204"/>
                <a:cs typeface="Calibri" panose="020F0502020204030204"/>
              </a:rPr>
              <a:t> </a:t>
            </a:r>
            <a:r>
              <a:rPr sz="1800" dirty="0">
                <a:latin typeface="Calibri" panose="020F0502020204030204"/>
                <a:cs typeface="Calibri" panose="020F0502020204030204"/>
              </a:rPr>
              <a:t>submitting</a:t>
            </a:r>
            <a:r>
              <a:rPr sz="1800" spc="-25" dirty="0">
                <a:latin typeface="Calibri" panose="020F0502020204030204"/>
                <a:cs typeface="Calibri" panose="020F0502020204030204"/>
              </a:rPr>
              <a:t> </a:t>
            </a:r>
            <a:r>
              <a:rPr sz="1800" dirty="0">
                <a:latin typeface="Calibri" panose="020F0502020204030204"/>
                <a:cs typeface="Calibri" panose="020F0502020204030204"/>
              </a:rPr>
              <a:t>an</a:t>
            </a:r>
            <a:r>
              <a:rPr sz="1800" spc="-40" dirty="0">
                <a:latin typeface="Calibri" panose="020F0502020204030204"/>
                <a:cs typeface="Calibri" panose="020F0502020204030204"/>
              </a:rPr>
              <a:t> </a:t>
            </a:r>
            <a:r>
              <a:rPr sz="1800" spc="-10" dirty="0">
                <a:latin typeface="Calibri" panose="020F0502020204030204"/>
                <a:cs typeface="Calibri" panose="020F0502020204030204"/>
              </a:rPr>
              <a:t>application,</a:t>
            </a:r>
            <a:r>
              <a:rPr sz="1800" spc="-20" dirty="0">
                <a:latin typeface="Calibri" panose="020F0502020204030204"/>
                <a:cs typeface="Calibri" panose="020F0502020204030204"/>
              </a:rPr>
              <a:t> </a:t>
            </a:r>
            <a:r>
              <a:rPr sz="1800" dirty="0">
                <a:latin typeface="Calibri" panose="020F0502020204030204"/>
                <a:cs typeface="Calibri" panose="020F0502020204030204"/>
              </a:rPr>
              <a:t>we</a:t>
            </a:r>
            <a:r>
              <a:rPr sz="1800" spc="-25" dirty="0">
                <a:latin typeface="Calibri" panose="020F0502020204030204"/>
                <a:cs typeface="Calibri" panose="020F0502020204030204"/>
              </a:rPr>
              <a:t> </a:t>
            </a:r>
            <a:r>
              <a:rPr sz="1800" dirty="0">
                <a:latin typeface="Calibri" panose="020F0502020204030204"/>
                <a:cs typeface="Calibri" panose="020F0502020204030204"/>
              </a:rPr>
              <a:t>tell</a:t>
            </a:r>
            <a:r>
              <a:rPr sz="1800" spc="-40" dirty="0">
                <a:latin typeface="Calibri" panose="020F0502020204030204"/>
                <a:cs typeface="Calibri" panose="020F0502020204030204"/>
              </a:rPr>
              <a:t> </a:t>
            </a:r>
            <a:r>
              <a:rPr sz="1800" dirty="0">
                <a:latin typeface="Calibri" panose="020F0502020204030204"/>
                <a:cs typeface="Calibri" panose="020F0502020204030204"/>
              </a:rPr>
              <a:t>the</a:t>
            </a:r>
            <a:r>
              <a:rPr sz="1800" spc="-10" dirty="0">
                <a:latin typeface="Calibri" panose="020F0502020204030204"/>
                <a:cs typeface="Calibri" panose="020F0502020204030204"/>
              </a:rPr>
              <a:t> context</a:t>
            </a:r>
            <a:endParaRPr sz="1800">
              <a:latin typeface="Calibri" panose="020F0502020204030204"/>
              <a:cs typeface="Calibri" panose="020F0502020204030204"/>
            </a:endParaRPr>
          </a:p>
          <a:p>
            <a:pPr marL="12700">
              <a:lnSpc>
                <a:spcPct val="100000"/>
              </a:lnSpc>
              <a:spcBef>
                <a:spcPts val="2160"/>
              </a:spcBef>
            </a:pPr>
            <a:r>
              <a:rPr sz="1800" dirty="0">
                <a:latin typeface="Calibri" panose="020F0502020204030204"/>
                <a:cs typeface="Calibri" panose="020F0502020204030204"/>
              </a:rPr>
              <a:t>--</a:t>
            </a:r>
            <a:r>
              <a:rPr sz="1800" spc="-25" dirty="0">
                <a:latin typeface="Calibri" panose="020F0502020204030204"/>
                <a:cs typeface="Calibri" panose="020F0502020204030204"/>
              </a:rPr>
              <a:t>executor-</a:t>
            </a:r>
            <a:r>
              <a:rPr sz="1800" spc="-10" dirty="0">
                <a:latin typeface="Calibri" panose="020F0502020204030204"/>
                <a:cs typeface="Calibri" panose="020F0502020204030204"/>
              </a:rPr>
              <a:t>memory</a:t>
            </a:r>
            <a:endParaRPr sz="1800">
              <a:latin typeface="Calibri" panose="020F0502020204030204"/>
              <a:cs typeface="Calibri" panose="020F0502020204030204"/>
            </a:endParaRPr>
          </a:p>
          <a:p>
            <a:pPr marL="12700">
              <a:lnSpc>
                <a:spcPct val="100000"/>
              </a:lnSpc>
            </a:pPr>
            <a:r>
              <a:rPr sz="1800" dirty="0">
                <a:latin typeface="Calibri" panose="020F0502020204030204"/>
                <a:cs typeface="Calibri" panose="020F0502020204030204"/>
              </a:rPr>
              <a:t>--</a:t>
            </a:r>
            <a:r>
              <a:rPr sz="1800" spc="-10" dirty="0">
                <a:latin typeface="Calibri" panose="020F0502020204030204"/>
                <a:cs typeface="Calibri" panose="020F0502020204030204"/>
              </a:rPr>
              <a:t>num-executors</a:t>
            </a:r>
            <a:endParaRPr sz="1800">
              <a:latin typeface="Calibri" panose="020F0502020204030204"/>
              <a:cs typeface="Calibri" panose="020F0502020204030204"/>
            </a:endParaRPr>
          </a:p>
          <a:p>
            <a:pPr marL="12700">
              <a:lnSpc>
                <a:spcPct val="100000"/>
              </a:lnSpc>
              <a:spcBef>
                <a:spcPts val="60"/>
              </a:spcBef>
            </a:pPr>
            <a:r>
              <a:rPr sz="1800" dirty="0">
                <a:latin typeface="Calibri" panose="020F0502020204030204"/>
                <a:cs typeface="Calibri" panose="020F0502020204030204"/>
              </a:rPr>
              <a:t>--</a:t>
            </a:r>
            <a:r>
              <a:rPr sz="1800" spc="-20" dirty="0">
                <a:latin typeface="Calibri" panose="020F0502020204030204"/>
                <a:cs typeface="Calibri" panose="020F0502020204030204"/>
              </a:rPr>
              <a:t>executor-cores</a:t>
            </a:r>
            <a:endParaRPr sz="1800">
              <a:latin typeface="Calibri" panose="020F0502020204030204"/>
              <a:cs typeface="Calibri" panose="020F0502020204030204"/>
            </a:endParaRPr>
          </a:p>
        </p:txBody>
      </p:sp>
      <p:pic>
        <p:nvPicPr>
          <p:cNvPr id="5" name="Picture 4" descr="wingspan_logo.png"/>
          <p:cNvPicPr>
            <a:picLocks noChangeAspect="1"/>
          </p:cNvPicPr>
          <p:nvPr/>
        </p:nvPicPr>
        <p:blipFill>
          <a:blip r:embed="rId3"/>
          <a:stretch>
            <a:fillRect/>
          </a:stretch>
        </p:blipFill>
        <p:spPr>
          <a:xfrm>
            <a:off x="8361535" y="55984"/>
            <a:ext cx="749808" cy="630936"/>
          </a:xfrm>
          <a:prstGeom prst="rect">
            <a:avLst/>
          </a:prstGeom>
        </p:spPr>
      </p:pic>
    </p:spTree>
  </p:cSld>
  <p:clrMapOvr>
    <a:masterClrMapping/>
  </p:clrMapOvr>
  <p:timing>
    <p:tnLst>
      <p:par>
        <p:cTn id="1" dur="indefinite" restart="never" nodeType="tmRoot"/>
      </p:par>
    </p:tnLst>
  </p:timing>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reeform 31"/>
          <p:cNvSpPr/>
          <p:nvPr/>
        </p:nvSpPr>
        <p:spPr>
          <a:xfrm>
            <a:off x="2620326" y="857250"/>
            <a:ext cx="6523674" cy="5143500"/>
          </a:xfrm>
          <a:custGeom>
            <a:avLst/>
            <a:gdLst>
              <a:gd name="connsiteX0" fmla="*/ 642340 w 6523674"/>
              <a:gd name="connsiteY0" fmla="*/ 0 h 5143500"/>
              <a:gd name="connsiteX1" fmla="*/ 4415866 w 6523674"/>
              <a:gd name="connsiteY1" fmla="*/ 0 h 5143500"/>
              <a:gd name="connsiteX2" fmla="*/ 5105400 w 6523674"/>
              <a:gd name="connsiteY2" fmla="*/ 0 h 5143500"/>
              <a:gd name="connsiteX3" fmla="*/ 6523674 w 6523674"/>
              <a:gd name="connsiteY3" fmla="*/ 0 h 5143500"/>
              <a:gd name="connsiteX4" fmla="*/ 6523674 w 6523674"/>
              <a:gd name="connsiteY4" fmla="*/ 5143500 h 5143500"/>
              <a:gd name="connsiteX5" fmla="*/ 5105400 w 6523674"/>
              <a:gd name="connsiteY5" fmla="*/ 5143500 h 5143500"/>
              <a:gd name="connsiteX6" fmla="*/ 4415866 w 6523674"/>
              <a:gd name="connsiteY6" fmla="*/ 5143500 h 5143500"/>
              <a:gd name="connsiteX7" fmla="*/ 887759 w 6523674"/>
              <a:gd name="connsiteY7" fmla="*/ 5143500 h 5143500"/>
              <a:gd name="connsiteX8" fmla="*/ 813361 w 6523674"/>
              <a:gd name="connsiteY8" fmla="*/ 5044009 h 5143500"/>
              <a:gd name="connsiteX9" fmla="*/ 0 w 6523674"/>
              <a:gd name="connsiteY9" fmla="*/ 2381250 h 5143500"/>
              <a:gd name="connsiteX10" fmla="*/ 574808 w 6523674"/>
              <a:gd name="connsiteY10" fmla="*/ 111160 h 5143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523674" h="5143500">
                <a:moveTo>
                  <a:pt x="642340" y="0"/>
                </a:moveTo>
                <a:lnTo>
                  <a:pt x="4415866" y="0"/>
                </a:lnTo>
                <a:lnTo>
                  <a:pt x="5105400" y="0"/>
                </a:lnTo>
                <a:lnTo>
                  <a:pt x="6523674" y="0"/>
                </a:lnTo>
                <a:lnTo>
                  <a:pt x="6523674" y="5143500"/>
                </a:lnTo>
                <a:lnTo>
                  <a:pt x="5105400" y="5143500"/>
                </a:lnTo>
                <a:lnTo>
                  <a:pt x="4415866" y="5143500"/>
                </a:lnTo>
                <a:lnTo>
                  <a:pt x="887759" y="5143500"/>
                </a:lnTo>
                <a:lnTo>
                  <a:pt x="813361" y="5044009"/>
                </a:lnTo>
                <a:cubicBezTo>
                  <a:pt x="299847" y="4283909"/>
                  <a:pt x="0" y="3367596"/>
                  <a:pt x="0" y="2381250"/>
                </a:cubicBezTo>
                <a:cubicBezTo>
                  <a:pt x="0" y="1559295"/>
                  <a:pt x="208227" y="785974"/>
                  <a:pt x="574808" y="111160"/>
                </a:cubicBezTo>
                <a:close/>
              </a:path>
            </a:pathLst>
          </a:cu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endParaRPr lang="en-US" dirty="0"/>
          </a:p>
        </p:txBody>
      </p:sp>
      <p:sp>
        <p:nvSpPr>
          <p:cNvPr id="4" name="Oval 3"/>
          <p:cNvSpPr/>
          <p:nvPr/>
        </p:nvSpPr>
        <p:spPr>
          <a:xfrm>
            <a:off x="877171" y="1719222"/>
            <a:ext cx="3419556" cy="3419556"/>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endParaRPr lang="en-US" dirty="0">
              <a:solidFill>
                <a:schemeClr val="lt1">
                  <a:alpha val="28000"/>
                </a:schemeClr>
              </a:solidFill>
            </a:endParaRPr>
          </a:p>
        </p:txBody>
      </p:sp>
      <p:sp>
        <p:nvSpPr>
          <p:cNvPr id="5" name="Oval 4"/>
          <p:cNvSpPr/>
          <p:nvPr/>
        </p:nvSpPr>
        <p:spPr>
          <a:xfrm>
            <a:off x="997823" y="1839874"/>
            <a:ext cx="3178255" cy="3178255"/>
          </a:xfrm>
          <a:prstGeom prst="ellipse">
            <a:avLst/>
          </a:prstGeom>
          <a:solidFill>
            <a:schemeClr val="accent1">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endParaRPr lang="en-US" dirty="0">
              <a:solidFill>
                <a:schemeClr val="lt1">
                  <a:alpha val="28000"/>
                </a:schemeClr>
              </a:solidFill>
            </a:endParaRPr>
          </a:p>
        </p:txBody>
      </p:sp>
      <p:sp>
        <p:nvSpPr>
          <p:cNvPr id="6" name="TextBox 5"/>
          <p:cNvSpPr txBox="1"/>
          <p:nvPr/>
        </p:nvSpPr>
        <p:spPr>
          <a:xfrm>
            <a:off x="1284731" y="3134438"/>
            <a:ext cx="2579037" cy="461665"/>
          </a:xfrm>
          <a:prstGeom prst="rect">
            <a:avLst/>
          </a:prstGeom>
          <a:noFill/>
          <a:effectLst/>
        </p:spPr>
        <p:txBody>
          <a:bodyPr wrap="square" rtlCol="0" anchor="ctr">
            <a:sp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gn="ctr"/>
            <a:r>
              <a:rPr lang="en-US" sz="2400" dirty="0">
                <a:solidFill>
                  <a:schemeClr val="bg1"/>
                </a:solidFill>
                <a:latin typeface="Arial" panose="020B0604020202020204" pitchFamily="34" charset="0"/>
                <a:cs typeface="Arial" panose="020B0604020202020204" pitchFamily="34" charset="0"/>
              </a:rPr>
              <a:t>Thank you</a:t>
            </a:r>
          </a:p>
        </p:txBody>
      </p:sp>
      <p:sp>
        <p:nvSpPr>
          <p:cNvPr id="29" name="Text Placeholder 2"/>
          <p:cNvSpPr txBox="1">
            <a:spLocks/>
          </p:cNvSpPr>
          <p:nvPr/>
        </p:nvSpPr>
        <p:spPr>
          <a:xfrm>
            <a:off x="4511041" y="4178409"/>
            <a:ext cx="4280623" cy="1153534"/>
          </a:xfrm>
          <a:prstGeom prst="rect">
            <a:avLst/>
          </a:prstGeom>
        </p:spPr>
        <p:txBody>
          <a:bodyPr lIns="121899" tIns="60949" rIns="121899" bIns="60949" anchor="t">
            <a:noAutofit/>
          </a:bodyPr>
          <a:lst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a:lstStyle>
          <a:p>
            <a:pPr>
              <a:lnSpc>
                <a:spcPts val="1200"/>
              </a:lnSpc>
            </a:pPr>
            <a:r>
              <a:rPr lang="en-US" sz="700" dirty="0">
                <a:solidFill>
                  <a:schemeClr val="bg2">
                    <a:lumMod val="25000"/>
                  </a:schemeClr>
                </a:solidFill>
                <a:latin typeface="+mj-lt"/>
                <a:ea typeface="Segoe UI" panose="020B0502040204020203" pitchFamily="34" charset="0"/>
                <a:cs typeface="Segoe UI" panose="020B0502040204020203" pitchFamily="34" charset="0"/>
              </a:rPr>
              <a:t>© 2026 Infosys Limited, Bangalore, India. All Rights Reserved. Infosys believes the information in this document is accurate as of its publication date; such information is subject to change without notice. Infosys acknowledges the proprietary rights of other companies to the trademarks, product names and such other intellectual property rights mentioned in this document. Except as expressly permitted, neither this documentation nor any part of it may be reproduced, stored in a retrieval system, or transmitted in any form or by any means, electronic, mechanical, printing, photocopying, recording or otherwise, without the prior permission of Infosys Limited and/ or any named intellectual property rights holders under this document.</a:t>
            </a:r>
            <a:endParaRPr lang="en-US" sz="800" dirty="0">
              <a:solidFill>
                <a:schemeClr val="bg2">
                  <a:lumMod val="25000"/>
                </a:schemeClr>
              </a:solidFill>
              <a:latin typeface="+mj-lt"/>
              <a:ea typeface="Segoe UI" panose="020B0502040204020203" pitchFamily="34" charset="0"/>
              <a:cs typeface="Segoe UI" panose="020B0502040204020203" pitchFamily="34" charset="0"/>
            </a:endParaRPr>
          </a:p>
        </p:txBody>
      </p:sp>
      <p:sp>
        <p:nvSpPr>
          <p:cNvPr id="3" name="Freeform 4">
            <a:extLst>
              <a:ext uri="{FF2B5EF4-FFF2-40B4-BE49-F238E27FC236}">
                <a16:creationId xmlns:a16="http://schemas.microsoft.com/office/drawing/2014/main" id="{76D47E71-DFA2-668A-ED86-20D858593ABA}"/>
              </a:ext>
            </a:extLst>
          </p:cNvPr>
          <p:cNvSpPr/>
          <p:nvPr userDrawn="1"/>
        </p:nvSpPr>
        <p:spPr>
          <a:xfrm>
            <a:off x="4813745" y="2937773"/>
            <a:ext cx="681870" cy="568225"/>
          </a:xfrm>
          <a:custGeom>
            <a:avLst/>
            <a:gdLst/>
            <a:ahLst/>
            <a:cxnLst/>
            <a:rect l="l" t="t" r="r" b="b"/>
            <a:pathLst>
              <a:path w="1387103" h="1155919">
                <a:moveTo>
                  <a:pt x="0" y="0"/>
                </a:moveTo>
                <a:lnTo>
                  <a:pt x="1387103" y="0"/>
                </a:lnTo>
                <a:lnTo>
                  <a:pt x="1387103" y="1155919"/>
                </a:lnTo>
                <a:lnTo>
                  <a:pt x="0" y="1155919"/>
                </a:lnTo>
                <a:lnTo>
                  <a:pt x="0" y="0"/>
                </a:lnTo>
                <a:close/>
              </a:path>
            </a:pathLst>
          </a:custGeom>
          <a:blipFill>
            <a:blip r:embed="rId2"/>
            <a:stretch>
              <a:fillRect l="-20004" t="-9602" r="-10002" b="-20404"/>
            </a:stretch>
          </a:blipFill>
        </p:spPr>
        <p:txBody>
          <a:bodyPr/>
          <a:lstStyle/>
          <a:p>
            <a:endParaRPr lang="en-US" dirty="0"/>
          </a:p>
        </p:txBody>
      </p:sp>
    </p:spTree>
    <p:extLst>
      <p:ext uri="{BB962C8B-B14F-4D97-AF65-F5344CB8AC3E}">
        <p14:creationId xmlns:p14="http://schemas.microsoft.com/office/powerpoint/2010/main" val="2957099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5343</Words>
  <Application>Microsoft Office PowerPoint</Application>
  <PresentationFormat>On-screen Show (4:3)</PresentationFormat>
  <Paragraphs>796</Paragraphs>
  <Slides>166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166</vt:i4>
      </vt:variant>
    </vt:vector>
  </HeadingPairs>
  <TitlesOfParts>
    <vt:vector size="171" baseType="lpstr">
      <vt:lpstr>Microsoft JhengHei</vt:lpstr>
      <vt:lpstr>Arial</vt:lpstr>
      <vt:lpstr>Calibri</vt:lpstr>
      <vt:lpstr>Segoe UI</vt:lpstr>
      <vt:lpstr>Office Theme</vt:lpstr>
      <vt:lpstr>PowerPoint Presentation</vt:lpstr>
      <vt:lpstr>PowerPoint Presentation</vt:lpstr>
      <vt:lpstr>What Is Apache Spark?</vt:lpstr>
      <vt:lpstr>Spark Shell</vt:lpstr>
      <vt:lpstr>Spark Context</vt:lpstr>
      <vt:lpstr>RDD (Resilient Distributed Dataset)</vt:lpstr>
      <vt:lpstr>Creating an RDD</vt:lpstr>
      <vt:lpstr>Example: A File-Based RDD</vt:lpstr>
      <vt:lpstr>RDD Operations</vt:lpstr>
      <vt:lpstr>RDD Operations: Actions</vt:lpstr>
      <vt:lpstr>RDD Operations: Transformations</vt:lpstr>
      <vt:lpstr>Example: map and filter Transformations</vt:lpstr>
      <vt:lpstr>Lazy Execution (1)</vt:lpstr>
      <vt:lpstr>Lazy Execution (2)</vt:lpstr>
      <vt:lpstr>Lazy Execution (3)</vt:lpstr>
      <vt:lpstr>Lazy Execution (4)</vt:lpstr>
      <vt:lpstr>Lazy Execution (5)</vt:lpstr>
      <vt:lpstr>Chaining Transformations (Scala)</vt:lpstr>
      <vt:lpstr>Working with RDDs</vt:lpstr>
      <vt:lpstr>RDDs</vt:lpstr>
      <vt:lpstr>Creating RDDs from Collections</vt:lpstr>
      <vt:lpstr>Creating RDDs from Text Files (1)</vt:lpstr>
      <vt:lpstr>Examples: Multi-RDD Transformations (1)</vt:lpstr>
      <vt:lpstr>Examples: Multi-RDD Transformations (2)</vt:lpstr>
      <vt:lpstr>Some Other General RDD Operations</vt:lpstr>
      <vt:lpstr>Pair RDDs</vt:lpstr>
      <vt:lpstr>Pair RDDs</vt:lpstr>
      <vt:lpstr>Creating Pair RDDs</vt:lpstr>
      <vt:lpstr>Example: A Simple Pair RDD</vt:lpstr>
      <vt:lpstr>Example: Keying Web Logs by User ID</vt:lpstr>
      <vt:lpstr>Mapping Single Rows to Multiple Pairs</vt:lpstr>
      <vt:lpstr>Answer : Mapping Single Rows to Multiple Pairs</vt:lpstr>
      <vt:lpstr>Map-Reduce</vt:lpstr>
      <vt:lpstr>Map-Reduce in Spark</vt:lpstr>
      <vt:lpstr>Example: Word Count</vt:lpstr>
      <vt:lpstr>reduceByKey</vt:lpstr>
      <vt:lpstr>PowerPoint Presentation</vt:lpstr>
      <vt:lpstr>Pair RDD Operations</vt:lpstr>
      <vt:lpstr>Example: Pair RDD Operations</vt:lpstr>
      <vt:lpstr>Example: Joining by Key</vt:lpstr>
      <vt:lpstr>Other Pair Operations</vt:lpstr>
      <vt:lpstr>Writing and Running Apache Spark Applications</vt:lpstr>
      <vt:lpstr>Spark Shell vs. Spark Applications</vt:lpstr>
      <vt:lpstr>The Spark Context</vt:lpstr>
      <vt:lpstr>Example: Word Count</vt:lpstr>
      <vt:lpstr>Building a Spark Application: Scala</vt:lpstr>
      <vt:lpstr>Running a Spark Application</vt:lpstr>
      <vt:lpstr>Spark Application Cluster Options</vt:lpstr>
      <vt:lpstr>Supported Cluster Resource Managers</vt:lpstr>
      <vt:lpstr>Spark Runs on YARN: Client Mode</vt:lpstr>
      <vt:lpstr>Spark Runs on YARN: Cluster Mode</vt:lpstr>
      <vt:lpstr>Running a Spark Application Locally</vt:lpstr>
      <vt:lpstr>Running a Spark Application on a Cluster</vt:lpstr>
      <vt:lpstr>Starting the Spark Shell on a Cluster</vt:lpstr>
      <vt:lpstr>Options when Submitting a Spark Application to a Cluster</vt:lpstr>
      <vt:lpstr>The Spark Application Web UI</vt:lpstr>
      <vt:lpstr>Accessing the Spark UI</vt:lpstr>
      <vt:lpstr>Viewing Spark Job History</vt:lpstr>
      <vt:lpstr>Viewing Spark Job History</vt:lpstr>
      <vt:lpstr>Configuring Apache Spark Applications</vt:lpstr>
      <vt:lpstr>Spark Application Configuration</vt:lpstr>
      <vt:lpstr>Declarative Configuration Options</vt:lpstr>
      <vt:lpstr>Setting Configuration Properties Programmatically</vt:lpstr>
      <vt:lpstr>SparkConf Example</vt:lpstr>
      <vt:lpstr>Viewing Spark Properties</vt:lpstr>
      <vt:lpstr>Spark Logging</vt:lpstr>
      <vt:lpstr>Spark Log Files</vt:lpstr>
      <vt:lpstr>Spark Log Files</vt:lpstr>
      <vt:lpstr>Configuring Spark Logging</vt:lpstr>
      <vt:lpstr>Configuring Spark Logging</vt:lpstr>
      <vt:lpstr>Parallel Processing in Apache Spark</vt:lpstr>
      <vt:lpstr>File Partitioning: Single Files</vt:lpstr>
      <vt:lpstr>HDFS and Data Locality</vt:lpstr>
      <vt:lpstr>HDFS and Data Locality</vt:lpstr>
      <vt:lpstr>Parallel Operations on Partitions</vt:lpstr>
      <vt:lpstr>Example: Average Word Length by Letter (1)</vt:lpstr>
      <vt:lpstr>Example: Average Word Length by Letter (2)</vt:lpstr>
      <vt:lpstr>Example: Average Word Length by Letter (3)</vt:lpstr>
      <vt:lpstr>Example: Average Word Length by Letter (4)</vt:lpstr>
      <vt:lpstr>Example: Average Word Length by Letter (5)</vt:lpstr>
      <vt:lpstr>Stages</vt:lpstr>
      <vt:lpstr>Spark Execution: Stages</vt:lpstr>
      <vt:lpstr>Spark Execution: Stages</vt:lpstr>
      <vt:lpstr>Summary of Spark Terminology</vt:lpstr>
      <vt:lpstr>How Spark Calculates Stages</vt:lpstr>
      <vt:lpstr>Controlling the Level of Parallelism</vt:lpstr>
      <vt:lpstr>Viewing Stages in the Spark Application UI</vt:lpstr>
      <vt:lpstr>Viewing Stages in the Spark Application UI</vt:lpstr>
      <vt:lpstr>RDD Persistence</vt:lpstr>
      <vt:lpstr>Lineage Example (1)</vt:lpstr>
      <vt:lpstr>Lineage Example (2)</vt:lpstr>
      <vt:lpstr>Lineage Example (3)</vt:lpstr>
      <vt:lpstr>Lineage Example (4)</vt:lpstr>
      <vt:lpstr>Lineage Example (4)</vt:lpstr>
      <vt:lpstr>RDD Persistence</vt:lpstr>
      <vt:lpstr>RDD Persistence</vt:lpstr>
      <vt:lpstr>RDD Persistence</vt:lpstr>
      <vt:lpstr>RDD Persistence</vt:lpstr>
      <vt:lpstr>Memory Persistence</vt:lpstr>
      <vt:lpstr>Persistence Levels</vt:lpstr>
      <vt:lpstr>Persistence Levels: Storage Location</vt:lpstr>
      <vt:lpstr>Persistence Levels: Partition Replication</vt:lpstr>
      <vt:lpstr>Default Persistence Levels</vt:lpstr>
      <vt:lpstr>When and Where to Persist</vt:lpstr>
      <vt:lpstr>Changing Persistence Options</vt:lpstr>
      <vt:lpstr>DataFrames and Apache Spark SQL</vt:lpstr>
      <vt:lpstr>What is Spark SQL?</vt:lpstr>
      <vt:lpstr>SQL Context</vt:lpstr>
      <vt:lpstr>Creating a SQL Context</vt:lpstr>
      <vt:lpstr>DataFrames</vt:lpstr>
      <vt:lpstr>Creating a DataFrame from a Data Source</vt:lpstr>
      <vt:lpstr>Example: Creating a DataFrame from a JSON File</vt:lpstr>
      <vt:lpstr>Example: Creating a DataFrame from a Hive/Impala Table</vt:lpstr>
      <vt:lpstr>Loading from a Data Source Manually</vt:lpstr>
      <vt:lpstr>Data Sources</vt:lpstr>
      <vt:lpstr>DataFrame Basic Operations</vt:lpstr>
      <vt:lpstr>DataFrame Basic Operations</vt:lpstr>
      <vt:lpstr>DataFrame Actions</vt:lpstr>
      <vt:lpstr>DataFrame Queries</vt:lpstr>
      <vt:lpstr>DataFrame Query Strings</vt:lpstr>
      <vt:lpstr>Querying DataFrames using Columns</vt:lpstr>
      <vt:lpstr>PowerPoint Presentation</vt:lpstr>
      <vt:lpstr>Joining DataFrames</vt:lpstr>
      <vt:lpstr>SQL Queries</vt:lpstr>
      <vt:lpstr>Saving DataFrames</vt:lpstr>
      <vt:lpstr>Options for Saving DataFrames</vt:lpstr>
      <vt:lpstr>DataFrames and RDDs</vt:lpstr>
      <vt:lpstr>DataFrames and RDDs</vt:lpstr>
      <vt:lpstr>Working with Row Objects</vt:lpstr>
      <vt:lpstr>Example: Extracting Data from Row Objects</vt:lpstr>
      <vt:lpstr>Converting RDDs to DataFrames</vt:lpstr>
      <vt:lpstr>Apache Spark Streaming</vt:lpstr>
      <vt:lpstr>What Is Spark Streaming?</vt:lpstr>
      <vt:lpstr>Spark Streaming Features</vt:lpstr>
      <vt:lpstr>Spark Streaming Overview</vt:lpstr>
      <vt:lpstr>Example: Streaming Request Count</vt:lpstr>
      <vt:lpstr>DStreams</vt:lpstr>
      <vt:lpstr>Streaming Example Output (1)</vt:lpstr>
      <vt:lpstr>Streaming Example Output (1)</vt:lpstr>
      <vt:lpstr>DStream Data Sources</vt:lpstr>
      <vt:lpstr>DStream Operations</vt:lpstr>
      <vt:lpstr>DStream Transformations</vt:lpstr>
      <vt:lpstr>DStream Transformations</vt:lpstr>
      <vt:lpstr>DStream Output Operations</vt:lpstr>
      <vt:lpstr>Saving DStream Results as Files</vt:lpstr>
      <vt:lpstr>Building and Running Spark Streaming Applications</vt:lpstr>
      <vt:lpstr>Using Spark Streaming with Spark Shell</vt:lpstr>
      <vt:lpstr>The Spark Streaming Application UI</vt:lpstr>
      <vt:lpstr>Sliding Window Operations</vt:lpstr>
      <vt:lpstr>Sliding Window Operations</vt:lpstr>
      <vt:lpstr>Sliding Window Operations</vt:lpstr>
      <vt:lpstr>Scala Example: Count and Sort User Requests by Window</vt:lpstr>
      <vt:lpstr>Spark Streaming Data Sources</vt:lpstr>
      <vt:lpstr>Receiver-Based Replication</vt:lpstr>
      <vt:lpstr>Receiver-Based Fault Tolerance</vt:lpstr>
      <vt:lpstr>Kafka Direct Integration</vt:lpstr>
      <vt:lpstr>Kafka Direct Integration</vt:lpstr>
      <vt:lpstr>Scala Example: Direct Kafka Integration</vt:lpstr>
      <vt:lpstr>Scala Example: Direct Kafka Integration</vt:lpstr>
      <vt:lpstr>Accumulator variable</vt:lpstr>
      <vt:lpstr>Broadcast Variable</vt:lpstr>
      <vt:lpstr>Broadcast Variable</vt:lpstr>
      <vt:lpstr>partitionBy</vt:lpstr>
      <vt:lpstr>Check pointing</vt:lpstr>
      <vt:lpstr>Executor Optimization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Archana</dc:creator>
  <cp:lastModifiedBy>Windows User</cp:lastModifiedBy>
  <cp:revision>17</cp:revision>
  <dcterms:created xsi:type="dcterms:W3CDTF">2026-06-22T03:19:00Z</dcterms:created>
  <dcterms:modified xsi:type="dcterms:W3CDTF">2026-10-27T11:37:05Z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2017-06-02T05:30:00Z</vt:filetime>
  </property>
  <property fmtid="{D5CDD505-2E9C-101B-9397-08002B2CF9AE}" pid="3" name="Creator">
    <vt:lpwstr>Microsoft® PowerPoint® 2010</vt:lpwstr>
  </property>
  <property fmtid="{D5CDD505-2E9C-101B-9397-08002B2CF9AE}" pid="4" name="LastSaved">
    <vt:filetime>2026-06-22T05:30:00Z</vt:filetime>
  </property>
  <property fmtid="{D5CDD505-2E9C-101B-9397-08002B2CF9AE}" pid="5" name="Producer">
    <vt:lpwstr>Microsoft® PowerPoint® 2010</vt:lpwstr>
  </property>
  <property fmtid="{D5CDD505-2E9C-101B-9397-08002B2CF9AE}" pid="6" name="KSOProductBuildVer">
    <vt:lpwstr>1033-12.1.0.29162</vt:lpwstr>
  </property>
  <property fmtid="{D5CDD505-2E9C-101B-9397-08002B2CF9AE}" pid="7" name="ICV">
    <vt:lpwstr>004B0FE8BD7C44F6BCC4F713AE5392BB_12</vt:lpwstr>
  </property>
</Properties>
</file>